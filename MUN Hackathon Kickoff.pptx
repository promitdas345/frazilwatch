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8"/>
  </p:notesMasterIdLst>
  <p:sldIdLst>
    <p:sldId id="256" r:id="rId2"/>
    <p:sldId id="258" r:id="rId3"/>
    <p:sldId id="260" r:id="rId4"/>
    <p:sldId id="259" r:id="rId5"/>
    <p:sldId id="315" r:id="rId6"/>
    <p:sldId id="296" r:id="rId7"/>
    <p:sldId id="304" r:id="rId8"/>
    <p:sldId id="303" r:id="rId9"/>
    <p:sldId id="262" r:id="rId10"/>
    <p:sldId id="298" r:id="rId11"/>
    <p:sldId id="261" r:id="rId12"/>
    <p:sldId id="308" r:id="rId13"/>
    <p:sldId id="317" r:id="rId14"/>
    <p:sldId id="309" r:id="rId15"/>
    <p:sldId id="320" r:id="rId16"/>
    <p:sldId id="305" r:id="rId17"/>
    <p:sldId id="311" r:id="rId18"/>
    <p:sldId id="314" r:id="rId19"/>
    <p:sldId id="316" r:id="rId20"/>
    <p:sldId id="318" r:id="rId21"/>
    <p:sldId id="319" r:id="rId22"/>
    <p:sldId id="310" r:id="rId23"/>
    <p:sldId id="307" r:id="rId24"/>
    <p:sldId id="312" r:id="rId25"/>
    <p:sldId id="313" r:id="rId26"/>
    <p:sldId id="306" r:id="rId27"/>
  </p:sldIdLst>
  <p:sldSz cx="9144000" cy="5143500" type="screen16x9"/>
  <p:notesSz cx="6858000" cy="9144000"/>
  <p:embeddedFontLst>
    <p:embeddedFont>
      <p:font typeface="Open Sans" panose="020B0606030504020204" pitchFamily="34" charset="0"/>
      <p:regular r:id="rId29"/>
      <p:bold r:id="rId30"/>
      <p:italic r:id="rId31"/>
      <p:boldItalic r:id="rId32"/>
    </p:embeddedFont>
    <p:embeddedFont>
      <p:font typeface="Sora"/>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E3B7ADFB-FE32-F64D-AABC-117558EEB871}">
          <p14:sldIdLst>
            <p14:sldId id="256"/>
            <p14:sldId id="258"/>
            <p14:sldId id="260"/>
            <p14:sldId id="259"/>
            <p14:sldId id="315"/>
            <p14:sldId id="296"/>
            <p14:sldId id="304"/>
            <p14:sldId id="303"/>
            <p14:sldId id="262"/>
            <p14:sldId id="298"/>
            <p14:sldId id="261"/>
            <p14:sldId id="308"/>
            <p14:sldId id="317"/>
            <p14:sldId id="309"/>
            <p14:sldId id="320"/>
            <p14:sldId id="305"/>
            <p14:sldId id="311"/>
            <p14:sldId id="314"/>
            <p14:sldId id="316"/>
            <p14:sldId id="318"/>
            <p14:sldId id="319"/>
            <p14:sldId id="310"/>
            <p14:sldId id="307"/>
            <p14:sldId id="312"/>
            <p14:sldId id="313"/>
            <p14:sldId id="306"/>
          </p14:sldIdLst>
        </p14:section>
        <p14:section name="Backup" id="{E56870BB-2971-5142-BB0D-695A6F7DED05}">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2AF62F-5FD3-4E4D-A7C3-47B0F5DE4F6A}" v="6" dt="2026-05-29T13:24:52.922"/>
    <p1510:client id="{E809B5E8-698E-44E7-9A81-C39E2556A66E}" v="1" dt="2026-05-29T12:31:55.960"/>
  </p1510:revLst>
</p1510:revInfo>
</file>

<file path=ppt/tableStyles.xml><?xml version="1.0" encoding="utf-8"?>
<a:tblStyleLst xmlns:a="http://schemas.openxmlformats.org/drawingml/2006/main" def="{E9D8F7A6-3C2E-4C3E-A8EC-38216DE1B230}">
  <a:tblStyle styleId="{E9D8F7A6-3C2E-4C3E-A8EC-38216DE1B23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79119B4-9A2B-4567-8518-C637A2E9332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089"/>
    <p:restoredTop sz="90776"/>
  </p:normalViewPr>
  <p:slideViewPr>
    <p:cSldViewPr snapToGrid="0">
      <p:cViewPr varScale="1">
        <p:scale>
          <a:sx n="125" d="100"/>
          <a:sy n="125" d="100"/>
        </p:scale>
        <p:origin x="184" y="10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y Vu" userId="iX3XKZjGSUnY8uY3iRDkN7SgO0rLDUqlR2kqrCpPNBY=" providerId="None" clId="Web-{E809B5E8-698E-44E7-9A81-C39E2556A66E}"/>
    <pc:docChg chg="modSld">
      <pc:chgData name="Ivy Vu" userId="iX3XKZjGSUnY8uY3iRDkN7SgO0rLDUqlR2kqrCpPNBY=" providerId="None" clId="Web-{E809B5E8-698E-44E7-9A81-C39E2556A66E}" dt="2026-05-29T12:31:55.960" v="0" actId="14100"/>
      <pc:docMkLst>
        <pc:docMk/>
      </pc:docMkLst>
      <pc:sldChg chg="modSp">
        <pc:chgData name="Ivy Vu" userId="iX3XKZjGSUnY8uY3iRDkN7SgO0rLDUqlR2kqrCpPNBY=" providerId="None" clId="Web-{E809B5E8-698E-44E7-9A81-C39E2556A66E}" dt="2026-05-29T12:31:55.960" v="0" actId="14100"/>
        <pc:sldMkLst>
          <pc:docMk/>
          <pc:sldMk cId="0" sldId="260"/>
        </pc:sldMkLst>
        <pc:spChg chg="mod">
          <ac:chgData name="Ivy Vu" userId="iX3XKZjGSUnY8uY3iRDkN7SgO0rLDUqlR2kqrCpPNBY=" providerId="None" clId="Web-{E809B5E8-698E-44E7-9A81-C39E2556A66E}" dt="2026-05-29T12:31:55.960" v="0" actId="14100"/>
          <ac:spMkLst>
            <pc:docMk/>
            <pc:sldMk cId="0" sldId="260"/>
            <ac:spMk id="1289" creationId="{00000000-0000-0000-0000-000000000000}"/>
          </ac:spMkLst>
        </pc:spChg>
      </pc:sldChg>
    </pc:docChg>
  </pc:docChgLst>
  <pc:docChgLst>
    <pc:chgData name="Ivy Vu" userId="iX3XKZjGSUnY8uY3iRDkN7SgO0rLDUqlR2kqrCpPNBY=" providerId="None" clId="Web-{9F2AF62F-5FD3-4E4D-A7C3-47B0F5DE4F6A}"/>
    <pc:docChg chg="modSld">
      <pc:chgData name="Ivy Vu" userId="iX3XKZjGSUnY8uY3iRDkN7SgO0rLDUqlR2kqrCpPNBY=" providerId="None" clId="Web-{9F2AF62F-5FD3-4E4D-A7C3-47B0F5DE4F6A}" dt="2026-05-29T13:24:52.922" v="5" actId="20577"/>
      <pc:docMkLst>
        <pc:docMk/>
      </pc:docMkLst>
      <pc:sldChg chg="modSp">
        <pc:chgData name="Ivy Vu" userId="iX3XKZjGSUnY8uY3iRDkN7SgO0rLDUqlR2kqrCpPNBY=" providerId="None" clId="Web-{9F2AF62F-5FD3-4E4D-A7C3-47B0F5DE4F6A}" dt="2026-05-29T13:24:52.922" v="5" actId="20577"/>
        <pc:sldMkLst>
          <pc:docMk/>
          <pc:sldMk cId="904803396" sldId="300"/>
        </pc:sldMkLst>
        <pc:spChg chg="mod">
          <ac:chgData name="Ivy Vu" userId="iX3XKZjGSUnY8uY3iRDkN7SgO0rLDUqlR2kqrCpPNBY=" providerId="None" clId="Web-{9F2AF62F-5FD3-4E4D-A7C3-47B0F5DE4F6A}" dt="2026-05-29T13:24:52.922" v="5" actId="20577"/>
          <ac:spMkLst>
            <pc:docMk/>
            <pc:sldMk cId="904803396" sldId="300"/>
            <ac:spMk id="1710" creationId="{2D22D2A8-11B9-BB28-DDAF-B7F95CF64F7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87fa921f8d_0_1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287fa921f8d_0_1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44471CDE-3523-BAD4-CF98-CFE16DF653E1}"/>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46C1D89B-8532-F1BD-2F05-0805DF119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F3E71A00-81C6-3603-51A3-1C7CF61797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9269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24D24A08-3AD0-DDF9-B0E0-A1CE71BF33CA}"/>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1CEFDE5E-D39A-2BE0-2155-AAA10AB797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73176439-8CE4-0882-3185-5DCDC7CD8B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2458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4384CCF6-4E3E-E0D7-8621-F18B1B21ED83}"/>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F33BC47B-B02A-BC1F-2D40-9F66119EAC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8B2503A4-67AB-21D0-7917-DAE0BE66B6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7933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a:extLst>
            <a:ext uri="{FF2B5EF4-FFF2-40B4-BE49-F238E27FC236}">
              <a16:creationId xmlns:a16="http://schemas.microsoft.com/office/drawing/2014/main" id="{C0EE9287-22AA-35FA-5750-D0E31AA93F7A}"/>
            </a:ext>
          </a:extLst>
        </p:cNvPr>
        <p:cNvGrpSpPr/>
        <p:nvPr/>
      </p:nvGrpSpPr>
      <p:grpSpPr>
        <a:xfrm>
          <a:off x="0" y="0"/>
          <a:ext cx="0" cy="0"/>
          <a:chOff x="0" y="0"/>
          <a:chExt cx="0" cy="0"/>
        </a:xfrm>
      </p:grpSpPr>
      <p:sp>
        <p:nvSpPr>
          <p:cNvPr id="1209" name="Google Shape;1209;g54dda1946d_6_322:notes">
            <a:extLst>
              <a:ext uri="{FF2B5EF4-FFF2-40B4-BE49-F238E27FC236}">
                <a16:creationId xmlns:a16="http://schemas.microsoft.com/office/drawing/2014/main" id="{F1F3A736-6A90-C867-FF7C-58D00CF7D8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0" name="Google Shape;1210;g54dda1946d_6_322:notes">
            <a:extLst>
              <a:ext uri="{FF2B5EF4-FFF2-40B4-BE49-F238E27FC236}">
                <a16:creationId xmlns:a16="http://schemas.microsoft.com/office/drawing/2014/main" id="{2BA513B8-FA1C-DDAF-FD3F-85B9E2C317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1331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7"/>
        <p:cNvGrpSpPr/>
        <p:nvPr/>
      </p:nvGrpSpPr>
      <p:grpSpPr>
        <a:xfrm>
          <a:off x="0" y="0"/>
          <a:ext cx="0" cy="0"/>
          <a:chOff x="0" y="0"/>
          <a:chExt cx="0" cy="0"/>
        </a:xfrm>
      </p:grpSpPr>
      <p:sp>
        <p:nvSpPr>
          <p:cNvPr id="1588" name="Google Shape;1588;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9" name="Google Shape;1589;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3pm – IBM team arrives + set up </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Q:</a:t>
            </a:r>
          </a:p>
          <a:p>
            <a:pPr marL="171450" lvl="0" indent="-171450" algn="l" rtl="0">
              <a:spcBef>
                <a:spcPts val="0"/>
              </a:spcBef>
              <a:spcAft>
                <a:spcPts val="0"/>
              </a:spcAft>
              <a:buFontTx/>
              <a:buChar char="-"/>
            </a:pPr>
            <a:r>
              <a:rPr lang="en-CA" dirty="0"/>
              <a:t>Anthony+ Kirsten : rooms after? </a:t>
            </a:r>
          </a:p>
          <a:p>
            <a:pPr marL="171450" lvl="0" indent="-171450" algn="l" rtl="0">
              <a:spcBef>
                <a:spcPts val="0"/>
              </a:spcBef>
              <a:spcAft>
                <a:spcPts val="0"/>
              </a:spcAft>
              <a:buFontTx/>
              <a:buChar char="-"/>
            </a:pPr>
            <a:r>
              <a:rPr lang="en-CA" dirty="0"/>
              <a:t>Supporting help? Discord channel? – suggest hours </a:t>
            </a:r>
          </a:p>
          <a:p>
            <a:pPr marL="171450" lvl="0" indent="-171450" algn="l" rtl="0">
              <a:spcBef>
                <a:spcPts val="0"/>
              </a:spcBef>
              <a:spcAft>
                <a:spcPts val="0"/>
              </a:spcAft>
              <a:buFontTx/>
              <a:buChar char="-"/>
            </a:pPr>
            <a:endParaRPr lang="en-CA" dirty="0"/>
          </a:p>
          <a:p>
            <a:pPr marL="171450" lvl="0" indent="-171450" algn="l" rtl="0">
              <a:spcBef>
                <a:spcPts val="0"/>
              </a:spcBef>
              <a:spcAft>
                <a:spcPts val="0"/>
              </a:spcAft>
              <a:buFontTx/>
              <a:buChar char="-"/>
            </a:pPr>
            <a:endParaRPr lang="en-CA" dirty="0"/>
          </a:p>
          <a:p>
            <a:pPr marL="171450" lvl="0" indent="-171450" algn="l" rtl="0">
              <a:spcBef>
                <a:spcPts val="0"/>
              </a:spcBef>
              <a:spcAft>
                <a:spcPts val="0"/>
              </a:spcAft>
              <a:buFontTx/>
              <a:buChar char="-"/>
            </a:pPr>
            <a:endParaRPr lang="en-CA" dirty="0"/>
          </a:p>
          <a:p>
            <a:pPr marL="171450" lvl="0" indent="-171450" algn="l" rtl="0">
              <a:spcBef>
                <a:spcPts val="0"/>
              </a:spcBef>
              <a:spcAft>
                <a:spcPts val="0"/>
              </a:spcAft>
              <a:buFontTx/>
              <a:buChar char="-"/>
            </a:pPr>
            <a:endParaRPr lang="en-CA"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56CF8436-6C66-3146-DE87-4841C5B2C78F}"/>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5059C015-88CF-4312-10E3-883284AB35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C4919C2A-C967-9783-15C7-35091B8DA7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7235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p:cNvGrpSpPr/>
        <p:nvPr/>
      </p:nvGrpSpPr>
      <p:grpSpPr>
        <a:xfrm>
          <a:off x="0" y="0"/>
          <a:ext cx="0" cy="0"/>
          <a:chOff x="0" y="0"/>
          <a:chExt cx="0" cy="0"/>
        </a:xfrm>
      </p:grpSpPr>
      <p:sp>
        <p:nvSpPr>
          <p:cNvPr id="1496" name="Google Shape;149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02D96F33-5AEB-4428-BD9E-2717DDF89D49}"/>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A60A3EC1-4A0A-97BD-2FDF-BE0F1265F8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D5B95704-49BF-DF8C-C8DC-3C1ADA0FBF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25546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F1323A5B-6D92-93AC-BDF2-9D503F150B50}"/>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B1E316DA-0AE8-3593-91E1-93C5EF7F52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8A527530-CB07-50D3-33DC-CC2EA3FE83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6955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15521A89-4A9B-52A3-DE64-5DE88816F0C8}"/>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0F1A5314-4640-99CC-B6E1-90C659FD58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70768744-172A-C929-AC0F-7607640943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6045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5">
          <a:extLst>
            <a:ext uri="{FF2B5EF4-FFF2-40B4-BE49-F238E27FC236}">
              <a16:creationId xmlns:a16="http://schemas.microsoft.com/office/drawing/2014/main" id="{D1F1147D-18B0-BC36-98B3-F13D93D75CB8}"/>
            </a:ext>
          </a:extLst>
        </p:cNvPr>
        <p:cNvGrpSpPr/>
        <p:nvPr/>
      </p:nvGrpSpPr>
      <p:grpSpPr>
        <a:xfrm>
          <a:off x="0" y="0"/>
          <a:ext cx="0" cy="0"/>
          <a:chOff x="0" y="0"/>
          <a:chExt cx="0" cy="0"/>
        </a:xfrm>
      </p:grpSpPr>
      <p:sp>
        <p:nvSpPr>
          <p:cNvPr id="1496" name="Google Shape;1496;g54dda1946d_6_332:notes">
            <a:extLst>
              <a:ext uri="{FF2B5EF4-FFF2-40B4-BE49-F238E27FC236}">
                <a16:creationId xmlns:a16="http://schemas.microsoft.com/office/drawing/2014/main" id="{BC4B8B4E-3270-6CFA-CF89-18B792F9B0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7" name="Google Shape;1497;g54dda1946d_6_332:notes">
            <a:extLst>
              <a:ext uri="{FF2B5EF4-FFF2-40B4-BE49-F238E27FC236}">
                <a16:creationId xmlns:a16="http://schemas.microsoft.com/office/drawing/2014/main" id="{6BE609CE-5E7F-E3CF-1E6F-0D51F79BA0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5040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a:extLst>
            <a:ext uri="{FF2B5EF4-FFF2-40B4-BE49-F238E27FC236}">
              <a16:creationId xmlns:a16="http://schemas.microsoft.com/office/drawing/2014/main" id="{D4B45268-4E49-B87F-8FB6-2B0CCDB79421}"/>
            </a:ext>
          </a:extLst>
        </p:cNvPr>
        <p:cNvGrpSpPr/>
        <p:nvPr/>
      </p:nvGrpSpPr>
      <p:grpSpPr>
        <a:xfrm>
          <a:off x="0" y="0"/>
          <a:ext cx="0" cy="0"/>
          <a:chOff x="0" y="0"/>
          <a:chExt cx="0" cy="0"/>
        </a:xfrm>
      </p:grpSpPr>
      <p:sp>
        <p:nvSpPr>
          <p:cNvPr id="1706" name="Google Shape;1706;g54dda1946d_4_2726:notes">
            <a:extLst>
              <a:ext uri="{FF2B5EF4-FFF2-40B4-BE49-F238E27FC236}">
                <a16:creationId xmlns:a16="http://schemas.microsoft.com/office/drawing/2014/main" id="{1250CB0B-4F6A-0CF6-AF86-87483780DE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54dda1946d_4_2726:notes">
            <a:extLst>
              <a:ext uri="{FF2B5EF4-FFF2-40B4-BE49-F238E27FC236}">
                <a16:creationId xmlns:a16="http://schemas.microsoft.com/office/drawing/2014/main" id="{55A057B4-4C4B-9BB4-4946-31E33B6894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6216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FA1421E3-6BA8-D766-CA0E-2A92248ED19C}"/>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37FCDA56-BED4-CA8B-B4F8-A7F0E4911A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B2ADA058-E0CE-BAA8-2D59-CAD705DCA2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9342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a:extLst>
            <a:ext uri="{FF2B5EF4-FFF2-40B4-BE49-F238E27FC236}">
              <a16:creationId xmlns:a16="http://schemas.microsoft.com/office/drawing/2014/main" id="{B69576EC-7B50-BD54-3987-6493BF1B07B6}"/>
            </a:ext>
          </a:extLst>
        </p:cNvPr>
        <p:cNvGrpSpPr/>
        <p:nvPr/>
      </p:nvGrpSpPr>
      <p:grpSpPr>
        <a:xfrm>
          <a:off x="0" y="0"/>
          <a:ext cx="0" cy="0"/>
          <a:chOff x="0" y="0"/>
          <a:chExt cx="0" cy="0"/>
        </a:xfrm>
      </p:grpSpPr>
      <p:sp>
        <p:nvSpPr>
          <p:cNvPr id="1706" name="Google Shape;1706;g54dda1946d_4_2726:notes">
            <a:extLst>
              <a:ext uri="{FF2B5EF4-FFF2-40B4-BE49-F238E27FC236}">
                <a16:creationId xmlns:a16="http://schemas.microsoft.com/office/drawing/2014/main" id="{02A15B2A-F500-A981-6DB5-B5278568D9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54dda1946d_4_2726:notes">
            <a:extLst>
              <a:ext uri="{FF2B5EF4-FFF2-40B4-BE49-F238E27FC236}">
                <a16:creationId xmlns:a16="http://schemas.microsoft.com/office/drawing/2014/main" id="{4ACDEBC5-5A5C-246C-194C-C6972D122F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01716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F7764414-D7EF-F88F-EDBA-2094D9D8EC84}"/>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707E6BDB-92E3-9219-5AB6-A31454651E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9E2FC384-C054-24B6-6B03-89D42D1738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2504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a:extLst>
            <a:ext uri="{FF2B5EF4-FFF2-40B4-BE49-F238E27FC236}">
              <a16:creationId xmlns:a16="http://schemas.microsoft.com/office/drawing/2014/main" id="{0925BBBB-AB1E-AB53-8591-CB51CA70FE4F}"/>
            </a:ext>
          </a:extLst>
        </p:cNvPr>
        <p:cNvGrpSpPr/>
        <p:nvPr/>
      </p:nvGrpSpPr>
      <p:grpSpPr>
        <a:xfrm>
          <a:off x="0" y="0"/>
          <a:ext cx="0" cy="0"/>
          <a:chOff x="0" y="0"/>
          <a:chExt cx="0" cy="0"/>
        </a:xfrm>
      </p:grpSpPr>
      <p:sp>
        <p:nvSpPr>
          <p:cNvPr id="1706" name="Google Shape;1706;g54dda1946d_4_2726:notes">
            <a:extLst>
              <a:ext uri="{FF2B5EF4-FFF2-40B4-BE49-F238E27FC236}">
                <a16:creationId xmlns:a16="http://schemas.microsoft.com/office/drawing/2014/main" id="{C3D6D35B-E364-90F7-187A-3F0155BF49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54dda1946d_4_2726:notes">
            <a:extLst>
              <a:ext uri="{FF2B5EF4-FFF2-40B4-BE49-F238E27FC236}">
                <a16:creationId xmlns:a16="http://schemas.microsoft.com/office/drawing/2014/main" id="{FF3B0DF9-B199-61F9-947C-946E62CAC0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6309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a:extLst>
            <a:ext uri="{FF2B5EF4-FFF2-40B4-BE49-F238E27FC236}">
              <a16:creationId xmlns:a16="http://schemas.microsoft.com/office/drawing/2014/main" id="{121DF9C8-D3E6-6ACA-A68C-FE44D9AF3B1C}"/>
            </a:ext>
          </a:extLst>
        </p:cNvPr>
        <p:cNvGrpSpPr/>
        <p:nvPr/>
      </p:nvGrpSpPr>
      <p:grpSpPr>
        <a:xfrm>
          <a:off x="0" y="0"/>
          <a:ext cx="0" cy="0"/>
          <a:chOff x="0" y="0"/>
          <a:chExt cx="0" cy="0"/>
        </a:xfrm>
      </p:grpSpPr>
      <p:sp>
        <p:nvSpPr>
          <p:cNvPr id="1706" name="Google Shape;1706;g54dda1946d_4_2726:notes">
            <a:extLst>
              <a:ext uri="{FF2B5EF4-FFF2-40B4-BE49-F238E27FC236}">
                <a16:creationId xmlns:a16="http://schemas.microsoft.com/office/drawing/2014/main" id="{C8A7B5AB-7F14-4F9D-6D40-BE6C9295F7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54dda1946d_4_2726:notes">
            <a:extLst>
              <a:ext uri="{FF2B5EF4-FFF2-40B4-BE49-F238E27FC236}">
                <a16:creationId xmlns:a16="http://schemas.microsoft.com/office/drawing/2014/main" id="{9446ACD2-361E-0301-F297-2C68AF0591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502066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a:extLst>
            <a:ext uri="{FF2B5EF4-FFF2-40B4-BE49-F238E27FC236}">
              <a16:creationId xmlns:a16="http://schemas.microsoft.com/office/drawing/2014/main" id="{A6115487-E5EA-F185-8606-008092CC90A6}"/>
            </a:ext>
          </a:extLst>
        </p:cNvPr>
        <p:cNvGrpSpPr/>
        <p:nvPr/>
      </p:nvGrpSpPr>
      <p:grpSpPr>
        <a:xfrm>
          <a:off x="0" y="0"/>
          <a:ext cx="0" cy="0"/>
          <a:chOff x="0" y="0"/>
          <a:chExt cx="0" cy="0"/>
        </a:xfrm>
      </p:grpSpPr>
      <p:sp>
        <p:nvSpPr>
          <p:cNvPr id="1706" name="Google Shape;1706;g54dda1946d_4_2726:notes">
            <a:extLst>
              <a:ext uri="{FF2B5EF4-FFF2-40B4-BE49-F238E27FC236}">
                <a16:creationId xmlns:a16="http://schemas.microsoft.com/office/drawing/2014/main" id="{3D30962F-1098-C604-8C8A-7F2579137F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54dda1946d_4_2726:notes">
            <a:extLst>
              <a:ext uri="{FF2B5EF4-FFF2-40B4-BE49-F238E27FC236}">
                <a16:creationId xmlns:a16="http://schemas.microsoft.com/office/drawing/2014/main" id="{1034770A-4322-DD71-EFC6-ECEF403E8F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3129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a:extLst>
            <a:ext uri="{FF2B5EF4-FFF2-40B4-BE49-F238E27FC236}">
              <a16:creationId xmlns:a16="http://schemas.microsoft.com/office/drawing/2014/main" id="{27F8930C-EF6F-F741-0B91-14BF1F060242}"/>
            </a:ext>
          </a:extLst>
        </p:cNvPr>
        <p:cNvGrpSpPr/>
        <p:nvPr/>
      </p:nvGrpSpPr>
      <p:grpSpPr>
        <a:xfrm>
          <a:off x="0" y="0"/>
          <a:ext cx="0" cy="0"/>
          <a:chOff x="0" y="0"/>
          <a:chExt cx="0" cy="0"/>
        </a:xfrm>
      </p:grpSpPr>
      <p:sp>
        <p:nvSpPr>
          <p:cNvPr id="1706" name="Google Shape;1706;g54dda1946d_4_2726:notes">
            <a:extLst>
              <a:ext uri="{FF2B5EF4-FFF2-40B4-BE49-F238E27FC236}">
                <a16:creationId xmlns:a16="http://schemas.microsoft.com/office/drawing/2014/main" id="{E02A3A35-5AD4-AC9A-D7A9-A31D76900B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54dda1946d_4_2726:notes">
            <a:extLst>
              <a:ext uri="{FF2B5EF4-FFF2-40B4-BE49-F238E27FC236}">
                <a16:creationId xmlns:a16="http://schemas.microsoft.com/office/drawing/2014/main" id="{7417024A-8AE6-1C91-D50F-92DCC39AEA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84229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a:extLst>
            <a:ext uri="{FF2B5EF4-FFF2-40B4-BE49-F238E27FC236}">
              <a16:creationId xmlns:a16="http://schemas.microsoft.com/office/drawing/2014/main" id="{769BBED6-C298-96DE-B23A-AA60192B1CC1}"/>
            </a:ext>
          </a:extLst>
        </p:cNvPr>
        <p:cNvGrpSpPr/>
        <p:nvPr/>
      </p:nvGrpSpPr>
      <p:grpSpPr>
        <a:xfrm>
          <a:off x="0" y="0"/>
          <a:ext cx="0" cy="0"/>
          <a:chOff x="0" y="0"/>
          <a:chExt cx="0" cy="0"/>
        </a:xfrm>
      </p:grpSpPr>
      <p:sp>
        <p:nvSpPr>
          <p:cNvPr id="1286" name="Google Shape;1286;g54dda1946d_6_308:notes">
            <a:extLst>
              <a:ext uri="{FF2B5EF4-FFF2-40B4-BE49-F238E27FC236}">
                <a16:creationId xmlns:a16="http://schemas.microsoft.com/office/drawing/2014/main" id="{300C7C95-922D-EDAD-C40E-DCA28FF691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54dda1946d_6_308:notes">
            <a:extLst>
              <a:ext uri="{FF2B5EF4-FFF2-40B4-BE49-F238E27FC236}">
                <a16:creationId xmlns:a16="http://schemas.microsoft.com/office/drawing/2014/main" id="{67C25C5E-6B10-5A50-2BA9-E34CE4A77D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43163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5">
          <a:extLst>
            <a:ext uri="{FF2B5EF4-FFF2-40B4-BE49-F238E27FC236}">
              <a16:creationId xmlns:a16="http://schemas.microsoft.com/office/drawing/2014/main" id="{56962A1E-42CD-CC17-58E7-E1C4B3D53683}"/>
            </a:ext>
          </a:extLst>
        </p:cNvPr>
        <p:cNvGrpSpPr/>
        <p:nvPr/>
      </p:nvGrpSpPr>
      <p:grpSpPr>
        <a:xfrm>
          <a:off x="0" y="0"/>
          <a:ext cx="0" cy="0"/>
          <a:chOff x="0" y="0"/>
          <a:chExt cx="0" cy="0"/>
        </a:xfrm>
      </p:grpSpPr>
      <p:sp>
        <p:nvSpPr>
          <p:cNvPr id="1706" name="Google Shape;1706;g54dda1946d_4_2726:notes">
            <a:extLst>
              <a:ext uri="{FF2B5EF4-FFF2-40B4-BE49-F238E27FC236}">
                <a16:creationId xmlns:a16="http://schemas.microsoft.com/office/drawing/2014/main" id="{B6504A3A-C0EF-FAC2-14CE-EFCEFFBC37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7" name="Google Shape;1707;g54dda1946d_4_2726:notes">
            <a:extLst>
              <a:ext uri="{FF2B5EF4-FFF2-40B4-BE49-F238E27FC236}">
                <a16:creationId xmlns:a16="http://schemas.microsoft.com/office/drawing/2014/main" id="{1BEB3F17-FA0E-0D26-E8C5-5635833D7A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7545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 name="Google Shape;13;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 name="Google Shape;17;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8" name="Google Shape;18;p2"/>
          <p:cNvSpPr txBox="1">
            <a:spLocks noGrp="1"/>
          </p:cNvSpPr>
          <p:nvPr>
            <p:ph type="ctrTitle"/>
          </p:nvPr>
        </p:nvSpPr>
        <p:spPr>
          <a:xfrm>
            <a:off x="713225" y="1252927"/>
            <a:ext cx="4370100" cy="21513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9" name="Google Shape;19;p2"/>
          <p:cNvSpPr txBox="1">
            <a:spLocks noGrp="1"/>
          </p:cNvSpPr>
          <p:nvPr>
            <p:ph type="subTitle" idx="1"/>
          </p:nvPr>
        </p:nvSpPr>
        <p:spPr>
          <a:xfrm>
            <a:off x="713225" y="3414773"/>
            <a:ext cx="4370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4130550" y="1678250"/>
            <a:ext cx="4300200" cy="8418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6" name="Google Shape;26;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7" name="Google Shape;27;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1" name="Google Shape;31;p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4"/>
        <p:cNvGrpSpPr/>
        <p:nvPr/>
      </p:nvGrpSpPr>
      <p:grpSpPr>
        <a:xfrm>
          <a:off x="0" y="0"/>
          <a:ext cx="0" cy="0"/>
          <a:chOff x="0" y="0"/>
          <a:chExt cx="0" cy="0"/>
        </a:xfrm>
      </p:grpSpPr>
      <p:sp>
        <p:nvSpPr>
          <p:cNvPr id="45" name="Google Shape;45;p5"/>
          <p:cNvSpPr txBox="1">
            <a:spLocks noGrp="1"/>
          </p:cNvSpPr>
          <p:nvPr>
            <p:ph type="subTitle" idx="1"/>
          </p:nvPr>
        </p:nvSpPr>
        <p:spPr>
          <a:xfrm>
            <a:off x="3672296"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6" name="Google Shape;46;p5"/>
          <p:cNvSpPr txBox="1">
            <a:spLocks noGrp="1"/>
          </p:cNvSpPr>
          <p:nvPr>
            <p:ph type="subTitle" idx="2"/>
          </p:nvPr>
        </p:nvSpPr>
        <p:spPr>
          <a:xfrm>
            <a:off x="720000" y="2477450"/>
            <a:ext cx="2742000" cy="166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7" name="Google Shape;47;p5"/>
          <p:cNvSpPr txBox="1">
            <a:spLocks noGrp="1"/>
          </p:cNvSpPr>
          <p:nvPr>
            <p:ph type="subTitle" idx="3"/>
          </p:nvPr>
        </p:nvSpPr>
        <p:spPr>
          <a:xfrm>
            <a:off x="720000"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48" name="Google Shape;48;p5"/>
          <p:cNvSpPr txBox="1">
            <a:spLocks noGrp="1"/>
          </p:cNvSpPr>
          <p:nvPr>
            <p:ph type="subTitle" idx="4"/>
          </p:nvPr>
        </p:nvSpPr>
        <p:spPr>
          <a:xfrm>
            <a:off x="3672293" y="1827600"/>
            <a:ext cx="2742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49" name="Google Shape;49;p5"/>
          <p:cNvGrpSpPr/>
          <p:nvPr/>
        </p:nvGrpSpPr>
        <p:grpSpPr>
          <a:xfrm>
            <a:off x="518850" y="392550"/>
            <a:ext cx="8106300" cy="43584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52;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3" name="Google Shape;53;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7" name="Google Shape;57;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58" name="Google Shape;58;p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7"/>
          <p:cNvSpPr txBox="1">
            <a:spLocks noGrp="1"/>
          </p:cNvSpPr>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2" name="Google Shape;72;p7"/>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3" name="Google Shape;73;p7"/>
          <p:cNvSpPr>
            <a:spLocks noGrp="1"/>
          </p:cNvSpPr>
          <p:nvPr>
            <p:ph type="pic" idx="2"/>
          </p:nvPr>
        </p:nvSpPr>
        <p:spPr>
          <a:xfrm>
            <a:off x="5019725" y="965076"/>
            <a:ext cx="2203500" cy="3213300"/>
          </a:xfrm>
          <a:prstGeom prst="rect">
            <a:avLst/>
          </a:prstGeom>
          <a:noFill/>
          <a:ln w="19050" cap="flat" cmpd="sng">
            <a:solidFill>
              <a:schemeClr val="dk1"/>
            </a:solidFill>
            <a:prstDash val="solid"/>
            <a:round/>
            <a:headEnd type="none" w="sm" len="sm"/>
            <a:tailEnd type="none" w="sm" len="sm"/>
          </a:ln>
        </p:spPr>
        <p:txBody>
          <a:bodyPr/>
          <a:lstStyle/>
          <a:p>
            <a:endParaRPr lang="en-US"/>
          </a:p>
        </p:txBody>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78" name="Google Shape;78;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2" name="Google Shape;82;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135550" y="1222639"/>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96" name="Google Shape;96;p9"/>
          <p:cNvSpPr txBox="1">
            <a:spLocks noGrp="1"/>
          </p:cNvSpPr>
          <p:nvPr>
            <p:ph type="subTitle" idx="1"/>
          </p:nvPr>
        </p:nvSpPr>
        <p:spPr>
          <a:xfrm>
            <a:off x="2135550" y="3339439"/>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0" y="0"/>
            <a:ext cx="9144000" cy="5143500"/>
          </a:xfrm>
          <a:prstGeom prst="rect">
            <a:avLst/>
          </a:prstGeom>
          <a:noFill/>
          <a:ln>
            <a:noFill/>
          </a:ln>
        </p:spPr>
      </p:sp>
      <p:sp>
        <p:nvSpPr>
          <p:cNvPr id="108" name="Google Shape;108;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9"/>
        <p:cNvGrpSpPr/>
        <p:nvPr/>
      </p:nvGrpSpPr>
      <p:grpSpPr>
        <a:xfrm>
          <a:off x="0" y="0"/>
          <a:ext cx="0" cy="0"/>
          <a:chOff x="0" y="0"/>
          <a:chExt cx="0" cy="0"/>
        </a:xfrm>
      </p:grpSpPr>
      <p:sp>
        <p:nvSpPr>
          <p:cNvPr id="110" name="Google Shape;110;p11"/>
          <p:cNvSpPr txBox="1">
            <a:spLocks noGrp="1"/>
          </p:cNvSpPr>
          <p:nvPr>
            <p:ph type="title" hasCustomPrompt="1"/>
          </p:nvPr>
        </p:nvSpPr>
        <p:spPr>
          <a:xfrm>
            <a:off x="3110500" y="1782613"/>
            <a:ext cx="5320200" cy="9327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4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1" name="Google Shape;111;p11"/>
          <p:cNvSpPr txBox="1">
            <a:spLocks noGrp="1"/>
          </p:cNvSpPr>
          <p:nvPr>
            <p:ph type="subTitle" idx="1"/>
          </p:nvPr>
        </p:nvSpPr>
        <p:spPr>
          <a:xfrm>
            <a:off x="3110500" y="2863787"/>
            <a:ext cx="53202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12" name="Google Shape;112;p11"/>
          <p:cNvGrpSpPr/>
          <p:nvPr/>
        </p:nvGrpSpPr>
        <p:grpSpPr>
          <a:xfrm>
            <a:off x="518850" y="392550"/>
            <a:ext cx="8106300" cy="4358400"/>
            <a:chOff x="518850" y="392550"/>
            <a:chExt cx="8106300" cy="4358400"/>
          </a:xfrm>
        </p:grpSpPr>
        <p:grpSp>
          <p:nvGrpSpPr>
            <p:cNvPr id="113" name="Google Shape;113;p11"/>
            <p:cNvGrpSpPr/>
            <p:nvPr/>
          </p:nvGrpSpPr>
          <p:grpSpPr>
            <a:xfrm>
              <a:off x="518850" y="392550"/>
              <a:ext cx="8106300" cy="396000"/>
              <a:chOff x="518850" y="385283"/>
              <a:chExt cx="8106300" cy="396000"/>
            </a:xfrm>
          </p:grpSpPr>
          <p:cxnSp>
            <p:nvCxnSpPr>
              <p:cNvPr id="114" name="Google Shape;114;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5" name="Google Shape;115;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16" name="Google Shape;116;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17" name="Google Shape;117;p11"/>
            <p:cNvGrpSpPr/>
            <p:nvPr/>
          </p:nvGrpSpPr>
          <p:grpSpPr>
            <a:xfrm rot="10800000">
              <a:off x="518850" y="4354950"/>
              <a:ext cx="8106300" cy="396000"/>
              <a:chOff x="518850" y="385283"/>
              <a:chExt cx="8106300" cy="396000"/>
            </a:xfrm>
          </p:grpSpPr>
          <p:cxnSp>
            <p:nvCxnSpPr>
              <p:cNvPr id="118" name="Google Shape;118;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20" name="Google Shape;120;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22"/>
        <p:cNvGrpSpPr/>
        <p:nvPr/>
      </p:nvGrpSpPr>
      <p:grpSpPr>
        <a:xfrm>
          <a:off x="0" y="0"/>
          <a:ext cx="0" cy="0"/>
          <a:chOff x="0" y="0"/>
          <a:chExt cx="0" cy="0"/>
        </a:xfrm>
      </p:grpSpPr>
      <p:sp>
        <p:nvSpPr>
          <p:cNvPr id="123" name="Google Shape;123;p13"/>
          <p:cNvSpPr txBox="1">
            <a:spLocks noGrp="1"/>
          </p:cNvSpPr>
          <p:nvPr>
            <p:ph type="title" hasCustomPrompt="1"/>
          </p:nvPr>
        </p:nvSpPr>
        <p:spPr>
          <a:xfrm>
            <a:off x="720000"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3"/>
          <p:cNvSpPr txBox="1">
            <a:spLocks noGrp="1"/>
          </p:cNvSpPr>
          <p:nvPr>
            <p:ph type="title" idx="2" hasCustomPrompt="1"/>
          </p:nvPr>
        </p:nvSpPr>
        <p:spPr>
          <a:xfrm>
            <a:off x="720000"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a:spLocks noGrp="1"/>
          </p:cNvSpPr>
          <p:nvPr>
            <p:ph type="title" idx="3" hasCustomPrompt="1"/>
          </p:nvPr>
        </p:nvSpPr>
        <p:spPr>
          <a:xfrm>
            <a:off x="2709178"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a:spLocks noGrp="1"/>
          </p:cNvSpPr>
          <p:nvPr>
            <p:ph type="title" idx="4" hasCustomPrompt="1"/>
          </p:nvPr>
        </p:nvSpPr>
        <p:spPr>
          <a:xfrm>
            <a:off x="2709178"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a:spLocks noGrp="1"/>
          </p:cNvSpPr>
          <p:nvPr>
            <p:ph type="title" idx="5" hasCustomPrompt="1"/>
          </p:nvPr>
        </p:nvSpPr>
        <p:spPr>
          <a:xfrm>
            <a:off x="4698355" y="1404675"/>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a:spLocks noGrp="1"/>
          </p:cNvSpPr>
          <p:nvPr>
            <p:ph type="title" idx="6" hasCustomPrompt="1"/>
          </p:nvPr>
        </p:nvSpPr>
        <p:spPr>
          <a:xfrm>
            <a:off x="4698355" y="3066688"/>
            <a:ext cx="761700" cy="4476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a:spLocks noGrp="1"/>
          </p:cNvSpPr>
          <p:nvPr>
            <p:ph type="subTitle" idx="1"/>
          </p:nvPr>
        </p:nvSpPr>
        <p:spPr>
          <a:xfrm>
            <a:off x="720000"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0" name="Google Shape;130;p13"/>
          <p:cNvSpPr txBox="1">
            <a:spLocks noGrp="1"/>
          </p:cNvSpPr>
          <p:nvPr>
            <p:ph type="subTitle" idx="7"/>
          </p:nvPr>
        </p:nvSpPr>
        <p:spPr>
          <a:xfrm>
            <a:off x="2709178"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1" name="Google Shape;131;p13"/>
          <p:cNvSpPr txBox="1">
            <a:spLocks noGrp="1"/>
          </p:cNvSpPr>
          <p:nvPr>
            <p:ph type="subTitle" idx="8"/>
          </p:nvPr>
        </p:nvSpPr>
        <p:spPr>
          <a:xfrm>
            <a:off x="4698355" y="185226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2" name="Google Shape;132;p13"/>
          <p:cNvSpPr txBox="1">
            <a:spLocks noGrp="1"/>
          </p:cNvSpPr>
          <p:nvPr>
            <p:ph type="subTitle" idx="9"/>
          </p:nvPr>
        </p:nvSpPr>
        <p:spPr>
          <a:xfrm>
            <a:off x="720000"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3" name="Google Shape;133;p13"/>
          <p:cNvSpPr txBox="1">
            <a:spLocks noGrp="1"/>
          </p:cNvSpPr>
          <p:nvPr>
            <p:ph type="subTitle" idx="13"/>
          </p:nvPr>
        </p:nvSpPr>
        <p:spPr>
          <a:xfrm>
            <a:off x="2709178"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34" name="Google Shape;134;p13"/>
          <p:cNvSpPr txBox="1">
            <a:spLocks noGrp="1"/>
          </p:cNvSpPr>
          <p:nvPr>
            <p:ph type="subTitle" idx="14"/>
          </p:nvPr>
        </p:nvSpPr>
        <p:spPr>
          <a:xfrm>
            <a:off x="4698355" y="3514248"/>
            <a:ext cx="1593900" cy="73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2400" b="1">
                <a:latin typeface="Sora"/>
                <a:ea typeface="Sora"/>
                <a:cs typeface="Sora"/>
                <a:sym typeface="Sora"/>
              </a:defRPr>
            </a:lvl2pPr>
            <a:lvl3pPr lvl="2" rtl="0">
              <a:lnSpc>
                <a:spcPct val="100000"/>
              </a:lnSpc>
              <a:spcBef>
                <a:spcPts val="0"/>
              </a:spcBef>
              <a:spcAft>
                <a:spcPts val="0"/>
              </a:spcAft>
              <a:buSzPts val="2400"/>
              <a:buFont typeface="Sora"/>
              <a:buNone/>
              <a:defRPr sz="2400" b="1">
                <a:latin typeface="Sora"/>
                <a:ea typeface="Sora"/>
                <a:cs typeface="Sora"/>
                <a:sym typeface="Sora"/>
              </a:defRPr>
            </a:lvl3pPr>
            <a:lvl4pPr lvl="3" rtl="0">
              <a:lnSpc>
                <a:spcPct val="100000"/>
              </a:lnSpc>
              <a:spcBef>
                <a:spcPts val="0"/>
              </a:spcBef>
              <a:spcAft>
                <a:spcPts val="0"/>
              </a:spcAft>
              <a:buSzPts val="2400"/>
              <a:buFont typeface="Sora"/>
              <a:buNone/>
              <a:defRPr sz="2400" b="1">
                <a:latin typeface="Sora"/>
                <a:ea typeface="Sora"/>
                <a:cs typeface="Sora"/>
                <a:sym typeface="Sora"/>
              </a:defRPr>
            </a:lvl4pPr>
            <a:lvl5pPr lvl="4" rtl="0">
              <a:lnSpc>
                <a:spcPct val="100000"/>
              </a:lnSpc>
              <a:spcBef>
                <a:spcPts val="0"/>
              </a:spcBef>
              <a:spcAft>
                <a:spcPts val="0"/>
              </a:spcAft>
              <a:buSzPts val="2400"/>
              <a:buFont typeface="Sora"/>
              <a:buNone/>
              <a:defRPr sz="2400" b="1">
                <a:latin typeface="Sora"/>
                <a:ea typeface="Sora"/>
                <a:cs typeface="Sora"/>
                <a:sym typeface="Sora"/>
              </a:defRPr>
            </a:lvl5pPr>
            <a:lvl6pPr lvl="5" rtl="0">
              <a:lnSpc>
                <a:spcPct val="100000"/>
              </a:lnSpc>
              <a:spcBef>
                <a:spcPts val="0"/>
              </a:spcBef>
              <a:spcAft>
                <a:spcPts val="0"/>
              </a:spcAft>
              <a:buSzPts val="2400"/>
              <a:buFont typeface="Sora"/>
              <a:buNone/>
              <a:defRPr sz="2400" b="1">
                <a:latin typeface="Sora"/>
                <a:ea typeface="Sora"/>
                <a:cs typeface="Sora"/>
                <a:sym typeface="Sora"/>
              </a:defRPr>
            </a:lvl6pPr>
            <a:lvl7pPr lvl="6" rtl="0">
              <a:lnSpc>
                <a:spcPct val="100000"/>
              </a:lnSpc>
              <a:spcBef>
                <a:spcPts val="0"/>
              </a:spcBef>
              <a:spcAft>
                <a:spcPts val="0"/>
              </a:spcAft>
              <a:buSzPts val="2400"/>
              <a:buFont typeface="Sora"/>
              <a:buNone/>
              <a:defRPr sz="2400" b="1">
                <a:latin typeface="Sora"/>
                <a:ea typeface="Sora"/>
                <a:cs typeface="Sora"/>
                <a:sym typeface="Sora"/>
              </a:defRPr>
            </a:lvl7pPr>
            <a:lvl8pPr lvl="7" rtl="0">
              <a:lnSpc>
                <a:spcPct val="100000"/>
              </a:lnSpc>
              <a:spcBef>
                <a:spcPts val="0"/>
              </a:spcBef>
              <a:spcAft>
                <a:spcPts val="0"/>
              </a:spcAft>
              <a:buSzPts val="2400"/>
              <a:buFont typeface="Sora"/>
              <a:buNone/>
              <a:defRPr sz="2400" b="1">
                <a:latin typeface="Sora"/>
                <a:ea typeface="Sora"/>
                <a:cs typeface="Sora"/>
                <a:sym typeface="Sora"/>
              </a:defRPr>
            </a:lvl8pPr>
            <a:lvl9pPr lvl="8"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35" name="Google Shape;135;p13"/>
          <p:cNvGrpSpPr/>
          <p:nvPr/>
        </p:nvGrpSpPr>
        <p:grpSpPr>
          <a:xfrm>
            <a:off x="518850" y="392550"/>
            <a:ext cx="8106300" cy="43584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38" name="Google Shape;138;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9" name="Google Shape;139;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43" name="Google Shape;143;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44" name="Google Shape;144;p13"/>
          <p:cNvSpPr txBox="1">
            <a:spLocks noGrp="1"/>
          </p:cNvSpPr>
          <p:nvPr>
            <p:ph type="title" idx="15"/>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7"/>
        <p:cNvGrpSpPr/>
        <p:nvPr/>
      </p:nvGrpSpPr>
      <p:grpSpPr>
        <a:xfrm>
          <a:off x="0" y="0"/>
          <a:ext cx="0" cy="0"/>
          <a:chOff x="0" y="0"/>
          <a:chExt cx="0" cy="0"/>
        </a:xfrm>
      </p:grpSpPr>
      <p:sp>
        <p:nvSpPr>
          <p:cNvPr id="158" name="Google Shape;158;p15"/>
          <p:cNvSpPr txBox="1">
            <a:spLocks noGrp="1"/>
          </p:cNvSpPr>
          <p:nvPr>
            <p:ph type="subTitle" idx="1"/>
          </p:nvPr>
        </p:nvSpPr>
        <p:spPr>
          <a:xfrm>
            <a:off x="901850"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15"/>
          <p:cNvSpPr txBox="1">
            <a:spLocks noGrp="1"/>
          </p:cNvSpPr>
          <p:nvPr>
            <p:ph type="subTitle" idx="2"/>
          </p:nvPr>
        </p:nvSpPr>
        <p:spPr>
          <a:xfrm>
            <a:off x="3473632"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15"/>
          <p:cNvSpPr txBox="1">
            <a:spLocks noGrp="1"/>
          </p:cNvSpPr>
          <p:nvPr>
            <p:ph type="subTitle" idx="3"/>
          </p:nvPr>
        </p:nvSpPr>
        <p:spPr>
          <a:xfrm>
            <a:off x="6045421" y="2503625"/>
            <a:ext cx="2196600" cy="166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1" name="Google Shape;161;p15"/>
          <p:cNvSpPr txBox="1">
            <a:spLocks noGrp="1"/>
          </p:cNvSpPr>
          <p:nvPr>
            <p:ph type="subTitle" idx="4"/>
          </p:nvPr>
        </p:nvSpPr>
        <p:spPr>
          <a:xfrm>
            <a:off x="901850"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2" name="Google Shape;162;p15"/>
          <p:cNvSpPr txBox="1">
            <a:spLocks noGrp="1"/>
          </p:cNvSpPr>
          <p:nvPr>
            <p:ph type="subTitle" idx="5"/>
          </p:nvPr>
        </p:nvSpPr>
        <p:spPr>
          <a:xfrm>
            <a:off x="3473636"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63" name="Google Shape;163;p15"/>
          <p:cNvSpPr txBox="1">
            <a:spLocks noGrp="1"/>
          </p:cNvSpPr>
          <p:nvPr>
            <p:ph type="subTitle" idx="6"/>
          </p:nvPr>
        </p:nvSpPr>
        <p:spPr>
          <a:xfrm>
            <a:off x="6045421" y="1609225"/>
            <a:ext cx="2196600" cy="801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18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2400" b="1">
                <a:latin typeface="Sora"/>
                <a:ea typeface="Sora"/>
                <a:cs typeface="Sora"/>
                <a:sym typeface="Sora"/>
              </a:defRPr>
            </a:lvl2pPr>
            <a:lvl3pPr lvl="2" algn="ctr" rtl="0">
              <a:lnSpc>
                <a:spcPct val="100000"/>
              </a:lnSpc>
              <a:spcBef>
                <a:spcPts val="0"/>
              </a:spcBef>
              <a:spcAft>
                <a:spcPts val="0"/>
              </a:spcAft>
              <a:buSzPts val="2400"/>
              <a:buFont typeface="Sora"/>
              <a:buNone/>
              <a:defRPr sz="2400" b="1">
                <a:latin typeface="Sora"/>
                <a:ea typeface="Sora"/>
                <a:cs typeface="Sora"/>
                <a:sym typeface="Sora"/>
              </a:defRPr>
            </a:lvl3pPr>
            <a:lvl4pPr lvl="3" algn="ctr" rtl="0">
              <a:lnSpc>
                <a:spcPct val="100000"/>
              </a:lnSpc>
              <a:spcBef>
                <a:spcPts val="0"/>
              </a:spcBef>
              <a:spcAft>
                <a:spcPts val="0"/>
              </a:spcAft>
              <a:buSzPts val="2400"/>
              <a:buFont typeface="Sora"/>
              <a:buNone/>
              <a:defRPr sz="2400" b="1">
                <a:latin typeface="Sora"/>
                <a:ea typeface="Sora"/>
                <a:cs typeface="Sora"/>
                <a:sym typeface="Sora"/>
              </a:defRPr>
            </a:lvl4pPr>
            <a:lvl5pPr lvl="4" algn="ctr" rtl="0">
              <a:lnSpc>
                <a:spcPct val="100000"/>
              </a:lnSpc>
              <a:spcBef>
                <a:spcPts val="0"/>
              </a:spcBef>
              <a:spcAft>
                <a:spcPts val="0"/>
              </a:spcAft>
              <a:buSzPts val="2400"/>
              <a:buFont typeface="Sora"/>
              <a:buNone/>
              <a:defRPr sz="2400" b="1">
                <a:latin typeface="Sora"/>
                <a:ea typeface="Sora"/>
                <a:cs typeface="Sora"/>
                <a:sym typeface="Sora"/>
              </a:defRPr>
            </a:lvl5pPr>
            <a:lvl6pPr lvl="5" algn="ctr" rtl="0">
              <a:lnSpc>
                <a:spcPct val="100000"/>
              </a:lnSpc>
              <a:spcBef>
                <a:spcPts val="0"/>
              </a:spcBef>
              <a:spcAft>
                <a:spcPts val="0"/>
              </a:spcAft>
              <a:buSzPts val="2400"/>
              <a:buFont typeface="Sora"/>
              <a:buNone/>
              <a:defRPr sz="2400" b="1">
                <a:latin typeface="Sora"/>
                <a:ea typeface="Sora"/>
                <a:cs typeface="Sora"/>
                <a:sym typeface="Sora"/>
              </a:defRPr>
            </a:lvl6pPr>
            <a:lvl7pPr lvl="6" algn="ctr" rtl="0">
              <a:lnSpc>
                <a:spcPct val="100000"/>
              </a:lnSpc>
              <a:spcBef>
                <a:spcPts val="0"/>
              </a:spcBef>
              <a:spcAft>
                <a:spcPts val="0"/>
              </a:spcAft>
              <a:buSzPts val="2400"/>
              <a:buFont typeface="Sora"/>
              <a:buNone/>
              <a:defRPr sz="2400" b="1">
                <a:latin typeface="Sora"/>
                <a:ea typeface="Sora"/>
                <a:cs typeface="Sora"/>
                <a:sym typeface="Sora"/>
              </a:defRPr>
            </a:lvl7pPr>
            <a:lvl8pPr lvl="7" algn="ctr" rtl="0">
              <a:lnSpc>
                <a:spcPct val="100000"/>
              </a:lnSpc>
              <a:spcBef>
                <a:spcPts val="0"/>
              </a:spcBef>
              <a:spcAft>
                <a:spcPts val="0"/>
              </a:spcAft>
              <a:buSzPts val="2400"/>
              <a:buFont typeface="Sora"/>
              <a:buNone/>
              <a:defRPr sz="2400" b="1">
                <a:latin typeface="Sora"/>
                <a:ea typeface="Sora"/>
                <a:cs typeface="Sora"/>
                <a:sym typeface="Sora"/>
              </a:defRPr>
            </a:lvl8pPr>
            <a:lvl9pPr lvl="8" algn="ctr" rtl="0">
              <a:lnSpc>
                <a:spcPct val="100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16" name="Google Shape;516;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17" name="Google Shape;517;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20"/>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21" name="Google Shape;521;p20"/>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0"/>
            <p:cNvSpPr/>
            <p:nvPr/>
          </p:nvSpPr>
          <p:spPr>
            <a:xfrm>
              <a:off x="8233235" y="2755955"/>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0"/>
            <p:cNvSpPr/>
            <p:nvPr/>
          </p:nvSpPr>
          <p:spPr>
            <a:xfrm>
              <a:off x="5475412" y="3604065"/>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0"/>
            <p:cNvSpPr/>
            <p:nvPr/>
          </p:nvSpPr>
          <p:spPr>
            <a:xfrm>
              <a:off x="8311913" y="3834088"/>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0"/>
            <p:cNvSpPr/>
            <p:nvPr/>
          </p:nvSpPr>
          <p:spPr>
            <a:xfrm>
              <a:off x="8015063" y="1953753"/>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0"/>
            <p:cNvSpPr/>
            <p:nvPr/>
          </p:nvSpPr>
          <p:spPr>
            <a:xfrm>
              <a:off x="8015063" y="2047230"/>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0"/>
            <p:cNvSpPr/>
            <p:nvPr/>
          </p:nvSpPr>
          <p:spPr>
            <a:xfrm>
              <a:off x="8044097" y="2018709"/>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0"/>
            <p:cNvSpPr/>
            <p:nvPr/>
          </p:nvSpPr>
          <p:spPr>
            <a:xfrm>
              <a:off x="7950107" y="2018709"/>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0"/>
            <p:cNvSpPr/>
            <p:nvPr/>
          </p:nvSpPr>
          <p:spPr>
            <a:xfrm>
              <a:off x="7972309" y="2041936"/>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0"/>
            <p:cNvSpPr/>
            <p:nvPr/>
          </p:nvSpPr>
          <p:spPr>
            <a:xfrm>
              <a:off x="7969121" y="2039032"/>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0"/>
            <p:cNvSpPr/>
            <p:nvPr/>
          </p:nvSpPr>
          <p:spPr>
            <a:xfrm>
              <a:off x="8038859" y="1975898"/>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0"/>
            <p:cNvSpPr/>
            <p:nvPr/>
          </p:nvSpPr>
          <p:spPr>
            <a:xfrm>
              <a:off x="8035159" y="1972653"/>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0"/>
            <p:cNvSpPr/>
            <p:nvPr/>
          </p:nvSpPr>
          <p:spPr>
            <a:xfrm>
              <a:off x="7972309" y="1975898"/>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0"/>
            <p:cNvSpPr/>
            <p:nvPr/>
          </p:nvSpPr>
          <p:spPr>
            <a:xfrm>
              <a:off x="7969121" y="1972653"/>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0"/>
            <p:cNvSpPr/>
            <p:nvPr/>
          </p:nvSpPr>
          <p:spPr>
            <a:xfrm>
              <a:off x="8038859" y="2041936"/>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0"/>
            <p:cNvSpPr/>
            <p:nvPr/>
          </p:nvSpPr>
          <p:spPr>
            <a:xfrm>
              <a:off x="8035159" y="2039032"/>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0"/>
            <p:cNvSpPr/>
            <p:nvPr/>
          </p:nvSpPr>
          <p:spPr>
            <a:xfrm>
              <a:off x="8355158" y="2208282"/>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0"/>
            <p:cNvSpPr/>
            <p:nvPr/>
          </p:nvSpPr>
          <p:spPr>
            <a:xfrm>
              <a:off x="5739149" y="2773380"/>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0"/>
            <p:cNvSpPr/>
            <p:nvPr/>
          </p:nvSpPr>
          <p:spPr>
            <a:xfrm>
              <a:off x="6637773" y="1860275"/>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0"/>
            <p:cNvSpPr/>
            <p:nvPr/>
          </p:nvSpPr>
          <p:spPr>
            <a:xfrm>
              <a:off x="6622459" y="2287528"/>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0"/>
            <p:cNvSpPr/>
            <p:nvPr/>
          </p:nvSpPr>
          <p:spPr>
            <a:xfrm>
              <a:off x="6619783" y="2282746"/>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0"/>
            <p:cNvSpPr/>
            <p:nvPr/>
          </p:nvSpPr>
          <p:spPr>
            <a:xfrm>
              <a:off x="6175621" y="2313943"/>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0"/>
            <p:cNvSpPr/>
            <p:nvPr/>
          </p:nvSpPr>
          <p:spPr>
            <a:xfrm>
              <a:off x="6172490" y="2310755"/>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0"/>
            <p:cNvSpPr/>
            <p:nvPr/>
          </p:nvSpPr>
          <p:spPr>
            <a:xfrm>
              <a:off x="6359445" y="2342407"/>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0"/>
            <p:cNvSpPr/>
            <p:nvPr/>
          </p:nvSpPr>
          <p:spPr>
            <a:xfrm>
              <a:off x="6356257" y="2338764"/>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0"/>
            <p:cNvSpPr/>
            <p:nvPr/>
          </p:nvSpPr>
          <p:spPr>
            <a:xfrm>
              <a:off x="6631966" y="2285421"/>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p:nvPr/>
          </p:nvSpPr>
          <p:spPr>
            <a:xfrm>
              <a:off x="6629290" y="2280127"/>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0"/>
            <p:cNvSpPr/>
            <p:nvPr/>
          </p:nvSpPr>
          <p:spPr>
            <a:xfrm>
              <a:off x="7338003" y="2218302"/>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p:nvPr/>
          </p:nvSpPr>
          <p:spPr>
            <a:xfrm>
              <a:off x="7334359" y="2214658"/>
              <a:ext cx="88241"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0"/>
            <p:cNvSpPr/>
            <p:nvPr/>
          </p:nvSpPr>
          <p:spPr>
            <a:xfrm>
              <a:off x="7468997" y="2075239"/>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p:nvPr/>
          </p:nvSpPr>
          <p:spPr>
            <a:xfrm>
              <a:off x="7465297" y="2072051"/>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0"/>
            <p:cNvSpPr/>
            <p:nvPr/>
          </p:nvSpPr>
          <p:spPr>
            <a:xfrm>
              <a:off x="7587296" y="2272214"/>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p:nvPr/>
          </p:nvSpPr>
          <p:spPr>
            <a:xfrm>
              <a:off x="7583596" y="2269026"/>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0"/>
            <p:cNvSpPr/>
            <p:nvPr/>
          </p:nvSpPr>
          <p:spPr>
            <a:xfrm>
              <a:off x="6112258" y="2077573"/>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p:nvPr/>
          </p:nvSpPr>
          <p:spPr>
            <a:xfrm>
              <a:off x="6086412"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0"/>
            <p:cNvSpPr/>
            <p:nvPr/>
          </p:nvSpPr>
          <p:spPr>
            <a:xfrm>
              <a:off x="6083224" y="2047742"/>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p:nvPr/>
          </p:nvSpPr>
          <p:spPr>
            <a:xfrm>
              <a:off x="6314016" y="2051443"/>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0"/>
            <p:cNvSpPr/>
            <p:nvPr/>
          </p:nvSpPr>
          <p:spPr>
            <a:xfrm>
              <a:off x="6310315" y="2047742"/>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p:nvPr/>
          </p:nvSpPr>
          <p:spPr>
            <a:xfrm>
              <a:off x="6194635" y="2159722"/>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0"/>
            <p:cNvSpPr/>
            <p:nvPr/>
          </p:nvSpPr>
          <p:spPr>
            <a:xfrm>
              <a:off x="6191504" y="2156022"/>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p:nvPr/>
          </p:nvSpPr>
          <p:spPr>
            <a:xfrm>
              <a:off x="6449223" y="2065163"/>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6446035" y="2062032"/>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6930332" y="1988081"/>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a:off x="6927144" y="1984893"/>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6987888" y="2066757"/>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0"/>
            <p:cNvSpPr/>
            <p:nvPr/>
          </p:nvSpPr>
          <p:spPr>
            <a:xfrm>
              <a:off x="7051250" y="2066757"/>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0"/>
            <p:cNvSpPr/>
            <p:nvPr/>
          </p:nvSpPr>
          <p:spPr>
            <a:xfrm>
              <a:off x="7114100" y="2066757"/>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0"/>
            <p:cNvSpPr/>
            <p:nvPr/>
          </p:nvSpPr>
          <p:spPr>
            <a:xfrm>
              <a:off x="5743641" y="2204582"/>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0"/>
            <p:cNvSpPr/>
            <p:nvPr/>
          </p:nvSpPr>
          <p:spPr>
            <a:xfrm>
              <a:off x="5740453" y="2201451"/>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0"/>
            <p:cNvSpPr/>
            <p:nvPr/>
          </p:nvSpPr>
          <p:spPr>
            <a:xfrm>
              <a:off x="5914201" y="2279045"/>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0"/>
            <p:cNvSpPr/>
            <p:nvPr/>
          </p:nvSpPr>
          <p:spPr>
            <a:xfrm>
              <a:off x="5854027" y="2279045"/>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0"/>
            <p:cNvSpPr/>
            <p:nvPr/>
          </p:nvSpPr>
          <p:spPr>
            <a:xfrm>
              <a:off x="5794878" y="2279045"/>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0"/>
            <p:cNvSpPr/>
            <p:nvPr/>
          </p:nvSpPr>
          <p:spPr>
            <a:xfrm>
              <a:off x="7974415" y="2277337"/>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0"/>
            <p:cNvSpPr/>
            <p:nvPr/>
          </p:nvSpPr>
          <p:spPr>
            <a:xfrm>
              <a:off x="7970715" y="2274035"/>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0"/>
            <p:cNvSpPr/>
            <p:nvPr/>
          </p:nvSpPr>
          <p:spPr>
            <a:xfrm>
              <a:off x="7946406" y="2402126"/>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0"/>
            <p:cNvSpPr/>
            <p:nvPr/>
          </p:nvSpPr>
          <p:spPr>
            <a:xfrm>
              <a:off x="7942706" y="2398938"/>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0"/>
            <p:cNvSpPr/>
            <p:nvPr/>
          </p:nvSpPr>
          <p:spPr>
            <a:xfrm>
              <a:off x="7741005" y="2150215"/>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0"/>
            <p:cNvSpPr/>
            <p:nvPr/>
          </p:nvSpPr>
          <p:spPr>
            <a:xfrm>
              <a:off x="7737817" y="2147027"/>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0"/>
            <p:cNvSpPr/>
            <p:nvPr/>
          </p:nvSpPr>
          <p:spPr>
            <a:xfrm>
              <a:off x="7784272" y="2170538"/>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0"/>
            <p:cNvSpPr/>
            <p:nvPr/>
          </p:nvSpPr>
          <p:spPr>
            <a:xfrm>
              <a:off x="6902835" y="3774116"/>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0"/>
            <p:cNvSpPr/>
            <p:nvPr/>
          </p:nvSpPr>
          <p:spPr>
            <a:xfrm>
              <a:off x="5894162" y="2528850"/>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0"/>
            <p:cNvSpPr/>
            <p:nvPr/>
          </p:nvSpPr>
          <p:spPr>
            <a:xfrm>
              <a:off x="5890974" y="2525662"/>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0"/>
            <p:cNvSpPr/>
            <p:nvPr/>
          </p:nvSpPr>
          <p:spPr>
            <a:xfrm>
              <a:off x="5995041" y="2636047"/>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0"/>
            <p:cNvSpPr/>
            <p:nvPr/>
          </p:nvSpPr>
          <p:spPr>
            <a:xfrm>
              <a:off x="5991341" y="2632916"/>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0"/>
            <p:cNvSpPr/>
            <p:nvPr/>
          </p:nvSpPr>
          <p:spPr>
            <a:xfrm>
              <a:off x="6933520" y="2560559"/>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0"/>
            <p:cNvSpPr/>
            <p:nvPr/>
          </p:nvSpPr>
          <p:spPr>
            <a:xfrm>
              <a:off x="6930332" y="2556859"/>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0"/>
            <p:cNvSpPr/>
            <p:nvPr/>
          </p:nvSpPr>
          <p:spPr>
            <a:xfrm>
              <a:off x="6645116" y="3892415"/>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0"/>
            <p:cNvSpPr/>
            <p:nvPr/>
          </p:nvSpPr>
          <p:spPr>
            <a:xfrm>
              <a:off x="6641416" y="3889284"/>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0"/>
            <p:cNvSpPr/>
            <p:nvPr/>
          </p:nvSpPr>
          <p:spPr>
            <a:xfrm>
              <a:off x="5893081" y="3731363"/>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0"/>
            <p:cNvSpPr/>
            <p:nvPr/>
          </p:nvSpPr>
          <p:spPr>
            <a:xfrm>
              <a:off x="5889950" y="3727662"/>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0"/>
            <p:cNvSpPr/>
            <p:nvPr/>
          </p:nvSpPr>
          <p:spPr>
            <a:xfrm>
              <a:off x="6906023" y="3777817"/>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0"/>
            <p:cNvSpPr/>
            <p:nvPr/>
          </p:nvSpPr>
          <p:spPr>
            <a:xfrm>
              <a:off x="6431802" y="4215089"/>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0"/>
            <p:cNvSpPr/>
            <p:nvPr/>
          </p:nvSpPr>
          <p:spPr>
            <a:xfrm>
              <a:off x="6428614" y="4211958"/>
              <a:ext cx="1044666"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0"/>
            <p:cNvSpPr/>
            <p:nvPr/>
          </p:nvSpPr>
          <p:spPr>
            <a:xfrm>
              <a:off x="6691628" y="4215089"/>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0"/>
            <p:cNvSpPr/>
            <p:nvPr/>
          </p:nvSpPr>
          <p:spPr>
            <a:xfrm>
              <a:off x="6687927" y="4211958"/>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0"/>
            <p:cNvSpPr/>
            <p:nvPr/>
          </p:nvSpPr>
          <p:spPr>
            <a:xfrm>
              <a:off x="7160554" y="2782355"/>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0"/>
            <p:cNvSpPr/>
            <p:nvPr/>
          </p:nvSpPr>
          <p:spPr>
            <a:xfrm>
              <a:off x="7157423" y="2779167"/>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0"/>
            <p:cNvSpPr/>
            <p:nvPr/>
          </p:nvSpPr>
          <p:spPr>
            <a:xfrm>
              <a:off x="7228186" y="2854200"/>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20"/>
            <p:cNvSpPr/>
            <p:nvPr/>
          </p:nvSpPr>
          <p:spPr>
            <a:xfrm>
              <a:off x="7592078"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0"/>
            <p:cNvSpPr/>
            <p:nvPr/>
          </p:nvSpPr>
          <p:spPr>
            <a:xfrm>
              <a:off x="7624243" y="2824084"/>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0"/>
            <p:cNvSpPr/>
            <p:nvPr/>
          </p:nvSpPr>
          <p:spPr>
            <a:xfrm>
              <a:off x="7653334" y="2824084"/>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0"/>
            <p:cNvSpPr/>
            <p:nvPr/>
          </p:nvSpPr>
          <p:spPr>
            <a:xfrm>
              <a:off x="7471104" y="2903842"/>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0"/>
            <p:cNvSpPr/>
            <p:nvPr/>
          </p:nvSpPr>
          <p:spPr>
            <a:xfrm>
              <a:off x="7471104" y="2947677"/>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0"/>
            <p:cNvSpPr/>
            <p:nvPr/>
          </p:nvSpPr>
          <p:spPr>
            <a:xfrm>
              <a:off x="7471104" y="2991456"/>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0"/>
            <p:cNvSpPr/>
            <p:nvPr/>
          </p:nvSpPr>
          <p:spPr>
            <a:xfrm>
              <a:off x="7453171" y="3091309"/>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0"/>
            <p:cNvSpPr/>
            <p:nvPr/>
          </p:nvSpPr>
          <p:spPr>
            <a:xfrm>
              <a:off x="7231374" y="3221734"/>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0"/>
            <p:cNvSpPr/>
            <p:nvPr/>
          </p:nvSpPr>
          <p:spPr>
            <a:xfrm>
              <a:off x="7231374" y="3178411"/>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0"/>
            <p:cNvSpPr/>
            <p:nvPr/>
          </p:nvSpPr>
          <p:spPr>
            <a:xfrm>
              <a:off x="7231374" y="3134575"/>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0"/>
            <p:cNvSpPr/>
            <p:nvPr/>
          </p:nvSpPr>
          <p:spPr>
            <a:xfrm>
              <a:off x="7417761" y="3341114"/>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0"/>
            <p:cNvSpPr/>
            <p:nvPr/>
          </p:nvSpPr>
          <p:spPr>
            <a:xfrm>
              <a:off x="7245607" y="3341114"/>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0"/>
            <p:cNvSpPr/>
            <p:nvPr/>
          </p:nvSpPr>
          <p:spPr>
            <a:xfrm>
              <a:off x="7245607" y="3390756"/>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0"/>
            <p:cNvSpPr/>
            <p:nvPr/>
          </p:nvSpPr>
          <p:spPr>
            <a:xfrm>
              <a:off x="7337490" y="2894335"/>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0"/>
            <p:cNvSpPr/>
            <p:nvPr/>
          </p:nvSpPr>
          <p:spPr>
            <a:xfrm>
              <a:off x="7333790" y="2890065"/>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0"/>
            <p:cNvSpPr/>
            <p:nvPr/>
          </p:nvSpPr>
          <p:spPr>
            <a:xfrm>
              <a:off x="7250389" y="2883404"/>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0"/>
            <p:cNvSpPr/>
            <p:nvPr/>
          </p:nvSpPr>
          <p:spPr>
            <a:xfrm>
              <a:off x="7249819" y="2879875"/>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0"/>
            <p:cNvSpPr/>
            <p:nvPr/>
          </p:nvSpPr>
          <p:spPr>
            <a:xfrm>
              <a:off x="7464272" y="3113853"/>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0"/>
            <p:cNvSpPr/>
            <p:nvPr/>
          </p:nvSpPr>
          <p:spPr>
            <a:xfrm>
              <a:off x="7461084" y="3111177"/>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0"/>
            <p:cNvSpPr/>
            <p:nvPr/>
          </p:nvSpPr>
          <p:spPr>
            <a:xfrm>
              <a:off x="7495925" y="3135657"/>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0"/>
            <p:cNvSpPr/>
            <p:nvPr/>
          </p:nvSpPr>
          <p:spPr>
            <a:xfrm>
              <a:off x="7492224" y="3132469"/>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0"/>
            <p:cNvSpPr/>
            <p:nvPr/>
          </p:nvSpPr>
          <p:spPr>
            <a:xfrm>
              <a:off x="7504920" y="3149434"/>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0"/>
            <p:cNvSpPr/>
            <p:nvPr/>
          </p:nvSpPr>
          <p:spPr>
            <a:xfrm>
              <a:off x="7501219" y="3146246"/>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0"/>
            <p:cNvSpPr/>
            <p:nvPr/>
          </p:nvSpPr>
          <p:spPr>
            <a:xfrm>
              <a:off x="7526553" y="3166797"/>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0"/>
            <p:cNvSpPr/>
            <p:nvPr/>
          </p:nvSpPr>
          <p:spPr>
            <a:xfrm>
              <a:off x="7523422" y="3163097"/>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0"/>
            <p:cNvSpPr/>
            <p:nvPr/>
          </p:nvSpPr>
          <p:spPr>
            <a:xfrm>
              <a:off x="7495412" y="3128939"/>
              <a:ext cx="49188" cy="55905"/>
            </a:xfrm>
            <a:custGeom>
              <a:avLst/>
              <a:gdLst/>
              <a:ahLst/>
              <a:cxnLst/>
              <a:rect l="l" t="t" r="r" b="b"/>
              <a:pathLst>
                <a:path w="864" h="982" extrusionOk="0">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0"/>
            <p:cNvSpPr/>
            <p:nvPr/>
          </p:nvSpPr>
          <p:spPr>
            <a:xfrm>
              <a:off x="7493818" y="3127231"/>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0"/>
            <p:cNvSpPr/>
            <p:nvPr/>
          </p:nvSpPr>
          <p:spPr>
            <a:xfrm>
              <a:off x="7482205" y="3116130"/>
              <a:ext cx="19072" cy="18502"/>
            </a:xfrm>
            <a:custGeom>
              <a:avLst/>
              <a:gdLst/>
              <a:ahLst/>
              <a:cxnLst/>
              <a:rect l="l" t="t" r="r" b="b"/>
              <a:pathLst>
                <a:path w="335" h="325" extrusionOk="0">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0"/>
            <p:cNvSpPr/>
            <p:nvPr/>
          </p:nvSpPr>
          <p:spPr>
            <a:xfrm>
              <a:off x="7481123" y="3114536"/>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0"/>
            <p:cNvSpPr/>
            <p:nvPr/>
          </p:nvSpPr>
          <p:spPr>
            <a:xfrm>
              <a:off x="7487499" y="3121937"/>
              <a:ext cx="18502" cy="18218"/>
            </a:xfrm>
            <a:custGeom>
              <a:avLst/>
              <a:gdLst/>
              <a:ahLst/>
              <a:cxnLst/>
              <a:rect l="l" t="t" r="r" b="b"/>
              <a:pathLst>
                <a:path w="325" h="320" extrusionOk="0">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0"/>
            <p:cNvSpPr/>
            <p:nvPr/>
          </p:nvSpPr>
          <p:spPr>
            <a:xfrm>
              <a:off x="7485905" y="3120115"/>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0"/>
            <p:cNvSpPr/>
            <p:nvPr/>
          </p:nvSpPr>
          <p:spPr>
            <a:xfrm>
              <a:off x="6932439" y="3332119"/>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0"/>
            <p:cNvSpPr/>
            <p:nvPr/>
          </p:nvSpPr>
          <p:spPr>
            <a:xfrm>
              <a:off x="6929251" y="3328419"/>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0"/>
            <p:cNvSpPr/>
            <p:nvPr/>
          </p:nvSpPr>
          <p:spPr>
            <a:xfrm>
              <a:off x="6626671" y="3327906"/>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0"/>
            <p:cNvSpPr/>
            <p:nvPr/>
          </p:nvSpPr>
          <p:spPr>
            <a:xfrm>
              <a:off x="6623483" y="3324718"/>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0"/>
            <p:cNvSpPr/>
            <p:nvPr/>
          </p:nvSpPr>
          <p:spPr>
            <a:xfrm>
              <a:off x="6695328" y="3411877"/>
              <a:ext cx="136290" cy="100937"/>
            </a:xfrm>
            <a:custGeom>
              <a:avLst/>
              <a:gdLst/>
              <a:ahLst/>
              <a:cxnLst/>
              <a:rect l="l" t="t" r="r" b="b"/>
              <a:pathLst>
                <a:path w="2394" h="1773" extrusionOk="0">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20"/>
            <p:cNvSpPr/>
            <p:nvPr/>
          </p:nvSpPr>
          <p:spPr>
            <a:xfrm>
              <a:off x="6692140" y="3408689"/>
              <a:ext cx="142667" cy="107768"/>
            </a:xfrm>
            <a:custGeom>
              <a:avLst/>
              <a:gdLst/>
              <a:ahLst/>
              <a:cxnLst/>
              <a:rect l="l" t="t" r="r" b="b"/>
              <a:pathLst>
                <a:path w="2506" h="1893" extrusionOk="0">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0"/>
            <p:cNvSpPr/>
            <p:nvPr/>
          </p:nvSpPr>
          <p:spPr>
            <a:xfrm>
              <a:off x="6695328" y="3425597"/>
              <a:ext cx="136290" cy="37232"/>
            </a:xfrm>
            <a:custGeom>
              <a:avLst/>
              <a:gdLst/>
              <a:ahLst/>
              <a:cxnLst/>
              <a:rect l="l" t="t" r="r" b="b"/>
              <a:pathLst>
                <a:path w="2394" h="654" extrusionOk="0">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0"/>
            <p:cNvSpPr/>
            <p:nvPr/>
          </p:nvSpPr>
          <p:spPr>
            <a:xfrm>
              <a:off x="6693734" y="3422409"/>
              <a:ext cx="139479" cy="43381"/>
            </a:xfrm>
            <a:custGeom>
              <a:avLst/>
              <a:gdLst/>
              <a:ahLst/>
              <a:cxnLst/>
              <a:rect l="l" t="t" r="r" b="b"/>
              <a:pathLst>
                <a:path w="2450" h="762" extrusionOk="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0"/>
            <p:cNvSpPr/>
            <p:nvPr/>
          </p:nvSpPr>
          <p:spPr>
            <a:xfrm>
              <a:off x="6732275" y="3079126"/>
              <a:ext cx="373973" cy="201817"/>
            </a:xfrm>
            <a:custGeom>
              <a:avLst/>
              <a:gdLst/>
              <a:ahLst/>
              <a:cxnLst/>
              <a:rect l="l" t="t" r="r" b="b"/>
              <a:pathLst>
                <a:path w="6569" h="3545" extrusionOk="0">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0"/>
            <p:cNvSpPr/>
            <p:nvPr/>
          </p:nvSpPr>
          <p:spPr>
            <a:xfrm>
              <a:off x="6732275" y="3083908"/>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0"/>
            <p:cNvSpPr/>
            <p:nvPr/>
          </p:nvSpPr>
          <p:spPr>
            <a:xfrm>
              <a:off x="6728575" y="3080720"/>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0"/>
            <p:cNvSpPr/>
            <p:nvPr/>
          </p:nvSpPr>
          <p:spPr>
            <a:xfrm>
              <a:off x="6793531" y="3145164"/>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0"/>
            <p:cNvSpPr/>
            <p:nvPr/>
          </p:nvSpPr>
          <p:spPr>
            <a:xfrm>
              <a:off x="6942971" y="3145164"/>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0"/>
            <p:cNvSpPr/>
            <p:nvPr/>
          </p:nvSpPr>
          <p:spPr>
            <a:xfrm>
              <a:off x="6793531" y="3208526"/>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0"/>
            <p:cNvSpPr/>
            <p:nvPr/>
          </p:nvSpPr>
          <p:spPr>
            <a:xfrm>
              <a:off x="6893328" y="3175280"/>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0"/>
            <p:cNvSpPr/>
            <p:nvPr/>
          </p:nvSpPr>
          <p:spPr>
            <a:xfrm>
              <a:off x="6793531" y="3175280"/>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20"/>
            <p:cNvSpPr/>
            <p:nvPr/>
          </p:nvSpPr>
          <p:spPr>
            <a:xfrm>
              <a:off x="6931926" y="3208526"/>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20"/>
            <p:cNvSpPr/>
            <p:nvPr/>
          </p:nvSpPr>
          <p:spPr>
            <a:xfrm>
              <a:off x="6732275" y="2787650"/>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0"/>
            <p:cNvSpPr/>
            <p:nvPr/>
          </p:nvSpPr>
          <p:spPr>
            <a:xfrm>
              <a:off x="6728575" y="2783949"/>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p:nvPr/>
          </p:nvSpPr>
          <p:spPr>
            <a:xfrm>
              <a:off x="6997395"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0"/>
            <p:cNvSpPr/>
            <p:nvPr/>
          </p:nvSpPr>
          <p:spPr>
            <a:xfrm>
              <a:off x="7035424" y="2799263"/>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0"/>
            <p:cNvSpPr/>
            <p:nvPr/>
          </p:nvSpPr>
          <p:spPr>
            <a:xfrm>
              <a:off x="7073452" y="2799263"/>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0"/>
            <p:cNvSpPr/>
            <p:nvPr/>
          </p:nvSpPr>
          <p:spPr>
            <a:xfrm>
              <a:off x="6833154" y="2829891"/>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p:nvPr/>
          </p:nvSpPr>
          <p:spPr>
            <a:xfrm>
              <a:off x="6829966" y="2826703"/>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0"/>
            <p:cNvSpPr/>
            <p:nvPr/>
          </p:nvSpPr>
          <p:spPr>
            <a:xfrm>
              <a:off x="6851656" y="2848393"/>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20"/>
            <p:cNvSpPr/>
            <p:nvPr/>
          </p:nvSpPr>
          <p:spPr>
            <a:xfrm>
              <a:off x="6848468" y="2845205"/>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0"/>
            <p:cNvSpPr/>
            <p:nvPr/>
          </p:nvSpPr>
          <p:spPr>
            <a:xfrm>
              <a:off x="6915018" y="2877939"/>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20"/>
            <p:cNvSpPr/>
            <p:nvPr/>
          </p:nvSpPr>
          <p:spPr>
            <a:xfrm>
              <a:off x="6909724" y="2906973"/>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0"/>
            <p:cNvSpPr/>
            <p:nvPr/>
          </p:nvSpPr>
          <p:spPr>
            <a:xfrm>
              <a:off x="6906536" y="2903842"/>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0"/>
            <p:cNvSpPr/>
            <p:nvPr/>
          </p:nvSpPr>
          <p:spPr>
            <a:xfrm>
              <a:off x="6131273" y="2776548"/>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0"/>
            <p:cNvSpPr/>
            <p:nvPr/>
          </p:nvSpPr>
          <p:spPr>
            <a:xfrm>
              <a:off x="6127572" y="2773360"/>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0"/>
            <p:cNvSpPr/>
            <p:nvPr/>
          </p:nvSpPr>
          <p:spPr>
            <a:xfrm>
              <a:off x="6317204" y="2829094"/>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6322441" y="2825678"/>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0"/>
            <p:cNvSpPr/>
            <p:nvPr/>
          </p:nvSpPr>
          <p:spPr>
            <a:xfrm>
              <a:off x="6370547" y="2912780"/>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0"/>
            <p:cNvSpPr/>
            <p:nvPr/>
          </p:nvSpPr>
          <p:spPr>
            <a:xfrm>
              <a:off x="6366846" y="2909649"/>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20"/>
            <p:cNvSpPr/>
            <p:nvPr/>
          </p:nvSpPr>
          <p:spPr>
            <a:xfrm>
              <a:off x="6386885" y="2864731"/>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0"/>
            <p:cNvSpPr/>
            <p:nvPr/>
          </p:nvSpPr>
          <p:spPr>
            <a:xfrm>
              <a:off x="6383697" y="2861031"/>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0"/>
            <p:cNvSpPr/>
            <p:nvPr/>
          </p:nvSpPr>
          <p:spPr>
            <a:xfrm>
              <a:off x="6246953" y="3037967"/>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0"/>
            <p:cNvSpPr/>
            <p:nvPr/>
          </p:nvSpPr>
          <p:spPr>
            <a:xfrm>
              <a:off x="6243765" y="3034779"/>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20"/>
            <p:cNvSpPr/>
            <p:nvPr/>
          </p:nvSpPr>
          <p:spPr>
            <a:xfrm>
              <a:off x="6246953" y="3133038"/>
              <a:ext cx="324843" cy="58638"/>
            </a:xfrm>
            <a:custGeom>
              <a:avLst/>
              <a:gdLst/>
              <a:ahLst/>
              <a:cxnLst/>
              <a:rect l="l" t="t" r="r" b="b"/>
              <a:pathLst>
                <a:path w="5706" h="1030" extrusionOk="0">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0"/>
            <p:cNvSpPr/>
            <p:nvPr/>
          </p:nvSpPr>
          <p:spPr>
            <a:xfrm>
              <a:off x="6243765" y="3129850"/>
              <a:ext cx="331731" cy="65526"/>
            </a:xfrm>
            <a:custGeom>
              <a:avLst/>
              <a:gdLst/>
              <a:ahLst/>
              <a:cxnLst/>
              <a:rect l="l" t="t" r="r" b="b"/>
              <a:pathLst>
                <a:path w="5827" h="1151" extrusionOk="0">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20"/>
            <p:cNvSpPr/>
            <p:nvPr/>
          </p:nvSpPr>
          <p:spPr>
            <a:xfrm>
              <a:off x="6362576" y="3211714"/>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20"/>
            <p:cNvSpPr/>
            <p:nvPr/>
          </p:nvSpPr>
          <p:spPr>
            <a:xfrm>
              <a:off x="6608682" y="2809681"/>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20"/>
            <p:cNvSpPr/>
            <p:nvPr/>
          </p:nvSpPr>
          <p:spPr>
            <a:xfrm>
              <a:off x="6608682" y="2809681"/>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20"/>
            <p:cNvSpPr/>
            <p:nvPr/>
          </p:nvSpPr>
          <p:spPr>
            <a:xfrm>
              <a:off x="6131273" y="3328419"/>
              <a:ext cx="460564" cy="268880"/>
            </a:xfrm>
            <a:custGeom>
              <a:avLst/>
              <a:gdLst/>
              <a:ahLst/>
              <a:cxnLst/>
              <a:rect l="l" t="t" r="r" b="b"/>
              <a:pathLst>
                <a:path w="8090" h="4723" extrusionOk="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20"/>
            <p:cNvSpPr/>
            <p:nvPr/>
          </p:nvSpPr>
          <p:spPr>
            <a:xfrm>
              <a:off x="6466643" y="3355346"/>
              <a:ext cx="71903" cy="201248"/>
            </a:xfrm>
            <a:custGeom>
              <a:avLst/>
              <a:gdLst/>
              <a:ahLst/>
              <a:cxnLst/>
              <a:rect l="l" t="t" r="r" b="b"/>
              <a:pathLst>
                <a:path w="1263" h="3535" extrusionOk="0">
                  <a:moveTo>
                    <a:pt x="0" y="1"/>
                  </a:moveTo>
                  <a:lnTo>
                    <a:pt x="0" y="3535"/>
                  </a:lnTo>
                  <a:lnTo>
                    <a:pt x="1262" y="353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20"/>
            <p:cNvSpPr/>
            <p:nvPr/>
          </p:nvSpPr>
          <p:spPr>
            <a:xfrm>
              <a:off x="6463455" y="3352158"/>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0"/>
            <p:cNvSpPr/>
            <p:nvPr/>
          </p:nvSpPr>
          <p:spPr>
            <a:xfrm>
              <a:off x="6365252" y="3443017"/>
              <a:ext cx="71846" cy="113575"/>
            </a:xfrm>
            <a:custGeom>
              <a:avLst/>
              <a:gdLst/>
              <a:ahLst/>
              <a:cxnLst/>
              <a:rect l="l" t="t" r="r" b="b"/>
              <a:pathLst>
                <a:path w="1262" h="1995" extrusionOk="0">
                  <a:moveTo>
                    <a:pt x="0" y="1"/>
                  </a:moveTo>
                  <a:lnTo>
                    <a:pt x="0" y="1995"/>
                  </a:lnTo>
                  <a:lnTo>
                    <a:pt x="1262" y="1995"/>
                  </a:lnTo>
                  <a:lnTo>
                    <a:pt x="12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0"/>
            <p:cNvSpPr/>
            <p:nvPr/>
          </p:nvSpPr>
          <p:spPr>
            <a:xfrm>
              <a:off x="6362064" y="3439829"/>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20"/>
            <p:cNvSpPr/>
            <p:nvPr/>
          </p:nvSpPr>
          <p:spPr>
            <a:xfrm>
              <a:off x="6461861" y="3355346"/>
              <a:ext cx="71390" cy="194416"/>
            </a:xfrm>
            <a:custGeom>
              <a:avLst/>
              <a:gdLst/>
              <a:ahLst/>
              <a:cxnLst/>
              <a:rect l="l" t="t" r="r" b="b"/>
              <a:pathLst>
                <a:path w="1254" h="3415" extrusionOk="0">
                  <a:moveTo>
                    <a:pt x="1" y="1"/>
                  </a:moveTo>
                  <a:lnTo>
                    <a:pt x="1" y="3414"/>
                  </a:lnTo>
                  <a:lnTo>
                    <a:pt x="1253" y="3414"/>
                  </a:lnTo>
                  <a:lnTo>
                    <a:pt x="1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20"/>
            <p:cNvSpPr/>
            <p:nvPr/>
          </p:nvSpPr>
          <p:spPr>
            <a:xfrm>
              <a:off x="6458161" y="3352158"/>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0"/>
            <p:cNvSpPr/>
            <p:nvPr/>
          </p:nvSpPr>
          <p:spPr>
            <a:xfrm>
              <a:off x="6359958" y="3443017"/>
              <a:ext cx="71903" cy="106744"/>
            </a:xfrm>
            <a:custGeom>
              <a:avLst/>
              <a:gdLst/>
              <a:ahLst/>
              <a:cxnLst/>
              <a:rect l="l" t="t" r="r" b="b"/>
              <a:pathLst>
                <a:path w="1263" h="1875" extrusionOk="0">
                  <a:moveTo>
                    <a:pt x="1" y="1"/>
                  </a:moveTo>
                  <a:lnTo>
                    <a:pt x="1" y="1874"/>
                  </a:lnTo>
                  <a:lnTo>
                    <a:pt x="1262" y="1874"/>
                  </a:lnTo>
                  <a:lnTo>
                    <a:pt x="126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0"/>
            <p:cNvSpPr/>
            <p:nvPr/>
          </p:nvSpPr>
          <p:spPr>
            <a:xfrm>
              <a:off x="6356770" y="3439829"/>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20"/>
            <p:cNvSpPr/>
            <p:nvPr/>
          </p:nvSpPr>
          <p:spPr>
            <a:xfrm>
              <a:off x="6263292" y="3494765"/>
              <a:ext cx="71903" cy="62395"/>
            </a:xfrm>
            <a:custGeom>
              <a:avLst/>
              <a:gdLst/>
              <a:ahLst/>
              <a:cxnLst/>
              <a:rect l="l" t="t" r="r" b="b"/>
              <a:pathLst>
                <a:path w="1263" h="1096" extrusionOk="0">
                  <a:moveTo>
                    <a:pt x="1" y="1"/>
                  </a:moveTo>
                  <a:lnTo>
                    <a:pt x="1" y="1095"/>
                  </a:lnTo>
                  <a:lnTo>
                    <a:pt x="1263" y="1095"/>
                  </a:lnTo>
                  <a:lnTo>
                    <a:pt x="12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20"/>
            <p:cNvSpPr/>
            <p:nvPr/>
          </p:nvSpPr>
          <p:spPr>
            <a:xfrm>
              <a:off x="6260161" y="3491577"/>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0"/>
            <p:cNvSpPr/>
            <p:nvPr/>
          </p:nvSpPr>
          <p:spPr>
            <a:xfrm>
              <a:off x="6258054" y="3494765"/>
              <a:ext cx="71846" cy="58182"/>
            </a:xfrm>
            <a:custGeom>
              <a:avLst/>
              <a:gdLst/>
              <a:ahLst/>
              <a:cxnLst/>
              <a:rect l="l" t="t" r="r" b="b"/>
              <a:pathLst>
                <a:path w="1262" h="1022" extrusionOk="0">
                  <a:moveTo>
                    <a:pt x="0" y="1"/>
                  </a:moveTo>
                  <a:lnTo>
                    <a:pt x="0" y="1021"/>
                  </a:lnTo>
                  <a:lnTo>
                    <a:pt x="1262" y="1021"/>
                  </a:lnTo>
                  <a:lnTo>
                    <a:pt x="1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0"/>
            <p:cNvSpPr/>
            <p:nvPr/>
          </p:nvSpPr>
          <p:spPr>
            <a:xfrm>
              <a:off x="6254866" y="3491577"/>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20"/>
            <p:cNvSpPr/>
            <p:nvPr/>
          </p:nvSpPr>
          <p:spPr>
            <a:xfrm>
              <a:off x="6166113" y="3528069"/>
              <a:ext cx="71903" cy="29091"/>
            </a:xfrm>
            <a:custGeom>
              <a:avLst/>
              <a:gdLst/>
              <a:ahLst/>
              <a:cxnLst/>
              <a:rect l="l" t="t" r="r" b="b"/>
              <a:pathLst>
                <a:path w="1263" h="511" extrusionOk="0">
                  <a:moveTo>
                    <a:pt x="1" y="0"/>
                  </a:moveTo>
                  <a:lnTo>
                    <a:pt x="1" y="510"/>
                  </a:lnTo>
                  <a:lnTo>
                    <a:pt x="1263" y="510"/>
                  </a:lnTo>
                  <a:lnTo>
                    <a:pt x="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20"/>
            <p:cNvSpPr/>
            <p:nvPr/>
          </p:nvSpPr>
          <p:spPr>
            <a:xfrm>
              <a:off x="6162470" y="3524369"/>
              <a:ext cx="78734" cy="35923"/>
            </a:xfrm>
            <a:custGeom>
              <a:avLst/>
              <a:gdLst/>
              <a:ahLst/>
              <a:cxnLst/>
              <a:rect l="l" t="t" r="r" b="b"/>
              <a:pathLst>
                <a:path w="1383" h="631" extrusionOk="0">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0"/>
            <p:cNvSpPr/>
            <p:nvPr/>
          </p:nvSpPr>
          <p:spPr>
            <a:xfrm>
              <a:off x="6160876" y="3528069"/>
              <a:ext cx="71846" cy="26985"/>
            </a:xfrm>
            <a:custGeom>
              <a:avLst/>
              <a:gdLst/>
              <a:ahLst/>
              <a:cxnLst/>
              <a:rect l="l" t="t" r="r" b="b"/>
              <a:pathLst>
                <a:path w="1262" h="474" extrusionOk="0">
                  <a:moveTo>
                    <a:pt x="0" y="0"/>
                  </a:moveTo>
                  <a:lnTo>
                    <a:pt x="0" y="473"/>
                  </a:lnTo>
                  <a:lnTo>
                    <a:pt x="1262" y="473"/>
                  </a:lnTo>
                  <a:lnTo>
                    <a:pt x="12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0"/>
            <p:cNvSpPr/>
            <p:nvPr/>
          </p:nvSpPr>
          <p:spPr>
            <a:xfrm>
              <a:off x="6157176" y="3524369"/>
              <a:ext cx="78734" cy="34386"/>
            </a:xfrm>
            <a:custGeom>
              <a:avLst/>
              <a:gdLst/>
              <a:ahLst/>
              <a:cxnLst/>
              <a:rect l="l" t="t" r="r" b="b"/>
              <a:pathLst>
                <a:path w="1383" h="604" extrusionOk="0">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20"/>
            <p:cNvSpPr/>
            <p:nvPr/>
          </p:nvSpPr>
          <p:spPr>
            <a:xfrm>
              <a:off x="6176190" y="3382729"/>
              <a:ext cx="163731" cy="111184"/>
            </a:xfrm>
            <a:custGeom>
              <a:avLst/>
              <a:gdLst/>
              <a:ahLst/>
              <a:cxnLst/>
              <a:rect l="l" t="t" r="r" b="b"/>
              <a:pathLst>
                <a:path w="2876" h="1953" extrusionOk="0">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20"/>
            <p:cNvSpPr/>
            <p:nvPr/>
          </p:nvSpPr>
          <p:spPr>
            <a:xfrm>
              <a:off x="6297108" y="3363259"/>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0"/>
            <p:cNvSpPr/>
            <p:nvPr/>
          </p:nvSpPr>
          <p:spPr>
            <a:xfrm>
              <a:off x="7410929" y="3726638"/>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0"/>
            <p:cNvSpPr/>
            <p:nvPr/>
          </p:nvSpPr>
          <p:spPr>
            <a:xfrm>
              <a:off x="5696618" y="4217195"/>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1" r:id="rId11"/>
    <p:sldLayoutId id="2147483665" r:id="rId12"/>
    <p:sldLayoutId id="2147483666"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jpeg"/><Relationship Id="rId9"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mailto:ivy.vu@ibm.com"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drive.google.com/file/d/1rS-leLPmWE975P4shBnw5gGQGgGYd8Mw/view?usp=sharing" TargetMode="External"/><Relationship Id="rId7"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hyperlink" Target="https://drive.google.com/drive/folders/16IEf8ydtPvAsww9tpT_Awudissn2jod9?usp=sharing" TargetMode="External"/><Relationship Id="rId5" Type="http://schemas.openxmlformats.org/officeDocument/2006/relationships/hyperlink" Target="https://drive.google.com/drive/folders/1YPgddvKlWfESB4gLZWM3VMvHqwFgphgf?usp=sharing" TargetMode="External"/><Relationship Id="rId4" Type="http://schemas.openxmlformats.org/officeDocument/2006/relationships/hyperlink" Target="https://drive.google.com/file/d/1BWy3sRoObCP8Xida1ffd0MrHZJvuxYUW/view?usp=sharing"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24"/>
          <p:cNvSpPr txBox="1">
            <a:spLocks noGrp="1"/>
          </p:cNvSpPr>
          <p:nvPr>
            <p:ph type="ctrTitle"/>
          </p:nvPr>
        </p:nvSpPr>
        <p:spPr>
          <a:xfrm>
            <a:off x="713225" y="1252927"/>
            <a:ext cx="4370100" cy="215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900" dirty="0"/>
              <a:t>IBM x CAIR </a:t>
            </a:r>
            <a:r>
              <a:rPr lang="en" sz="4900" dirty="0" err="1"/>
              <a:t>watsonx</a:t>
            </a:r>
            <a:r>
              <a:rPr lang="en" sz="4900" dirty="0"/>
              <a:t> Hackathon</a:t>
            </a:r>
            <a:endParaRPr sz="3700" b="0" dirty="0"/>
          </a:p>
        </p:txBody>
      </p:sp>
      <p:sp>
        <p:nvSpPr>
          <p:cNvPr id="711" name="Google Shape;711;p24"/>
          <p:cNvSpPr txBox="1">
            <a:spLocks noGrp="1"/>
          </p:cNvSpPr>
          <p:nvPr>
            <p:ph type="subTitle" idx="1"/>
          </p:nvPr>
        </p:nvSpPr>
        <p:spPr>
          <a:xfrm>
            <a:off x="713225" y="3414773"/>
            <a:ext cx="43701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Memorial University</a:t>
            </a:r>
          </a:p>
          <a:p>
            <a:pPr marL="0" indent="0"/>
            <a:r>
              <a:rPr lang="en" dirty="0"/>
              <a:t>May 29</a:t>
            </a:r>
            <a:r>
              <a:rPr lang="en" baseline="30000" dirty="0"/>
              <a:t>th</a:t>
            </a:r>
            <a:r>
              <a:rPr lang="en" dirty="0"/>
              <a:t> – 31</a:t>
            </a:r>
            <a:r>
              <a:rPr lang="en" baseline="30000" dirty="0"/>
              <a:t>th</a:t>
            </a:r>
            <a:r>
              <a:rPr lang="en" dirty="0"/>
              <a:t> 2026</a:t>
            </a:r>
          </a:p>
          <a:p>
            <a:pPr marL="0" lvl="0" indent="0" algn="l" rtl="0">
              <a:spcBef>
                <a:spcPts val="0"/>
              </a:spcBef>
              <a:spcAft>
                <a:spcPts val="0"/>
              </a:spcAft>
              <a:buNone/>
            </a:pPr>
            <a:endParaRPr dirty="0"/>
          </a:p>
        </p:txBody>
      </p:sp>
      <p:grpSp>
        <p:nvGrpSpPr>
          <p:cNvPr id="712" name="Google Shape;712;p24"/>
          <p:cNvGrpSpPr/>
          <p:nvPr/>
        </p:nvGrpSpPr>
        <p:grpSpPr>
          <a:xfrm>
            <a:off x="5148240" y="1213448"/>
            <a:ext cx="3374953" cy="2676564"/>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4"/>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4"/>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24"/>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4"/>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4"/>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4"/>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24"/>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2" name="Google Shape;722;p24"/>
            <p:cNvSpPr/>
            <p:nvPr/>
          </p:nvSpPr>
          <p:spPr>
            <a:xfrm>
              <a:off x="6756905" y="3331665"/>
              <a:ext cx="323574" cy="155533"/>
            </a:xfrm>
            <a:custGeom>
              <a:avLst/>
              <a:gdLst/>
              <a:ahLst/>
              <a:cxnLst/>
              <a:rect l="l" t="t" r="r" b="b"/>
              <a:pathLst>
                <a:path w="5484" h="2636" extrusionOk="0">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4"/>
            <p:cNvSpPr/>
            <p:nvPr/>
          </p:nvSpPr>
          <p:spPr>
            <a:xfrm>
              <a:off x="6048099" y="1992822"/>
              <a:ext cx="6608" cy="77235"/>
            </a:xfrm>
            <a:custGeom>
              <a:avLst/>
              <a:gdLst/>
              <a:ahLst/>
              <a:cxnLst/>
              <a:rect l="l" t="t" r="r" b="b"/>
              <a:pathLst>
                <a:path w="112" h="1309" extrusionOk="0">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4"/>
            <p:cNvSpPr/>
            <p:nvPr/>
          </p:nvSpPr>
          <p:spPr>
            <a:xfrm>
              <a:off x="6344236" y="1821005"/>
              <a:ext cx="327350" cy="131400"/>
            </a:xfrm>
            <a:custGeom>
              <a:avLst/>
              <a:gdLst/>
              <a:ahLst/>
              <a:cxnLst/>
              <a:rect l="l" t="t" r="r" b="b"/>
              <a:pathLst>
                <a:path w="5548" h="2227" extrusionOk="0">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4"/>
            <p:cNvSpPr/>
            <p:nvPr/>
          </p:nvSpPr>
          <p:spPr>
            <a:xfrm>
              <a:off x="7379802" y="2174552"/>
              <a:ext cx="423171" cy="165917"/>
            </a:xfrm>
            <a:custGeom>
              <a:avLst/>
              <a:gdLst/>
              <a:ahLst/>
              <a:cxnLst/>
              <a:rect l="l" t="t" r="r" b="b"/>
              <a:pathLst>
                <a:path w="7172" h="2812" extrusionOk="0">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24"/>
            <p:cNvSpPr/>
            <p:nvPr/>
          </p:nvSpPr>
          <p:spPr>
            <a:xfrm>
              <a:off x="7580708" y="2958941"/>
              <a:ext cx="85437" cy="160430"/>
            </a:xfrm>
            <a:custGeom>
              <a:avLst/>
              <a:gdLst/>
              <a:ahLst/>
              <a:cxnLst/>
              <a:rect l="l" t="t" r="r" b="b"/>
              <a:pathLst>
                <a:path w="1448" h="2719" extrusionOk="0">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24"/>
            <p:cNvSpPr/>
            <p:nvPr/>
          </p:nvSpPr>
          <p:spPr>
            <a:xfrm>
              <a:off x="8240247" y="1261064"/>
              <a:ext cx="108448" cy="108389"/>
            </a:xfrm>
            <a:custGeom>
              <a:avLst/>
              <a:gdLst/>
              <a:ahLst/>
              <a:cxnLst/>
              <a:rect l="l" t="t" r="r" b="b"/>
              <a:pathLst>
                <a:path w="1838" h="1837" extrusionOk="0">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4"/>
            <p:cNvSpPr/>
            <p:nvPr/>
          </p:nvSpPr>
          <p:spPr>
            <a:xfrm>
              <a:off x="6505138" y="1371577"/>
              <a:ext cx="121547" cy="121075"/>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4"/>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4"/>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4"/>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4"/>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24"/>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4"/>
            <p:cNvSpPr/>
            <p:nvPr/>
          </p:nvSpPr>
          <p:spPr>
            <a:xfrm>
              <a:off x="5442194" y="1567291"/>
              <a:ext cx="33986" cy="33160"/>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4"/>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4"/>
            <p:cNvSpPr/>
            <p:nvPr/>
          </p:nvSpPr>
          <p:spPr>
            <a:xfrm>
              <a:off x="5509517" y="1499968"/>
              <a:ext cx="33986" cy="33160"/>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4"/>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4"/>
            <p:cNvSpPr/>
            <p:nvPr/>
          </p:nvSpPr>
          <p:spPr>
            <a:xfrm>
              <a:off x="5442194" y="1499968"/>
              <a:ext cx="33986" cy="33160"/>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4"/>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4"/>
            <p:cNvSpPr/>
            <p:nvPr/>
          </p:nvSpPr>
          <p:spPr>
            <a:xfrm>
              <a:off x="5509517" y="1567291"/>
              <a:ext cx="33986" cy="33160"/>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4"/>
            <p:cNvSpPr/>
            <p:nvPr/>
          </p:nvSpPr>
          <p:spPr>
            <a:xfrm>
              <a:off x="8380379" y="2008694"/>
              <a:ext cx="26315" cy="25784"/>
            </a:xfrm>
            <a:custGeom>
              <a:avLst/>
              <a:gdLst/>
              <a:ahLst/>
              <a:cxnLst/>
              <a:rect l="l" t="t" r="r" b="b"/>
              <a:pathLst>
                <a:path w="446" h="437" extrusionOk="0">
                  <a:moveTo>
                    <a:pt x="0" y="437"/>
                  </a:moveTo>
                  <a:lnTo>
                    <a:pt x="446"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4"/>
            <p:cNvSpPr/>
            <p:nvPr/>
          </p:nvSpPr>
          <p:spPr>
            <a:xfrm>
              <a:off x="8380379" y="1940840"/>
              <a:ext cx="26315" cy="26315"/>
            </a:xfrm>
            <a:custGeom>
              <a:avLst/>
              <a:gdLst/>
              <a:ahLst/>
              <a:cxnLst/>
              <a:rect l="l" t="t" r="r" b="b"/>
              <a:pathLst>
                <a:path w="446" h="446" extrusionOk="0">
                  <a:moveTo>
                    <a:pt x="0" y="1"/>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4"/>
            <p:cNvSpPr/>
            <p:nvPr/>
          </p:nvSpPr>
          <p:spPr>
            <a:xfrm>
              <a:off x="7173999" y="2893271"/>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4"/>
            <p:cNvSpPr/>
            <p:nvPr/>
          </p:nvSpPr>
          <p:spPr>
            <a:xfrm>
              <a:off x="7173999" y="2988502"/>
              <a:ext cx="6608" cy="43839"/>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4"/>
            <p:cNvSpPr/>
            <p:nvPr/>
          </p:nvSpPr>
          <p:spPr>
            <a:xfrm>
              <a:off x="7203028"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4"/>
            <p:cNvSpPr/>
            <p:nvPr/>
          </p:nvSpPr>
          <p:spPr>
            <a:xfrm>
              <a:off x="7107797" y="2959472"/>
              <a:ext cx="43839" cy="6608"/>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4"/>
            <p:cNvSpPr/>
            <p:nvPr/>
          </p:nvSpPr>
          <p:spPr>
            <a:xfrm>
              <a:off x="7130750" y="2983015"/>
              <a:ext cx="25784" cy="26315"/>
            </a:xfrm>
            <a:custGeom>
              <a:avLst/>
              <a:gdLst/>
              <a:ahLst/>
              <a:cxnLst/>
              <a:rect l="l" t="t" r="r" b="b"/>
              <a:pathLst>
                <a:path w="437" h="446" extrusionOk="0">
                  <a:moveTo>
                    <a:pt x="1" y="446"/>
                  </a:moveTo>
                  <a:lnTo>
                    <a:pt x="437"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4"/>
            <p:cNvSpPr/>
            <p:nvPr/>
          </p:nvSpPr>
          <p:spPr>
            <a:xfrm>
              <a:off x="7126914" y="2979592"/>
              <a:ext cx="33986" cy="33573"/>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4"/>
            <p:cNvSpPr/>
            <p:nvPr/>
          </p:nvSpPr>
          <p:spPr>
            <a:xfrm>
              <a:off x="7198072" y="2915692"/>
              <a:ext cx="26374" cy="26315"/>
            </a:xfrm>
            <a:custGeom>
              <a:avLst/>
              <a:gdLst/>
              <a:ahLst/>
              <a:cxnLst/>
              <a:rect l="l" t="t" r="r" b="b"/>
              <a:pathLst>
                <a:path w="447" h="446" extrusionOk="0">
                  <a:moveTo>
                    <a:pt x="1" y="446"/>
                  </a:moveTo>
                  <a:lnTo>
                    <a:pt x="446"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4"/>
            <p:cNvSpPr/>
            <p:nvPr/>
          </p:nvSpPr>
          <p:spPr>
            <a:xfrm>
              <a:off x="7194237" y="2912270"/>
              <a:ext cx="33986" cy="33042"/>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4"/>
            <p:cNvSpPr/>
            <p:nvPr/>
          </p:nvSpPr>
          <p:spPr>
            <a:xfrm>
              <a:off x="7130750" y="2915692"/>
              <a:ext cx="25784" cy="26315"/>
            </a:xfrm>
            <a:custGeom>
              <a:avLst/>
              <a:gdLst/>
              <a:ahLst/>
              <a:cxnLst/>
              <a:rect l="l" t="t" r="r" b="b"/>
              <a:pathLst>
                <a:path w="437" h="446" extrusionOk="0">
                  <a:moveTo>
                    <a:pt x="1" y="0"/>
                  </a:moveTo>
                  <a:lnTo>
                    <a:pt x="437"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4"/>
            <p:cNvSpPr/>
            <p:nvPr/>
          </p:nvSpPr>
          <p:spPr>
            <a:xfrm>
              <a:off x="7126914" y="2912270"/>
              <a:ext cx="33986" cy="33042"/>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4"/>
            <p:cNvSpPr/>
            <p:nvPr/>
          </p:nvSpPr>
          <p:spPr>
            <a:xfrm>
              <a:off x="7198072" y="2983015"/>
              <a:ext cx="26374" cy="26315"/>
            </a:xfrm>
            <a:custGeom>
              <a:avLst/>
              <a:gdLst/>
              <a:ahLst/>
              <a:cxnLst/>
              <a:rect l="l" t="t" r="r" b="b"/>
              <a:pathLst>
                <a:path w="447" h="446" extrusionOk="0">
                  <a:moveTo>
                    <a:pt x="1" y="0"/>
                  </a:moveTo>
                  <a:lnTo>
                    <a:pt x="446"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4"/>
            <p:cNvSpPr/>
            <p:nvPr/>
          </p:nvSpPr>
          <p:spPr>
            <a:xfrm>
              <a:off x="7194237" y="2979592"/>
              <a:ext cx="33986" cy="33573"/>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4"/>
            <p:cNvSpPr/>
            <p:nvPr/>
          </p:nvSpPr>
          <p:spPr>
            <a:xfrm>
              <a:off x="6401705" y="1879536"/>
              <a:ext cx="52572" cy="52041"/>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4"/>
            <p:cNvSpPr/>
            <p:nvPr/>
          </p:nvSpPr>
          <p:spPr>
            <a:xfrm>
              <a:off x="8286210" y="1697806"/>
              <a:ext cx="47144" cy="47675"/>
            </a:xfrm>
            <a:custGeom>
              <a:avLst/>
              <a:gdLst/>
              <a:ahLst/>
              <a:cxnLst/>
              <a:rect l="l" t="t" r="r" b="b"/>
              <a:pathLst>
                <a:path w="799" h="808" extrusionOk="0">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4"/>
            <p:cNvSpPr/>
            <p:nvPr/>
          </p:nvSpPr>
          <p:spPr>
            <a:xfrm>
              <a:off x="8222723" y="3615765"/>
              <a:ext cx="33455" cy="33455"/>
            </a:xfrm>
            <a:custGeom>
              <a:avLst/>
              <a:gdLst/>
              <a:ahLst/>
              <a:cxnLst/>
              <a:rect l="l" t="t" r="r" b="b"/>
              <a:pathLst>
                <a:path w="567" h="567" extrusionOk="0">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4"/>
            <p:cNvSpPr/>
            <p:nvPr/>
          </p:nvSpPr>
          <p:spPr>
            <a:xfrm>
              <a:off x="5649591" y="1243540"/>
              <a:ext cx="33455" cy="32865"/>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4"/>
            <p:cNvSpPr/>
            <p:nvPr/>
          </p:nvSpPr>
          <p:spPr>
            <a:xfrm>
              <a:off x="6843404" y="1371577"/>
              <a:ext cx="517872" cy="515688"/>
            </a:xfrm>
            <a:custGeom>
              <a:avLst/>
              <a:gdLst/>
              <a:ahLst/>
              <a:cxnLst/>
              <a:rect l="l" t="t" r="r" b="b"/>
              <a:pathLst>
                <a:path w="8777" h="8740" extrusionOk="0">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4"/>
            <p:cNvSpPr/>
            <p:nvPr/>
          </p:nvSpPr>
          <p:spPr>
            <a:xfrm>
              <a:off x="7731226" y="2764939"/>
              <a:ext cx="652517" cy="651101"/>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4"/>
            <p:cNvSpPr/>
            <p:nvPr/>
          </p:nvSpPr>
          <p:spPr>
            <a:xfrm>
              <a:off x="5349677" y="3784338"/>
              <a:ext cx="1411122" cy="6608"/>
            </a:xfrm>
            <a:custGeom>
              <a:avLst/>
              <a:gdLst/>
              <a:ahLst/>
              <a:cxnLst/>
              <a:rect l="l" t="t" r="r" b="b"/>
              <a:pathLst>
                <a:path w="23916" h="112" extrusionOk="0">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4"/>
            <p:cNvSpPr/>
            <p:nvPr/>
          </p:nvSpPr>
          <p:spPr>
            <a:xfrm>
              <a:off x="5615133" y="3875734"/>
              <a:ext cx="879679" cy="6608"/>
            </a:xfrm>
            <a:custGeom>
              <a:avLst/>
              <a:gdLst/>
              <a:ahLst/>
              <a:cxnLst/>
              <a:rect l="l" t="t" r="r" b="b"/>
              <a:pathLst>
                <a:path w="14909" h="112" extrusionOk="0">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4"/>
            <p:cNvSpPr/>
            <p:nvPr/>
          </p:nvSpPr>
          <p:spPr>
            <a:xfrm>
              <a:off x="7107207" y="3142854"/>
              <a:ext cx="958508" cy="662902"/>
            </a:xfrm>
            <a:custGeom>
              <a:avLst/>
              <a:gdLst/>
              <a:ahLst/>
              <a:cxnLst/>
              <a:rect l="l" t="t" r="r" b="b"/>
              <a:pathLst>
                <a:path w="16245" h="11235" extrusionOk="0">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4"/>
            <p:cNvSpPr/>
            <p:nvPr/>
          </p:nvSpPr>
          <p:spPr>
            <a:xfrm>
              <a:off x="7103372" y="3139550"/>
              <a:ext cx="966178" cy="669451"/>
            </a:xfrm>
            <a:custGeom>
              <a:avLst/>
              <a:gdLst/>
              <a:ahLst/>
              <a:cxnLst/>
              <a:rect l="l" t="t" r="r" b="b"/>
              <a:pathLst>
                <a:path w="16375" h="11346" extrusionOk="0">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4"/>
            <p:cNvSpPr/>
            <p:nvPr/>
          </p:nvSpPr>
          <p:spPr>
            <a:xfrm>
              <a:off x="7177303" y="3206342"/>
              <a:ext cx="818316" cy="535927"/>
            </a:xfrm>
            <a:custGeom>
              <a:avLst/>
              <a:gdLst/>
              <a:ahLst/>
              <a:cxnLst/>
              <a:rect l="l" t="t" r="r" b="b"/>
              <a:pathLst>
                <a:path w="13869" h="9083" extrusionOk="0">
                  <a:moveTo>
                    <a:pt x="0" y="0"/>
                  </a:moveTo>
                  <a:lnTo>
                    <a:pt x="0" y="1856"/>
                  </a:lnTo>
                  <a:lnTo>
                    <a:pt x="0" y="7375"/>
                  </a:lnTo>
                  <a:lnTo>
                    <a:pt x="0" y="9082"/>
                  </a:lnTo>
                  <a:lnTo>
                    <a:pt x="13869" y="9082"/>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4"/>
            <p:cNvSpPr/>
            <p:nvPr/>
          </p:nvSpPr>
          <p:spPr>
            <a:xfrm>
              <a:off x="7173468" y="3203038"/>
              <a:ext cx="825455" cy="542476"/>
            </a:xfrm>
            <a:custGeom>
              <a:avLst/>
              <a:gdLst/>
              <a:ahLst/>
              <a:cxnLst/>
              <a:rect l="l" t="t" r="r" b="b"/>
              <a:pathLst>
                <a:path w="13990" h="9194" extrusionOk="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4"/>
            <p:cNvSpPr/>
            <p:nvPr/>
          </p:nvSpPr>
          <p:spPr>
            <a:xfrm>
              <a:off x="7173468" y="3369427"/>
              <a:ext cx="7139" cy="180727"/>
            </a:xfrm>
            <a:custGeom>
              <a:avLst/>
              <a:gdLst/>
              <a:ahLst/>
              <a:cxnLst/>
              <a:rect l="l" t="t" r="r" b="b"/>
              <a:pathLst>
                <a:path w="121" h="3063" extrusionOk="0">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24"/>
            <p:cNvSpPr/>
            <p:nvPr/>
          </p:nvSpPr>
          <p:spPr>
            <a:xfrm>
              <a:off x="7575752" y="3164745"/>
              <a:ext cx="21418" cy="21418"/>
            </a:xfrm>
            <a:custGeom>
              <a:avLst/>
              <a:gdLst/>
              <a:ahLst/>
              <a:cxnLst/>
              <a:rect l="l" t="t" r="r" b="b"/>
              <a:pathLst>
                <a:path w="363" h="363" extrusionOk="0">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4"/>
            <p:cNvSpPr/>
            <p:nvPr/>
          </p:nvSpPr>
          <p:spPr>
            <a:xfrm>
              <a:off x="6950141" y="3800741"/>
              <a:ext cx="1272641" cy="86027"/>
            </a:xfrm>
            <a:custGeom>
              <a:avLst/>
              <a:gdLst/>
              <a:ahLst/>
              <a:cxnLst/>
              <a:rect l="l" t="t" r="r" b="b"/>
              <a:pathLst>
                <a:path w="21569" h="1458" extrusionOk="0">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4"/>
            <p:cNvSpPr/>
            <p:nvPr/>
          </p:nvSpPr>
          <p:spPr>
            <a:xfrm>
              <a:off x="6946836" y="3797495"/>
              <a:ext cx="1279249" cy="92517"/>
            </a:xfrm>
            <a:custGeom>
              <a:avLst/>
              <a:gdLst/>
              <a:ahLst/>
              <a:cxnLst/>
              <a:rect l="l" t="t" r="r" b="b"/>
              <a:pathLst>
                <a:path w="21681" h="1568" extrusionOk="0">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4"/>
            <p:cNvSpPr/>
            <p:nvPr/>
          </p:nvSpPr>
          <p:spPr>
            <a:xfrm>
              <a:off x="6958873" y="3863166"/>
              <a:ext cx="1255176" cy="6608"/>
            </a:xfrm>
            <a:custGeom>
              <a:avLst/>
              <a:gdLst/>
              <a:ahLst/>
              <a:cxnLst/>
              <a:rect l="l" t="t" r="r" b="b"/>
              <a:pathLst>
                <a:path w="21273" h="112" extrusionOk="0">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24"/>
            <p:cNvSpPr/>
            <p:nvPr/>
          </p:nvSpPr>
          <p:spPr>
            <a:xfrm>
              <a:off x="7464649" y="3806228"/>
              <a:ext cx="243093" cy="26905"/>
            </a:xfrm>
            <a:custGeom>
              <a:avLst/>
              <a:gdLst/>
              <a:ahLst/>
              <a:cxnLst/>
              <a:rect l="l" t="t" r="r" b="b"/>
              <a:pathLst>
                <a:path w="4120" h="456" extrusionOk="0">
                  <a:moveTo>
                    <a:pt x="1" y="0"/>
                  </a:moveTo>
                  <a:lnTo>
                    <a:pt x="1" y="455"/>
                  </a:lnTo>
                  <a:lnTo>
                    <a:pt x="4119" y="455"/>
                  </a:lnTo>
                  <a:lnTo>
                    <a:pt x="41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24"/>
            <p:cNvSpPr/>
            <p:nvPr/>
          </p:nvSpPr>
          <p:spPr>
            <a:xfrm>
              <a:off x="7461345" y="3802393"/>
              <a:ext cx="250233" cy="33986"/>
            </a:xfrm>
            <a:custGeom>
              <a:avLst/>
              <a:gdLst/>
              <a:ahLst/>
              <a:cxnLst/>
              <a:rect l="l" t="t" r="r" b="b"/>
              <a:pathLst>
                <a:path w="4241" h="576" extrusionOk="0">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4"/>
            <p:cNvSpPr/>
            <p:nvPr/>
          </p:nvSpPr>
          <p:spPr>
            <a:xfrm>
              <a:off x="7340388" y="3308122"/>
              <a:ext cx="439043" cy="375025"/>
            </a:xfrm>
            <a:custGeom>
              <a:avLst/>
              <a:gdLst/>
              <a:ahLst/>
              <a:cxnLst/>
              <a:rect l="l" t="t" r="r" b="b"/>
              <a:pathLst>
                <a:path w="7441" h="6356" extrusionOk="0">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4"/>
            <p:cNvSpPr/>
            <p:nvPr/>
          </p:nvSpPr>
          <p:spPr>
            <a:xfrm>
              <a:off x="7369418" y="3278562"/>
              <a:ext cx="439043" cy="375025"/>
            </a:xfrm>
            <a:custGeom>
              <a:avLst/>
              <a:gdLst/>
              <a:ahLst/>
              <a:cxnLst/>
              <a:rect l="l" t="t" r="r" b="b"/>
              <a:pathLst>
                <a:path w="7441" h="6356" extrusionOk="0">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4"/>
            <p:cNvSpPr/>
            <p:nvPr/>
          </p:nvSpPr>
          <p:spPr>
            <a:xfrm>
              <a:off x="7366113" y="3274727"/>
              <a:ext cx="445593" cy="382695"/>
            </a:xfrm>
            <a:custGeom>
              <a:avLst/>
              <a:gdLst/>
              <a:ahLst/>
              <a:cxnLst/>
              <a:rect l="l" t="t" r="r" b="b"/>
              <a:pathLst>
                <a:path w="7552" h="6486" extrusionOk="0">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4"/>
            <p:cNvSpPr/>
            <p:nvPr/>
          </p:nvSpPr>
          <p:spPr>
            <a:xfrm>
              <a:off x="7437271" y="3476164"/>
              <a:ext cx="302746" cy="40594"/>
            </a:xfrm>
            <a:custGeom>
              <a:avLst/>
              <a:gdLst/>
              <a:ahLst/>
              <a:cxnLst/>
              <a:rect l="l" t="t" r="r" b="b"/>
              <a:pathLst>
                <a:path w="5131" h="688" extrusionOk="0">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4"/>
            <p:cNvSpPr/>
            <p:nvPr/>
          </p:nvSpPr>
          <p:spPr>
            <a:xfrm>
              <a:off x="7433436" y="3472919"/>
              <a:ext cx="309885" cy="47085"/>
            </a:xfrm>
            <a:custGeom>
              <a:avLst/>
              <a:gdLst/>
              <a:ahLst/>
              <a:cxnLst/>
              <a:rect l="l" t="t" r="r" b="b"/>
              <a:pathLst>
                <a:path w="5252" h="798" extrusionOk="0">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24"/>
            <p:cNvSpPr/>
            <p:nvPr/>
          </p:nvSpPr>
          <p:spPr>
            <a:xfrm>
              <a:off x="7470136" y="3487138"/>
              <a:ext cx="234833" cy="16993"/>
            </a:xfrm>
            <a:custGeom>
              <a:avLst/>
              <a:gdLst/>
              <a:ahLst/>
              <a:cxnLst/>
              <a:rect l="l" t="t" r="r" b="b"/>
              <a:pathLst>
                <a:path w="3980" h="288" extrusionOk="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4"/>
            <p:cNvSpPr/>
            <p:nvPr/>
          </p:nvSpPr>
          <p:spPr>
            <a:xfrm>
              <a:off x="7489253" y="3539120"/>
              <a:ext cx="198251" cy="23601"/>
            </a:xfrm>
            <a:custGeom>
              <a:avLst/>
              <a:gdLst/>
              <a:ahLst/>
              <a:cxnLst/>
              <a:rect l="l" t="t" r="r" b="b"/>
              <a:pathLst>
                <a:path w="3360" h="400" extrusionOk="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4"/>
            <p:cNvSpPr/>
            <p:nvPr/>
          </p:nvSpPr>
          <p:spPr>
            <a:xfrm>
              <a:off x="7486008" y="3535816"/>
              <a:ext cx="204741" cy="30741"/>
            </a:xfrm>
            <a:custGeom>
              <a:avLst/>
              <a:gdLst/>
              <a:ahLst/>
              <a:cxnLst/>
              <a:rect l="l" t="t" r="r" b="b"/>
              <a:pathLst>
                <a:path w="3470" h="521" extrusionOk="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4"/>
            <p:cNvSpPr/>
            <p:nvPr/>
          </p:nvSpPr>
          <p:spPr>
            <a:xfrm>
              <a:off x="7529257" y="3545139"/>
              <a:ext cx="11506" cy="11565"/>
            </a:xfrm>
            <a:custGeom>
              <a:avLst/>
              <a:gdLst/>
              <a:ahLst/>
              <a:cxnLst/>
              <a:rect l="l" t="t" r="r" b="b"/>
              <a:pathLst>
                <a:path w="195"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4"/>
            <p:cNvSpPr/>
            <p:nvPr/>
          </p:nvSpPr>
          <p:spPr>
            <a:xfrm>
              <a:off x="7551148"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4"/>
            <p:cNvSpPr/>
            <p:nvPr/>
          </p:nvSpPr>
          <p:spPr>
            <a:xfrm>
              <a:off x="757191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24"/>
            <p:cNvSpPr/>
            <p:nvPr/>
          </p:nvSpPr>
          <p:spPr>
            <a:xfrm>
              <a:off x="7593807" y="3545139"/>
              <a:ext cx="11034" cy="11565"/>
            </a:xfrm>
            <a:custGeom>
              <a:avLst/>
              <a:gdLst/>
              <a:ahLst/>
              <a:cxnLst/>
              <a:rect l="l" t="t" r="r" b="b"/>
              <a:pathLst>
                <a:path w="187" h="196" extrusionOk="0">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4"/>
            <p:cNvSpPr/>
            <p:nvPr/>
          </p:nvSpPr>
          <p:spPr>
            <a:xfrm>
              <a:off x="7614635" y="3545139"/>
              <a:ext cx="11565" cy="11565"/>
            </a:xfrm>
            <a:custGeom>
              <a:avLst/>
              <a:gdLst/>
              <a:ahLst/>
              <a:cxnLst/>
              <a:rect l="l" t="t" r="r" b="b"/>
              <a:pathLst>
                <a:path w="196" h="196" extrusionOk="0">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4"/>
            <p:cNvSpPr/>
            <p:nvPr/>
          </p:nvSpPr>
          <p:spPr>
            <a:xfrm>
              <a:off x="7636525" y="3545139"/>
              <a:ext cx="11565" cy="11565"/>
            </a:xfrm>
            <a:custGeom>
              <a:avLst/>
              <a:gdLst/>
              <a:ahLst/>
              <a:cxnLst/>
              <a:rect l="l" t="t" r="r" b="b"/>
              <a:pathLst>
                <a:path w="196" h="196" extrusionOk="0">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4"/>
            <p:cNvSpPr/>
            <p:nvPr/>
          </p:nvSpPr>
          <p:spPr>
            <a:xfrm>
              <a:off x="7524832" y="3322342"/>
              <a:ext cx="127093" cy="127093"/>
            </a:xfrm>
            <a:custGeom>
              <a:avLst/>
              <a:gdLst/>
              <a:ahLst/>
              <a:cxnLst/>
              <a:rect l="l" t="t" r="r" b="b"/>
              <a:pathLst>
                <a:path w="2154" h="2154" extrusionOk="0">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4"/>
            <p:cNvSpPr/>
            <p:nvPr/>
          </p:nvSpPr>
          <p:spPr>
            <a:xfrm>
              <a:off x="7521587" y="3319097"/>
              <a:ext cx="133583" cy="133583"/>
            </a:xfrm>
            <a:custGeom>
              <a:avLst/>
              <a:gdLst/>
              <a:ahLst/>
              <a:cxnLst/>
              <a:rect l="l" t="t" r="r" b="b"/>
              <a:pathLst>
                <a:path w="2264" h="2264" extrusionOk="0">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4"/>
            <p:cNvSpPr/>
            <p:nvPr/>
          </p:nvSpPr>
          <p:spPr>
            <a:xfrm>
              <a:off x="7560411" y="3389665"/>
              <a:ext cx="56466" cy="28558"/>
            </a:xfrm>
            <a:custGeom>
              <a:avLst/>
              <a:gdLst/>
              <a:ahLst/>
              <a:cxnLst/>
              <a:rect l="l" t="t" r="r" b="b"/>
              <a:pathLst>
                <a:path w="957" h="484" extrusionOk="0">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4"/>
            <p:cNvSpPr/>
            <p:nvPr/>
          </p:nvSpPr>
          <p:spPr>
            <a:xfrm>
              <a:off x="7556576" y="3386420"/>
              <a:ext cx="63606" cy="35107"/>
            </a:xfrm>
            <a:custGeom>
              <a:avLst/>
              <a:gdLst/>
              <a:ahLst/>
              <a:cxnLst/>
              <a:rect l="l" t="t" r="r" b="b"/>
              <a:pathLst>
                <a:path w="1078" h="595" extrusionOk="0">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4"/>
            <p:cNvSpPr/>
            <p:nvPr/>
          </p:nvSpPr>
          <p:spPr>
            <a:xfrm>
              <a:off x="7572507" y="3353555"/>
              <a:ext cx="32334" cy="32393"/>
            </a:xfrm>
            <a:custGeom>
              <a:avLst/>
              <a:gdLst/>
              <a:ahLst/>
              <a:cxnLst/>
              <a:rect l="l" t="t" r="r" b="b"/>
              <a:pathLst>
                <a:path w="548" h="549" extrusionOk="0">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4"/>
            <p:cNvSpPr/>
            <p:nvPr/>
          </p:nvSpPr>
          <p:spPr>
            <a:xfrm>
              <a:off x="7569203" y="3350310"/>
              <a:ext cx="38883" cy="38883"/>
            </a:xfrm>
            <a:custGeom>
              <a:avLst/>
              <a:gdLst/>
              <a:ahLst/>
              <a:cxnLst/>
              <a:rect l="l" t="t" r="r" b="b"/>
              <a:pathLst>
                <a:path w="659" h="659" extrusionOk="0">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4"/>
            <p:cNvSpPr/>
            <p:nvPr/>
          </p:nvSpPr>
          <p:spPr>
            <a:xfrm>
              <a:off x="7541825" y="3581839"/>
              <a:ext cx="93638" cy="29030"/>
            </a:xfrm>
            <a:custGeom>
              <a:avLst/>
              <a:gdLst/>
              <a:ahLst/>
              <a:cxnLst/>
              <a:rect l="l" t="t" r="r" b="b"/>
              <a:pathLst>
                <a:path w="1587" h="492" extrusionOk="0">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4"/>
            <p:cNvSpPr/>
            <p:nvPr/>
          </p:nvSpPr>
          <p:spPr>
            <a:xfrm>
              <a:off x="7537990" y="3578534"/>
              <a:ext cx="100778" cy="35638"/>
            </a:xfrm>
            <a:custGeom>
              <a:avLst/>
              <a:gdLst/>
              <a:ahLst/>
              <a:cxnLst/>
              <a:rect l="l" t="t" r="r" b="b"/>
              <a:pathLst>
                <a:path w="1708" h="604" extrusionOk="0">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4"/>
            <p:cNvSpPr/>
            <p:nvPr/>
          </p:nvSpPr>
          <p:spPr>
            <a:xfrm>
              <a:off x="7134585" y="1285137"/>
              <a:ext cx="959039" cy="662902"/>
            </a:xfrm>
            <a:custGeom>
              <a:avLst/>
              <a:gdLst/>
              <a:ahLst/>
              <a:cxnLst/>
              <a:rect l="l" t="t" r="r" b="b"/>
              <a:pathLst>
                <a:path w="16254" h="11235" extrusionOk="0">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24"/>
            <p:cNvSpPr/>
            <p:nvPr/>
          </p:nvSpPr>
          <p:spPr>
            <a:xfrm>
              <a:off x="7131340" y="1281833"/>
              <a:ext cx="965588" cy="670041"/>
            </a:xfrm>
            <a:custGeom>
              <a:avLst/>
              <a:gdLst/>
              <a:ahLst/>
              <a:cxnLst/>
              <a:rect l="l" t="t" r="r" b="b"/>
              <a:pathLst>
                <a:path w="16365" h="11356" extrusionOk="0">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4"/>
            <p:cNvSpPr/>
            <p:nvPr/>
          </p:nvSpPr>
          <p:spPr>
            <a:xfrm>
              <a:off x="7204681" y="1349156"/>
              <a:ext cx="818847" cy="535396"/>
            </a:xfrm>
            <a:custGeom>
              <a:avLst/>
              <a:gdLst/>
              <a:ahLst/>
              <a:cxnLst/>
              <a:rect l="l" t="t" r="r" b="b"/>
              <a:pathLst>
                <a:path w="13878" h="9074" extrusionOk="0">
                  <a:moveTo>
                    <a:pt x="0" y="1"/>
                  </a:moveTo>
                  <a:lnTo>
                    <a:pt x="0" y="1847"/>
                  </a:lnTo>
                  <a:lnTo>
                    <a:pt x="0" y="7376"/>
                  </a:lnTo>
                  <a:lnTo>
                    <a:pt x="0" y="9073"/>
                  </a:lnTo>
                  <a:lnTo>
                    <a:pt x="13878" y="9073"/>
                  </a:lnTo>
                  <a:lnTo>
                    <a:pt x="1387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4"/>
            <p:cNvSpPr/>
            <p:nvPr/>
          </p:nvSpPr>
          <p:spPr>
            <a:xfrm>
              <a:off x="7201376" y="1345320"/>
              <a:ext cx="825455" cy="542476"/>
            </a:xfrm>
            <a:custGeom>
              <a:avLst/>
              <a:gdLst/>
              <a:ahLst/>
              <a:cxnLst/>
              <a:rect l="l" t="t" r="r" b="b"/>
              <a:pathLst>
                <a:path w="13990" h="9194" extrusionOk="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4"/>
            <p:cNvSpPr/>
            <p:nvPr/>
          </p:nvSpPr>
          <p:spPr>
            <a:xfrm>
              <a:off x="7201376" y="1512300"/>
              <a:ext cx="6608" cy="180668"/>
            </a:xfrm>
            <a:custGeom>
              <a:avLst/>
              <a:gdLst/>
              <a:ahLst/>
              <a:cxnLst/>
              <a:rect l="l" t="t" r="r" b="b"/>
              <a:pathLst>
                <a:path w="112" h="3062" extrusionOk="0">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4"/>
            <p:cNvSpPr/>
            <p:nvPr/>
          </p:nvSpPr>
          <p:spPr>
            <a:xfrm>
              <a:off x="7603130" y="1307027"/>
              <a:ext cx="21949" cy="21418"/>
            </a:xfrm>
            <a:custGeom>
              <a:avLst/>
              <a:gdLst/>
              <a:ahLst/>
              <a:cxnLst/>
              <a:rect l="l" t="t" r="r" b="b"/>
              <a:pathLst>
                <a:path w="372" h="363" extrusionOk="0">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4"/>
            <p:cNvSpPr/>
            <p:nvPr/>
          </p:nvSpPr>
          <p:spPr>
            <a:xfrm>
              <a:off x="6977518" y="1943023"/>
              <a:ext cx="1272641" cy="86027"/>
            </a:xfrm>
            <a:custGeom>
              <a:avLst/>
              <a:gdLst/>
              <a:ahLst/>
              <a:cxnLst/>
              <a:rect l="l" t="t" r="r" b="b"/>
              <a:pathLst>
                <a:path w="21569" h="1458" extrusionOk="0">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4"/>
            <p:cNvSpPr/>
            <p:nvPr/>
          </p:nvSpPr>
          <p:spPr>
            <a:xfrm>
              <a:off x="6974214" y="1939778"/>
              <a:ext cx="1279781" cy="92517"/>
            </a:xfrm>
            <a:custGeom>
              <a:avLst/>
              <a:gdLst/>
              <a:ahLst/>
              <a:cxnLst/>
              <a:rect l="l" t="t" r="r" b="b"/>
              <a:pathLst>
                <a:path w="21690" h="1568" extrusionOk="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4"/>
            <p:cNvSpPr/>
            <p:nvPr/>
          </p:nvSpPr>
          <p:spPr>
            <a:xfrm>
              <a:off x="6986251" y="2005449"/>
              <a:ext cx="1255176" cy="6608"/>
            </a:xfrm>
            <a:custGeom>
              <a:avLst/>
              <a:gdLst/>
              <a:ahLst/>
              <a:cxnLst/>
              <a:rect l="l" t="t" r="r" b="b"/>
              <a:pathLst>
                <a:path w="21273" h="112" extrusionOk="0">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4"/>
            <p:cNvSpPr/>
            <p:nvPr/>
          </p:nvSpPr>
          <p:spPr>
            <a:xfrm>
              <a:off x="7492557" y="1948511"/>
              <a:ext cx="243093" cy="26905"/>
            </a:xfrm>
            <a:custGeom>
              <a:avLst/>
              <a:gdLst/>
              <a:ahLst/>
              <a:cxnLst/>
              <a:rect l="l" t="t" r="r" b="b"/>
              <a:pathLst>
                <a:path w="4120" h="456" extrusionOk="0">
                  <a:moveTo>
                    <a:pt x="1" y="1"/>
                  </a:moveTo>
                  <a:lnTo>
                    <a:pt x="1"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4"/>
            <p:cNvSpPr/>
            <p:nvPr/>
          </p:nvSpPr>
          <p:spPr>
            <a:xfrm>
              <a:off x="7489253" y="1945206"/>
              <a:ext cx="249702" cy="33455"/>
            </a:xfrm>
            <a:custGeom>
              <a:avLst/>
              <a:gdLst/>
              <a:ahLst/>
              <a:cxnLst/>
              <a:rect l="l" t="t" r="r" b="b"/>
              <a:pathLst>
                <a:path w="4232" h="567" extrusionOk="0">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4"/>
            <p:cNvSpPr/>
            <p:nvPr/>
          </p:nvSpPr>
          <p:spPr>
            <a:xfrm>
              <a:off x="7368297" y="1450405"/>
              <a:ext cx="438512" cy="375556"/>
            </a:xfrm>
            <a:custGeom>
              <a:avLst/>
              <a:gdLst/>
              <a:ahLst/>
              <a:cxnLst/>
              <a:rect l="l" t="t" r="r" b="b"/>
              <a:pathLst>
                <a:path w="7432" h="6365" extrusionOk="0">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4"/>
            <p:cNvSpPr/>
            <p:nvPr/>
          </p:nvSpPr>
          <p:spPr>
            <a:xfrm>
              <a:off x="7397326" y="1420844"/>
              <a:ext cx="438512" cy="375556"/>
            </a:xfrm>
            <a:custGeom>
              <a:avLst/>
              <a:gdLst/>
              <a:ahLst/>
              <a:cxnLst/>
              <a:rect l="l" t="t" r="r" b="b"/>
              <a:pathLst>
                <a:path w="7432" h="6365" extrusionOk="0">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4"/>
            <p:cNvSpPr/>
            <p:nvPr/>
          </p:nvSpPr>
          <p:spPr>
            <a:xfrm>
              <a:off x="7394022" y="1417599"/>
              <a:ext cx="445652" cy="382105"/>
            </a:xfrm>
            <a:custGeom>
              <a:avLst/>
              <a:gdLst/>
              <a:ahLst/>
              <a:cxnLst/>
              <a:rect l="l" t="t" r="r" b="b"/>
              <a:pathLst>
                <a:path w="7553" h="6476" extrusionOk="0">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4"/>
            <p:cNvSpPr/>
            <p:nvPr/>
          </p:nvSpPr>
          <p:spPr>
            <a:xfrm>
              <a:off x="7464649" y="1618446"/>
              <a:ext cx="302746" cy="40594"/>
            </a:xfrm>
            <a:custGeom>
              <a:avLst/>
              <a:gdLst/>
              <a:ahLst/>
              <a:cxnLst/>
              <a:rect l="l" t="t" r="r" b="b"/>
              <a:pathLst>
                <a:path w="5131" h="688" extrusionOk="0">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4"/>
            <p:cNvSpPr/>
            <p:nvPr/>
          </p:nvSpPr>
          <p:spPr>
            <a:xfrm>
              <a:off x="7461345" y="1615201"/>
              <a:ext cx="309885" cy="47085"/>
            </a:xfrm>
            <a:custGeom>
              <a:avLst/>
              <a:gdLst/>
              <a:ahLst/>
              <a:cxnLst/>
              <a:rect l="l" t="t" r="r" b="b"/>
              <a:pathLst>
                <a:path w="5252" h="798" extrusionOk="0">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4"/>
            <p:cNvSpPr/>
            <p:nvPr/>
          </p:nvSpPr>
          <p:spPr>
            <a:xfrm>
              <a:off x="7497514" y="1629421"/>
              <a:ext cx="235423" cy="16993"/>
            </a:xfrm>
            <a:custGeom>
              <a:avLst/>
              <a:gdLst/>
              <a:ahLst/>
              <a:cxnLst/>
              <a:rect l="l" t="t" r="r" b="b"/>
              <a:pathLst>
                <a:path w="3990" h="288" extrusionOk="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4"/>
            <p:cNvSpPr/>
            <p:nvPr/>
          </p:nvSpPr>
          <p:spPr>
            <a:xfrm>
              <a:off x="7517221" y="1681934"/>
              <a:ext cx="198192" cy="23601"/>
            </a:xfrm>
            <a:custGeom>
              <a:avLst/>
              <a:gdLst/>
              <a:ahLst/>
              <a:cxnLst/>
              <a:rect l="l" t="t" r="r" b="b"/>
              <a:pathLst>
                <a:path w="3359" h="400" extrusionOk="0">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4"/>
            <p:cNvSpPr/>
            <p:nvPr/>
          </p:nvSpPr>
          <p:spPr>
            <a:xfrm>
              <a:off x="7513917" y="1678689"/>
              <a:ext cx="204741" cy="30151"/>
            </a:xfrm>
            <a:custGeom>
              <a:avLst/>
              <a:gdLst/>
              <a:ahLst/>
              <a:cxnLst/>
              <a:rect l="l" t="t" r="r" b="b"/>
              <a:pathLst>
                <a:path w="3470" h="511" extrusionOk="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4"/>
            <p:cNvSpPr/>
            <p:nvPr/>
          </p:nvSpPr>
          <p:spPr>
            <a:xfrm>
              <a:off x="755716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4"/>
            <p:cNvSpPr/>
            <p:nvPr/>
          </p:nvSpPr>
          <p:spPr>
            <a:xfrm>
              <a:off x="7579056" y="1687952"/>
              <a:ext cx="10975" cy="11565"/>
            </a:xfrm>
            <a:custGeom>
              <a:avLst/>
              <a:gdLst/>
              <a:ahLst/>
              <a:cxnLst/>
              <a:rect l="l" t="t" r="r" b="b"/>
              <a:pathLst>
                <a:path w="186" h="196" extrusionOk="0">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4"/>
            <p:cNvSpPr/>
            <p:nvPr/>
          </p:nvSpPr>
          <p:spPr>
            <a:xfrm>
              <a:off x="7599294" y="1687952"/>
              <a:ext cx="11565" cy="11565"/>
            </a:xfrm>
            <a:custGeom>
              <a:avLst/>
              <a:gdLst/>
              <a:ahLst/>
              <a:cxnLst/>
              <a:rect l="l" t="t" r="r" b="b"/>
              <a:pathLst>
                <a:path w="196" h="196" extrusionOk="0">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4"/>
            <p:cNvSpPr/>
            <p:nvPr/>
          </p:nvSpPr>
          <p:spPr>
            <a:xfrm>
              <a:off x="7621185" y="1687952"/>
              <a:ext cx="11565" cy="11565"/>
            </a:xfrm>
            <a:custGeom>
              <a:avLst/>
              <a:gdLst/>
              <a:ahLst/>
              <a:cxnLst/>
              <a:rect l="l" t="t" r="r" b="b"/>
              <a:pathLst>
                <a:path w="196" h="196" extrusionOk="0">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4"/>
            <p:cNvSpPr/>
            <p:nvPr/>
          </p:nvSpPr>
          <p:spPr>
            <a:xfrm>
              <a:off x="764254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4"/>
            <p:cNvSpPr/>
            <p:nvPr/>
          </p:nvSpPr>
          <p:spPr>
            <a:xfrm>
              <a:off x="7664434" y="1687952"/>
              <a:ext cx="11565" cy="11565"/>
            </a:xfrm>
            <a:custGeom>
              <a:avLst/>
              <a:gdLst/>
              <a:ahLst/>
              <a:cxnLst/>
              <a:rect l="l" t="t" r="r" b="b"/>
              <a:pathLst>
                <a:path w="196" h="196" extrusionOk="0">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4"/>
            <p:cNvSpPr/>
            <p:nvPr/>
          </p:nvSpPr>
          <p:spPr>
            <a:xfrm>
              <a:off x="7552800" y="1465215"/>
              <a:ext cx="126444" cy="126503"/>
            </a:xfrm>
            <a:custGeom>
              <a:avLst/>
              <a:gdLst/>
              <a:ahLst/>
              <a:cxnLst/>
              <a:rect l="l" t="t" r="r" b="b"/>
              <a:pathLst>
                <a:path w="2143" h="2144" extrusionOk="0">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4"/>
            <p:cNvSpPr/>
            <p:nvPr/>
          </p:nvSpPr>
          <p:spPr>
            <a:xfrm>
              <a:off x="7549496" y="1461380"/>
              <a:ext cx="133583" cy="134173"/>
            </a:xfrm>
            <a:custGeom>
              <a:avLst/>
              <a:gdLst/>
              <a:ahLst/>
              <a:cxnLst/>
              <a:rect l="l" t="t" r="r" b="b"/>
              <a:pathLst>
                <a:path w="2264" h="2274" extrusionOk="0">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4"/>
            <p:cNvSpPr/>
            <p:nvPr/>
          </p:nvSpPr>
          <p:spPr>
            <a:xfrm>
              <a:off x="7587789" y="1532007"/>
              <a:ext cx="56466" cy="28499"/>
            </a:xfrm>
            <a:custGeom>
              <a:avLst/>
              <a:gdLst/>
              <a:ahLst/>
              <a:cxnLst/>
              <a:rect l="l" t="t" r="r" b="b"/>
              <a:pathLst>
                <a:path w="957" h="483" extrusionOk="0">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4"/>
            <p:cNvSpPr/>
            <p:nvPr/>
          </p:nvSpPr>
          <p:spPr>
            <a:xfrm>
              <a:off x="7584544" y="1528702"/>
              <a:ext cx="63547" cy="35107"/>
            </a:xfrm>
            <a:custGeom>
              <a:avLst/>
              <a:gdLst/>
              <a:ahLst/>
              <a:cxnLst/>
              <a:rect l="l" t="t" r="r" b="b"/>
              <a:pathLst>
                <a:path w="1077" h="595" extrusionOk="0">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4"/>
            <p:cNvSpPr/>
            <p:nvPr/>
          </p:nvSpPr>
          <p:spPr>
            <a:xfrm>
              <a:off x="7600415" y="1496428"/>
              <a:ext cx="31803" cy="31803"/>
            </a:xfrm>
            <a:custGeom>
              <a:avLst/>
              <a:gdLst/>
              <a:ahLst/>
              <a:cxnLst/>
              <a:rect l="l" t="t" r="r" b="b"/>
              <a:pathLst>
                <a:path w="539" h="539" extrusionOk="0">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4"/>
            <p:cNvSpPr/>
            <p:nvPr/>
          </p:nvSpPr>
          <p:spPr>
            <a:xfrm>
              <a:off x="7597111" y="1493123"/>
              <a:ext cx="38942" cy="38942"/>
            </a:xfrm>
            <a:custGeom>
              <a:avLst/>
              <a:gdLst/>
              <a:ahLst/>
              <a:cxnLst/>
              <a:rect l="l" t="t" r="r" b="b"/>
              <a:pathLst>
                <a:path w="660" h="660" extrusionOk="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4"/>
            <p:cNvSpPr/>
            <p:nvPr/>
          </p:nvSpPr>
          <p:spPr>
            <a:xfrm>
              <a:off x="7569203" y="1724121"/>
              <a:ext cx="93638" cy="29030"/>
            </a:xfrm>
            <a:custGeom>
              <a:avLst/>
              <a:gdLst/>
              <a:ahLst/>
              <a:cxnLst/>
              <a:rect l="l" t="t" r="r" b="b"/>
              <a:pathLst>
                <a:path w="1587" h="492" extrusionOk="0">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4"/>
            <p:cNvSpPr/>
            <p:nvPr/>
          </p:nvSpPr>
          <p:spPr>
            <a:xfrm>
              <a:off x="7565898" y="1720817"/>
              <a:ext cx="100247" cy="36169"/>
            </a:xfrm>
            <a:custGeom>
              <a:avLst/>
              <a:gdLst/>
              <a:ahLst/>
              <a:cxnLst/>
              <a:rect l="l" t="t" r="r" b="b"/>
              <a:pathLst>
                <a:path w="1699" h="613" extrusionOk="0">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4"/>
            <p:cNvSpPr/>
            <p:nvPr/>
          </p:nvSpPr>
          <p:spPr>
            <a:xfrm>
              <a:off x="6772246" y="1753682"/>
              <a:ext cx="560000" cy="977035"/>
            </a:xfrm>
            <a:custGeom>
              <a:avLst/>
              <a:gdLst/>
              <a:ahLst/>
              <a:cxnLst/>
              <a:rect l="l" t="t" r="r" b="b"/>
              <a:pathLst>
                <a:path w="9491" h="16559" extrusionOk="0">
                  <a:moveTo>
                    <a:pt x="0" y="0"/>
                  </a:moveTo>
                  <a:lnTo>
                    <a:pt x="0" y="16559"/>
                  </a:lnTo>
                  <a:lnTo>
                    <a:pt x="9491" y="16559"/>
                  </a:lnTo>
                  <a:lnTo>
                    <a:pt x="9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4"/>
            <p:cNvSpPr/>
            <p:nvPr/>
          </p:nvSpPr>
          <p:spPr>
            <a:xfrm>
              <a:off x="6731179" y="1693971"/>
              <a:ext cx="560000" cy="995739"/>
            </a:xfrm>
            <a:custGeom>
              <a:avLst/>
              <a:gdLst/>
              <a:ahLst/>
              <a:cxnLst/>
              <a:rect l="l" t="t" r="r" b="b"/>
              <a:pathLst>
                <a:path w="9491" h="16876" extrusionOk="0">
                  <a:moveTo>
                    <a:pt x="1" y="1"/>
                  </a:moveTo>
                  <a:lnTo>
                    <a:pt x="1" y="16875"/>
                  </a:lnTo>
                  <a:lnTo>
                    <a:pt x="9491" y="16875"/>
                  </a:lnTo>
                  <a:lnTo>
                    <a:pt x="949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4"/>
            <p:cNvSpPr/>
            <p:nvPr/>
          </p:nvSpPr>
          <p:spPr>
            <a:xfrm>
              <a:off x="6727934" y="1690725"/>
              <a:ext cx="566549" cy="1002229"/>
            </a:xfrm>
            <a:custGeom>
              <a:avLst/>
              <a:gdLst/>
              <a:ahLst/>
              <a:cxnLst/>
              <a:rect l="l" t="t" r="r" b="b"/>
              <a:pathLst>
                <a:path w="9602" h="16986" extrusionOk="0">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4"/>
            <p:cNvSpPr/>
            <p:nvPr/>
          </p:nvSpPr>
          <p:spPr>
            <a:xfrm>
              <a:off x="6732301" y="1693971"/>
              <a:ext cx="558348" cy="80539"/>
            </a:xfrm>
            <a:custGeom>
              <a:avLst/>
              <a:gdLst/>
              <a:ahLst/>
              <a:cxnLst/>
              <a:rect l="l" t="t" r="r" b="b"/>
              <a:pathLst>
                <a:path w="9463" h="1365" extrusionOk="0">
                  <a:moveTo>
                    <a:pt x="0" y="1"/>
                  </a:moveTo>
                  <a:lnTo>
                    <a:pt x="0" y="1365"/>
                  </a:lnTo>
                  <a:lnTo>
                    <a:pt x="9463" y="1365"/>
                  </a:lnTo>
                  <a:lnTo>
                    <a:pt x="94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4"/>
            <p:cNvSpPr/>
            <p:nvPr/>
          </p:nvSpPr>
          <p:spPr>
            <a:xfrm>
              <a:off x="6728465" y="1690725"/>
              <a:ext cx="565487" cy="87089"/>
            </a:xfrm>
            <a:custGeom>
              <a:avLst/>
              <a:gdLst/>
              <a:ahLst/>
              <a:cxnLst/>
              <a:rect l="l" t="t" r="r" b="b"/>
              <a:pathLst>
                <a:path w="9584" h="1476" extrusionOk="0">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4"/>
            <p:cNvSpPr/>
            <p:nvPr/>
          </p:nvSpPr>
          <p:spPr>
            <a:xfrm>
              <a:off x="7140072" y="1723531"/>
              <a:ext cx="24132" cy="24191"/>
            </a:xfrm>
            <a:custGeom>
              <a:avLst/>
              <a:gdLst/>
              <a:ahLst/>
              <a:cxnLst/>
              <a:rect l="l" t="t" r="r" b="b"/>
              <a:pathLst>
                <a:path w="409" h="410" extrusionOk="0">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24"/>
            <p:cNvSpPr/>
            <p:nvPr/>
          </p:nvSpPr>
          <p:spPr>
            <a:xfrm>
              <a:off x="7189871" y="1723531"/>
              <a:ext cx="24132" cy="24191"/>
            </a:xfrm>
            <a:custGeom>
              <a:avLst/>
              <a:gdLst/>
              <a:ahLst/>
              <a:cxnLst/>
              <a:rect l="l" t="t" r="r" b="b"/>
              <a:pathLst>
                <a:path w="409" h="410" extrusionOk="0">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24"/>
            <p:cNvSpPr/>
            <p:nvPr/>
          </p:nvSpPr>
          <p:spPr>
            <a:xfrm>
              <a:off x="7240791" y="1723531"/>
              <a:ext cx="24132" cy="24191"/>
            </a:xfrm>
            <a:custGeom>
              <a:avLst/>
              <a:gdLst/>
              <a:ahLst/>
              <a:cxnLst/>
              <a:rect l="l" t="t" r="r" b="b"/>
              <a:pathLst>
                <a:path w="409" h="410" extrusionOk="0">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24"/>
            <p:cNvSpPr/>
            <p:nvPr/>
          </p:nvSpPr>
          <p:spPr>
            <a:xfrm>
              <a:off x="6820392" y="1885023"/>
              <a:ext cx="176892" cy="6608"/>
            </a:xfrm>
            <a:custGeom>
              <a:avLst/>
              <a:gdLst/>
              <a:ahLst/>
              <a:cxnLst/>
              <a:rect l="l" t="t" r="r" b="b"/>
              <a:pathLst>
                <a:path w="2998" h="112" extrusionOk="0">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24"/>
            <p:cNvSpPr/>
            <p:nvPr/>
          </p:nvSpPr>
          <p:spPr>
            <a:xfrm>
              <a:off x="7032804" y="1885023"/>
              <a:ext cx="67913" cy="6608"/>
            </a:xfrm>
            <a:custGeom>
              <a:avLst/>
              <a:gdLst/>
              <a:ahLst/>
              <a:cxnLst/>
              <a:rect l="l" t="t" r="r" b="b"/>
              <a:pathLst>
                <a:path w="1151" h="112" extrusionOk="0">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4"/>
            <p:cNvSpPr/>
            <p:nvPr/>
          </p:nvSpPr>
          <p:spPr>
            <a:xfrm>
              <a:off x="7142255" y="188502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4"/>
            <p:cNvSpPr/>
            <p:nvPr/>
          </p:nvSpPr>
          <p:spPr>
            <a:xfrm>
              <a:off x="7027848" y="2016364"/>
              <a:ext cx="176892" cy="7198"/>
            </a:xfrm>
            <a:custGeom>
              <a:avLst/>
              <a:gdLst/>
              <a:ahLst/>
              <a:cxnLst/>
              <a:rect l="l" t="t" r="r" b="b"/>
              <a:pathLst>
                <a:path w="2998" h="122" extrusionOk="0">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24"/>
            <p:cNvSpPr/>
            <p:nvPr/>
          </p:nvSpPr>
          <p:spPr>
            <a:xfrm>
              <a:off x="6924415" y="2016364"/>
              <a:ext cx="67913" cy="7198"/>
            </a:xfrm>
            <a:custGeom>
              <a:avLst/>
              <a:gdLst/>
              <a:ahLst/>
              <a:cxnLst/>
              <a:rect l="l" t="t" r="r" b="b"/>
              <a:pathLst>
                <a:path w="1151" h="122" extrusionOk="0">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24"/>
            <p:cNvSpPr/>
            <p:nvPr/>
          </p:nvSpPr>
          <p:spPr>
            <a:xfrm>
              <a:off x="6820392" y="2016364"/>
              <a:ext cx="62484" cy="7198"/>
            </a:xfrm>
            <a:custGeom>
              <a:avLst/>
              <a:gdLst/>
              <a:ahLst/>
              <a:cxnLst/>
              <a:rect l="l" t="t" r="r" b="b"/>
              <a:pathLst>
                <a:path w="1059" h="122" extrusionOk="0">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4"/>
            <p:cNvSpPr/>
            <p:nvPr/>
          </p:nvSpPr>
          <p:spPr>
            <a:xfrm>
              <a:off x="6820392" y="1950163"/>
              <a:ext cx="94228" cy="6608"/>
            </a:xfrm>
            <a:custGeom>
              <a:avLst/>
              <a:gdLst/>
              <a:ahLst/>
              <a:cxnLst/>
              <a:rect l="l" t="t" r="r" b="b"/>
              <a:pathLst>
                <a:path w="1597" h="112" extrusionOk="0">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4"/>
            <p:cNvSpPr/>
            <p:nvPr/>
          </p:nvSpPr>
          <p:spPr>
            <a:xfrm>
              <a:off x="6945184" y="1950163"/>
              <a:ext cx="155533" cy="6608"/>
            </a:xfrm>
            <a:custGeom>
              <a:avLst/>
              <a:gdLst/>
              <a:ahLst/>
              <a:cxnLst/>
              <a:rect l="l" t="t" r="r" b="b"/>
              <a:pathLst>
                <a:path w="2636" h="112" extrusionOk="0">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4"/>
            <p:cNvSpPr/>
            <p:nvPr/>
          </p:nvSpPr>
          <p:spPr>
            <a:xfrm>
              <a:off x="7142255" y="1950163"/>
              <a:ext cx="62484" cy="6608"/>
            </a:xfrm>
            <a:custGeom>
              <a:avLst/>
              <a:gdLst/>
              <a:ahLst/>
              <a:cxnLst/>
              <a:rect l="l" t="t" r="r" b="b"/>
              <a:pathLst>
                <a:path w="1059" h="112" extrusionOk="0">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4"/>
            <p:cNvSpPr/>
            <p:nvPr/>
          </p:nvSpPr>
          <p:spPr>
            <a:xfrm>
              <a:off x="6820392" y="2074955"/>
              <a:ext cx="176892" cy="7198"/>
            </a:xfrm>
            <a:custGeom>
              <a:avLst/>
              <a:gdLst/>
              <a:ahLst/>
              <a:cxnLst/>
              <a:rect l="l" t="t" r="r" b="b"/>
              <a:pathLst>
                <a:path w="2998" h="122" extrusionOk="0">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4"/>
            <p:cNvSpPr/>
            <p:nvPr/>
          </p:nvSpPr>
          <p:spPr>
            <a:xfrm>
              <a:off x="7032804" y="2074955"/>
              <a:ext cx="67913" cy="7198"/>
            </a:xfrm>
            <a:custGeom>
              <a:avLst/>
              <a:gdLst/>
              <a:ahLst/>
              <a:cxnLst/>
              <a:rect l="l" t="t" r="r" b="b"/>
              <a:pathLst>
                <a:path w="1151" h="122" extrusionOk="0">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4"/>
            <p:cNvSpPr/>
            <p:nvPr/>
          </p:nvSpPr>
          <p:spPr>
            <a:xfrm>
              <a:off x="6820392" y="2286245"/>
              <a:ext cx="176892" cy="6608"/>
            </a:xfrm>
            <a:custGeom>
              <a:avLst/>
              <a:gdLst/>
              <a:ahLst/>
              <a:cxnLst/>
              <a:rect l="l" t="t" r="r" b="b"/>
              <a:pathLst>
                <a:path w="2998" h="112" extrusionOk="0">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4"/>
            <p:cNvSpPr/>
            <p:nvPr/>
          </p:nvSpPr>
          <p:spPr>
            <a:xfrm>
              <a:off x="7032804" y="2286245"/>
              <a:ext cx="67913" cy="6608"/>
            </a:xfrm>
            <a:custGeom>
              <a:avLst/>
              <a:gdLst/>
              <a:ahLst/>
              <a:cxnLst/>
              <a:rect l="l" t="t" r="r" b="b"/>
              <a:pathLst>
                <a:path w="1151" h="112" extrusionOk="0">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4"/>
            <p:cNvSpPr/>
            <p:nvPr/>
          </p:nvSpPr>
          <p:spPr>
            <a:xfrm>
              <a:off x="7142255" y="2074955"/>
              <a:ext cx="62484" cy="7198"/>
            </a:xfrm>
            <a:custGeom>
              <a:avLst/>
              <a:gdLst/>
              <a:ahLst/>
              <a:cxnLst/>
              <a:rect l="l" t="t" r="r" b="b"/>
              <a:pathLst>
                <a:path w="1059" h="122" extrusionOk="0">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4"/>
            <p:cNvSpPr/>
            <p:nvPr/>
          </p:nvSpPr>
          <p:spPr>
            <a:xfrm>
              <a:off x="7027848" y="2206886"/>
              <a:ext cx="176892" cy="6608"/>
            </a:xfrm>
            <a:custGeom>
              <a:avLst/>
              <a:gdLst/>
              <a:ahLst/>
              <a:cxnLst/>
              <a:rect l="l" t="t" r="r" b="b"/>
              <a:pathLst>
                <a:path w="2998" h="112" extrusionOk="0">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4"/>
            <p:cNvSpPr/>
            <p:nvPr/>
          </p:nvSpPr>
          <p:spPr>
            <a:xfrm>
              <a:off x="6924415" y="2206886"/>
              <a:ext cx="67913" cy="6608"/>
            </a:xfrm>
            <a:custGeom>
              <a:avLst/>
              <a:gdLst/>
              <a:ahLst/>
              <a:cxnLst/>
              <a:rect l="l" t="t" r="r" b="b"/>
              <a:pathLst>
                <a:path w="1151" h="112" extrusionOk="0">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4"/>
            <p:cNvSpPr/>
            <p:nvPr/>
          </p:nvSpPr>
          <p:spPr>
            <a:xfrm>
              <a:off x="6820392" y="2206886"/>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4"/>
            <p:cNvSpPr/>
            <p:nvPr/>
          </p:nvSpPr>
          <p:spPr>
            <a:xfrm>
              <a:off x="7123669" y="2357403"/>
              <a:ext cx="67382" cy="7139"/>
            </a:xfrm>
            <a:custGeom>
              <a:avLst/>
              <a:gdLst/>
              <a:ahLst/>
              <a:cxnLst/>
              <a:rect l="l" t="t" r="r" b="b"/>
              <a:pathLst>
                <a:path w="1142" h="121" extrusionOk="0">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4"/>
            <p:cNvSpPr/>
            <p:nvPr/>
          </p:nvSpPr>
          <p:spPr>
            <a:xfrm>
              <a:off x="7019115" y="2357403"/>
              <a:ext cx="63015" cy="7139"/>
            </a:xfrm>
            <a:custGeom>
              <a:avLst/>
              <a:gdLst/>
              <a:ahLst/>
              <a:cxnLst/>
              <a:rect l="l" t="t" r="r" b="b"/>
              <a:pathLst>
                <a:path w="1068" h="121" extrusionOk="0">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4"/>
            <p:cNvSpPr/>
            <p:nvPr/>
          </p:nvSpPr>
          <p:spPr>
            <a:xfrm>
              <a:off x="6820392" y="2140094"/>
              <a:ext cx="94228" cy="7139"/>
            </a:xfrm>
            <a:custGeom>
              <a:avLst/>
              <a:gdLst/>
              <a:ahLst/>
              <a:cxnLst/>
              <a:rect l="l" t="t" r="r" b="b"/>
              <a:pathLst>
                <a:path w="1597" h="121" extrusionOk="0">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4"/>
            <p:cNvSpPr/>
            <p:nvPr/>
          </p:nvSpPr>
          <p:spPr>
            <a:xfrm>
              <a:off x="6945184" y="2140094"/>
              <a:ext cx="155533" cy="7139"/>
            </a:xfrm>
            <a:custGeom>
              <a:avLst/>
              <a:gdLst/>
              <a:ahLst/>
              <a:cxnLst/>
              <a:rect l="l" t="t" r="r" b="b"/>
              <a:pathLst>
                <a:path w="2636" h="121" extrusionOk="0">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4"/>
            <p:cNvSpPr/>
            <p:nvPr/>
          </p:nvSpPr>
          <p:spPr>
            <a:xfrm>
              <a:off x="7142255" y="2140094"/>
              <a:ext cx="62484" cy="7139"/>
            </a:xfrm>
            <a:custGeom>
              <a:avLst/>
              <a:gdLst/>
              <a:ahLst/>
              <a:cxnLst/>
              <a:rect l="l" t="t" r="r" b="b"/>
              <a:pathLst>
                <a:path w="1059" h="121" extrusionOk="0">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4"/>
            <p:cNvSpPr/>
            <p:nvPr/>
          </p:nvSpPr>
          <p:spPr>
            <a:xfrm>
              <a:off x="7017994" y="2427440"/>
              <a:ext cx="155533" cy="7198"/>
            </a:xfrm>
            <a:custGeom>
              <a:avLst/>
              <a:gdLst/>
              <a:ahLst/>
              <a:cxnLst/>
              <a:rect l="l" t="t" r="r" b="b"/>
              <a:pathLst>
                <a:path w="2636" h="122" extrusionOk="0">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4"/>
            <p:cNvSpPr/>
            <p:nvPr/>
          </p:nvSpPr>
          <p:spPr>
            <a:xfrm>
              <a:off x="7018584" y="2493111"/>
              <a:ext cx="62425" cy="7198"/>
            </a:xfrm>
            <a:custGeom>
              <a:avLst/>
              <a:gdLst/>
              <a:ahLst/>
              <a:cxnLst/>
              <a:rect l="l" t="t" r="r" b="b"/>
              <a:pathLst>
                <a:path w="1058" h="122" extrusionOk="0">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4"/>
            <p:cNvSpPr/>
            <p:nvPr/>
          </p:nvSpPr>
          <p:spPr>
            <a:xfrm>
              <a:off x="7433436" y="2415403"/>
              <a:ext cx="731876" cy="52170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4"/>
            <p:cNvSpPr/>
            <p:nvPr/>
          </p:nvSpPr>
          <p:spPr>
            <a:xfrm>
              <a:off x="7430191" y="2412099"/>
              <a:ext cx="738957" cy="528846"/>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4"/>
            <p:cNvSpPr/>
            <p:nvPr/>
          </p:nvSpPr>
          <p:spPr>
            <a:xfrm>
              <a:off x="7474502" y="2375989"/>
              <a:ext cx="731876" cy="88210"/>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4"/>
            <p:cNvSpPr/>
            <p:nvPr/>
          </p:nvSpPr>
          <p:spPr>
            <a:xfrm>
              <a:off x="7471198" y="2372685"/>
              <a:ext cx="738485" cy="94759"/>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4"/>
            <p:cNvSpPr/>
            <p:nvPr/>
          </p:nvSpPr>
          <p:spPr>
            <a:xfrm>
              <a:off x="7553862" y="2401715"/>
              <a:ext cx="33455" cy="33986"/>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4"/>
            <p:cNvSpPr/>
            <p:nvPr/>
          </p:nvSpPr>
          <p:spPr>
            <a:xfrm>
              <a:off x="7606434" y="2401715"/>
              <a:ext cx="33986" cy="33986"/>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4"/>
            <p:cNvSpPr/>
            <p:nvPr/>
          </p:nvSpPr>
          <p:spPr>
            <a:xfrm>
              <a:off x="7501349" y="2401715"/>
              <a:ext cx="33986" cy="33986"/>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4"/>
            <p:cNvSpPr/>
            <p:nvPr/>
          </p:nvSpPr>
          <p:spPr>
            <a:xfrm>
              <a:off x="7473971" y="2464140"/>
              <a:ext cx="732407" cy="430252"/>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4"/>
            <p:cNvSpPr/>
            <p:nvPr/>
          </p:nvSpPr>
          <p:spPr>
            <a:xfrm>
              <a:off x="7470667" y="2460305"/>
              <a:ext cx="739016" cy="437391"/>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4"/>
            <p:cNvSpPr/>
            <p:nvPr/>
          </p:nvSpPr>
          <p:spPr>
            <a:xfrm>
              <a:off x="7778310" y="2564859"/>
              <a:ext cx="336083" cy="6608"/>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4"/>
            <p:cNvSpPr/>
            <p:nvPr/>
          </p:nvSpPr>
          <p:spPr>
            <a:xfrm>
              <a:off x="7778310" y="2614657"/>
              <a:ext cx="122668" cy="7139"/>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4"/>
            <p:cNvSpPr/>
            <p:nvPr/>
          </p:nvSpPr>
          <p:spPr>
            <a:xfrm>
              <a:off x="7941395" y="2614657"/>
              <a:ext cx="147272" cy="7139"/>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4"/>
            <p:cNvSpPr/>
            <p:nvPr/>
          </p:nvSpPr>
          <p:spPr>
            <a:xfrm>
              <a:off x="7778310" y="2766237"/>
              <a:ext cx="217899" cy="666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4"/>
            <p:cNvSpPr/>
            <p:nvPr/>
          </p:nvSpPr>
          <p:spPr>
            <a:xfrm>
              <a:off x="7778310" y="2667170"/>
              <a:ext cx="338856" cy="7198"/>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4"/>
            <p:cNvSpPr/>
            <p:nvPr/>
          </p:nvSpPr>
          <p:spPr>
            <a:xfrm>
              <a:off x="7778310" y="2716969"/>
              <a:ext cx="112224" cy="7198"/>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4"/>
            <p:cNvSpPr/>
            <p:nvPr/>
          </p:nvSpPr>
          <p:spPr>
            <a:xfrm>
              <a:off x="7915670" y="2716969"/>
              <a:ext cx="198723" cy="7198"/>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4"/>
            <p:cNvSpPr/>
            <p:nvPr/>
          </p:nvSpPr>
          <p:spPr>
            <a:xfrm>
              <a:off x="7525953" y="2548397"/>
              <a:ext cx="219020" cy="219020"/>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4"/>
            <p:cNvSpPr/>
            <p:nvPr/>
          </p:nvSpPr>
          <p:spPr>
            <a:xfrm>
              <a:off x="7522649" y="2545151"/>
              <a:ext cx="225567" cy="225567"/>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4"/>
            <p:cNvSpPr/>
            <p:nvPr/>
          </p:nvSpPr>
          <p:spPr>
            <a:xfrm>
              <a:off x="7516631" y="2550049"/>
              <a:ext cx="218489" cy="218430"/>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4"/>
            <p:cNvSpPr/>
            <p:nvPr/>
          </p:nvSpPr>
          <p:spPr>
            <a:xfrm>
              <a:off x="7513386" y="2546213"/>
              <a:ext cx="225569" cy="225569"/>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4"/>
            <p:cNvSpPr/>
            <p:nvPr/>
          </p:nvSpPr>
          <p:spPr>
            <a:xfrm>
              <a:off x="7662251" y="2565921"/>
              <a:ext cx="54814" cy="54814"/>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4"/>
            <p:cNvSpPr/>
            <p:nvPr/>
          </p:nvSpPr>
          <p:spPr>
            <a:xfrm>
              <a:off x="7658947" y="2562085"/>
              <a:ext cx="61363" cy="61894"/>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4"/>
            <p:cNvSpPr/>
            <p:nvPr/>
          </p:nvSpPr>
          <p:spPr>
            <a:xfrm>
              <a:off x="7985707" y="2216444"/>
              <a:ext cx="377208" cy="339092"/>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4"/>
            <p:cNvSpPr/>
            <p:nvPr/>
          </p:nvSpPr>
          <p:spPr>
            <a:xfrm>
              <a:off x="8001047" y="2212904"/>
              <a:ext cx="345995" cy="345995"/>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4"/>
            <p:cNvSpPr/>
            <p:nvPr/>
          </p:nvSpPr>
          <p:spPr>
            <a:xfrm>
              <a:off x="7997212" y="2199923"/>
              <a:ext cx="384878" cy="339387"/>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4"/>
            <p:cNvSpPr/>
            <p:nvPr/>
          </p:nvSpPr>
          <p:spPr>
            <a:xfrm>
              <a:off x="8016388" y="2196442"/>
              <a:ext cx="345995" cy="345995"/>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4"/>
            <p:cNvSpPr/>
            <p:nvPr/>
          </p:nvSpPr>
          <p:spPr>
            <a:xfrm>
              <a:off x="8070553" y="2285655"/>
              <a:ext cx="224507" cy="141844"/>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4"/>
            <p:cNvSpPr/>
            <p:nvPr/>
          </p:nvSpPr>
          <p:spPr>
            <a:xfrm>
              <a:off x="8066718" y="2282410"/>
              <a:ext cx="231588" cy="148393"/>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4"/>
            <p:cNvSpPr/>
            <p:nvPr/>
          </p:nvSpPr>
          <p:spPr>
            <a:xfrm>
              <a:off x="5843948" y="3263280"/>
              <a:ext cx="422581" cy="300504"/>
            </a:xfrm>
            <a:custGeom>
              <a:avLst/>
              <a:gdLst/>
              <a:ahLst/>
              <a:cxnLst/>
              <a:rect l="l" t="t" r="r" b="b"/>
              <a:pathLst>
                <a:path w="7162" h="5093" extrusionOk="0">
                  <a:moveTo>
                    <a:pt x="0" y="0"/>
                  </a:moveTo>
                  <a:lnTo>
                    <a:pt x="0" y="5093"/>
                  </a:lnTo>
                  <a:lnTo>
                    <a:pt x="7162" y="5093"/>
                  </a:lnTo>
                  <a:lnTo>
                    <a:pt x="716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4"/>
            <p:cNvSpPr/>
            <p:nvPr/>
          </p:nvSpPr>
          <p:spPr>
            <a:xfrm>
              <a:off x="5840112" y="3259976"/>
              <a:ext cx="429721" cy="307643"/>
            </a:xfrm>
            <a:custGeom>
              <a:avLst/>
              <a:gdLst/>
              <a:ahLst/>
              <a:cxnLst/>
              <a:rect l="l" t="t" r="r" b="b"/>
              <a:pathLst>
                <a:path w="7283" h="5214" extrusionOk="0">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4"/>
            <p:cNvSpPr/>
            <p:nvPr/>
          </p:nvSpPr>
          <p:spPr>
            <a:xfrm>
              <a:off x="5151544" y="2042680"/>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5148240" y="2039376"/>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a:off x="5151544" y="2076076"/>
              <a:ext cx="1807388" cy="1218417"/>
            </a:xfrm>
            <a:custGeom>
              <a:avLst/>
              <a:gdLst/>
              <a:ahLst/>
              <a:cxnLst/>
              <a:rect l="l" t="t" r="r" b="b"/>
              <a:pathLst>
                <a:path w="30632" h="20650" extrusionOk="0">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a:off x="5148240" y="2072771"/>
              <a:ext cx="1813996" cy="1225026"/>
            </a:xfrm>
            <a:custGeom>
              <a:avLst/>
              <a:gdLst/>
              <a:ahLst/>
              <a:cxnLst/>
              <a:rect l="l" t="t" r="r" b="b"/>
              <a:pathLst>
                <a:path w="30744" h="20762" extrusionOk="0">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5254977" y="2195380"/>
              <a:ext cx="1597218" cy="973790"/>
            </a:xfrm>
            <a:custGeom>
              <a:avLst/>
              <a:gdLst/>
              <a:ahLst/>
              <a:cxnLst/>
              <a:rect l="l" t="t" r="r" b="b"/>
              <a:pathLst>
                <a:path w="27070" h="16504" extrusionOk="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5251673" y="2192076"/>
              <a:ext cx="1603826" cy="980929"/>
            </a:xfrm>
            <a:custGeom>
              <a:avLst/>
              <a:gdLst/>
              <a:ahLst/>
              <a:cxnLst/>
              <a:rect l="l" t="t" r="r" b="b"/>
              <a:pathLst>
                <a:path w="27182" h="16625" extrusionOk="0">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6850543" y="2586749"/>
              <a:ext cx="6608" cy="189990"/>
            </a:xfrm>
            <a:custGeom>
              <a:avLst/>
              <a:gdLst/>
              <a:ahLst/>
              <a:cxnLst/>
              <a:rect l="l" t="t" r="r" b="b"/>
              <a:pathLst>
                <a:path w="112" h="3220" extrusionOk="0">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6035531" y="2114369"/>
              <a:ext cx="38883" cy="38352"/>
            </a:xfrm>
            <a:custGeom>
              <a:avLst/>
              <a:gdLst/>
              <a:ahLst/>
              <a:cxnLst/>
              <a:rect l="l" t="t" r="r" b="b"/>
              <a:pathLst>
                <a:path w="659" h="650" extrusionOk="0">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6032227" y="2110533"/>
              <a:ext cx="46023" cy="46023"/>
            </a:xfrm>
            <a:custGeom>
              <a:avLst/>
              <a:gdLst/>
              <a:ahLst/>
              <a:cxnLst/>
              <a:rect l="l" t="t" r="r" b="b"/>
              <a:pathLst>
                <a:path w="780" h="780" extrusionOk="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6808356" y="3211239"/>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6805111" y="3207404"/>
              <a:ext cx="46023" cy="46082"/>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6741564" y="3219441"/>
              <a:ext cx="22539" cy="21949"/>
            </a:xfrm>
            <a:custGeom>
              <a:avLst/>
              <a:gdLst/>
              <a:ahLst/>
              <a:cxnLst/>
              <a:rect l="l" t="t" r="r" b="b"/>
              <a:pathLst>
                <a:path w="382" h="372" extrusionOk="0">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6697253" y="3219441"/>
              <a:ext cx="22480" cy="21949"/>
            </a:xfrm>
            <a:custGeom>
              <a:avLst/>
              <a:gdLst/>
              <a:ahLst/>
              <a:cxnLst/>
              <a:rect l="l" t="t" r="r" b="b"/>
              <a:pathLst>
                <a:path w="381" h="372" extrusionOk="0">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a:off x="5844479" y="3294434"/>
              <a:ext cx="421519" cy="77825"/>
            </a:xfrm>
            <a:custGeom>
              <a:avLst/>
              <a:gdLst/>
              <a:ahLst/>
              <a:cxnLst/>
              <a:rect l="l" t="t" r="r" b="b"/>
              <a:pathLst>
                <a:path w="7144" h="1319" extrusionOk="0">
                  <a:moveTo>
                    <a:pt x="0" y="1"/>
                  </a:moveTo>
                  <a:lnTo>
                    <a:pt x="0" y="1318"/>
                  </a:lnTo>
                  <a:lnTo>
                    <a:pt x="7144" y="1318"/>
                  </a:lnTo>
                  <a:lnTo>
                    <a:pt x="71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p:cNvSpPr/>
            <p:nvPr/>
          </p:nvSpPr>
          <p:spPr>
            <a:xfrm>
              <a:off x="5841174" y="3291189"/>
              <a:ext cx="428128" cy="84316"/>
            </a:xfrm>
            <a:custGeom>
              <a:avLst/>
              <a:gdLst/>
              <a:ahLst/>
              <a:cxnLst/>
              <a:rect l="l" t="t" r="r" b="b"/>
              <a:pathLst>
                <a:path w="7256" h="1429" extrusionOk="0">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a:off x="5257691" y="3542955"/>
              <a:ext cx="1595094" cy="130869"/>
            </a:xfrm>
            <a:custGeom>
              <a:avLst/>
              <a:gdLst/>
              <a:ahLst/>
              <a:cxnLst/>
              <a:rect l="l" t="t" r="r" b="b"/>
              <a:pathLst>
                <a:path w="27034" h="2218" extrusionOk="0">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a:off x="5253856" y="3539120"/>
              <a:ext cx="1602764" cy="138540"/>
            </a:xfrm>
            <a:custGeom>
              <a:avLst/>
              <a:gdLst/>
              <a:ahLst/>
              <a:cxnLst/>
              <a:rect l="l" t="t" r="r" b="b"/>
              <a:pathLst>
                <a:path w="27164" h="2348" extrusionOk="0">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a:off x="542573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p:cNvSpPr/>
            <p:nvPr/>
          </p:nvSpPr>
          <p:spPr>
            <a:xfrm>
              <a:off x="5422487" y="3569743"/>
              <a:ext cx="119895" cy="44960"/>
            </a:xfrm>
            <a:custGeom>
              <a:avLst/>
              <a:gdLst/>
              <a:ahLst/>
              <a:cxnLst/>
              <a:rect l="l" t="t" r="r" b="b"/>
              <a:pathLst>
                <a:path w="2032"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p:cNvSpPr/>
            <p:nvPr/>
          </p:nvSpPr>
          <p:spPr>
            <a:xfrm>
              <a:off x="5565334" y="3573047"/>
              <a:ext cx="113345" cy="38352"/>
            </a:xfrm>
            <a:custGeom>
              <a:avLst/>
              <a:gdLst/>
              <a:ahLst/>
              <a:cxnLst/>
              <a:rect l="l" t="t" r="r" b="b"/>
              <a:pathLst>
                <a:path w="1921" h="650" extrusionOk="0">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4"/>
            <p:cNvSpPr/>
            <p:nvPr/>
          </p:nvSpPr>
          <p:spPr>
            <a:xfrm>
              <a:off x="5562030" y="3569743"/>
              <a:ext cx="119954" cy="44960"/>
            </a:xfrm>
            <a:custGeom>
              <a:avLst/>
              <a:gdLst/>
              <a:ahLst/>
              <a:cxnLst/>
              <a:rect l="l" t="t" r="r" b="b"/>
              <a:pathLst>
                <a:path w="2033" h="762" extrusionOk="0">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4"/>
            <p:cNvSpPr/>
            <p:nvPr/>
          </p:nvSpPr>
          <p:spPr>
            <a:xfrm>
              <a:off x="5708712"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p:cNvSpPr/>
            <p:nvPr/>
          </p:nvSpPr>
          <p:spPr>
            <a:xfrm>
              <a:off x="5705467" y="3569743"/>
              <a:ext cx="119895" cy="44960"/>
            </a:xfrm>
            <a:custGeom>
              <a:avLst/>
              <a:gdLst/>
              <a:ahLst/>
              <a:cxnLst/>
              <a:rect l="l" t="t" r="r" b="b"/>
              <a:pathLst>
                <a:path w="2032"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p:cNvSpPr/>
            <p:nvPr/>
          </p:nvSpPr>
          <p:spPr>
            <a:xfrm>
              <a:off x="5848314" y="3573047"/>
              <a:ext cx="112814" cy="38352"/>
            </a:xfrm>
            <a:custGeom>
              <a:avLst/>
              <a:gdLst/>
              <a:ahLst/>
              <a:cxnLst/>
              <a:rect l="l" t="t" r="r" b="b"/>
              <a:pathLst>
                <a:path w="1912" h="650" extrusionOk="0">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p:cNvSpPr/>
            <p:nvPr/>
          </p:nvSpPr>
          <p:spPr>
            <a:xfrm>
              <a:off x="5845010" y="3569743"/>
              <a:ext cx="119954" cy="44960"/>
            </a:xfrm>
            <a:custGeom>
              <a:avLst/>
              <a:gdLst/>
              <a:ahLst/>
              <a:cxnLst/>
              <a:rect l="l" t="t" r="r" b="b"/>
              <a:pathLst>
                <a:path w="2033" h="762" extrusionOk="0">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p:cNvSpPr/>
            <p:nvPr/>
          </p:nvSpPr>
          <p:spPr>
            <a:xfrm>
              <a:off x="5990099"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4"/>
            <p:cNvSpPr/>
            <p:nvPr/>
          </p:nvSpPr>
          <p:spPr>
            <a:xfrm>
              <a:off x="5986794"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4"/>
            <p:cNvSpPr/>
            <p:nvPr/>
          </p:nvSpPr>
          <p:spPr>
            <a:xfrm>
              <a:off x="612964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p:cNvSpPr/>
            <p:nvPr/>
          </p:nvSpPr>
          <p:spPr>
            <a:xfrm>
              <a:off x="6126337" y="3569743"/>
              <a:ext cx="119423" cy="44960"/>
            </a:xfrm>
            <a:custGeom>
              <a:avLst/>
              <a:gdLst/>
              <a:ahLst/>
              <a:cxnLst/>
              <a:rect l="l" t="t" r="r" b="b"/>
              <a:pathLst>
                <a:path w="2024" h="762" extrusionOk="0">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p:nvPr/>
          </p:nvSpPr>
          <p:spPr>
            <a:xfrm>
              <a:off x="6273078" y="3573047"/>
              <a:ext cx="112814" cy="38352"/>
            </a:xfrm>
            <a:custGeom>
              <a:avLst/>
              <a:gdLst/>
              <a:ahLst/>
              <a:cxnLst/>
              <a:rect l="l" t="t" r="r" b="b"/>
              <a:pathLst>
                <a:path w="1912" h="650" extrusionOk="0">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p:cNvSpPr/>
            <p:nvPr/>
          </p:nvSpPr>
          <p:spPr>
            <a:xfrm>
              <a:off x="6269243" y="3569743"/>
              <a:ext cx="119895" cy="44960"/>
            </a:xfrm>
            <a:custGeom>
              <a:avLst/>
              <a:gdLst/>
              <a:ahLst/>
              <a:cxnLst/>
              <a:rect l="l" t="t" r="r" b="b"/>
              <a:pathLst>
                <a:path w="2032" h="762" extrusionOk="0">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p:nvPr/>
          </p:nvSpPr>
          <p:spPr>
            <a:xfrm>
              <a:off x="6412621"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24"/>
            <p:cNvSpPr/>
            <p:nvPr/>
          </p:nvSpPr>
          <p:spPr>
            <a:xfrm>
              <a:off x="6409376" y="3569743"/>
              <a:ext cx="119364" cy="44960"/>
            </a:xfrm>
            <a:custGeom>
              <a:avLst/>
              <a:gdLst/>
              <a:ahLst/>
              <a:cxnLst/>
              <a:rect l="l" t="t" r="r" b="b"/>
              <a:pathLst>
                <a:path w="2023" h="762" extrusionOk="0">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a:off x="6559303" y="3573047"/>
              <a:ext cx="112814" cy="38352"/>
            </a:xfrm>
            <a:custGeom>
              <a:avLst/>
              <a:gdLst/>
              <a:ahLst/>
              <a:cxnLst/>
              <a:rect l="l" t="t" r="r" b="b"/>
              <a:pathLst>
                <a:path w="1912" h="650" extrusionOk="0">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4"/>
            <p:cNvSpPr/>
            <p:nvPr/>
          </p:nvSpPr>
          <p:spPr>
            <a:xfrm>
              <a:off x="6556058" y="3569743"/>
              <a:ext cx="119364" cy="44960"/>
            </a:xfrm>
            <a:custGeom>
              <a:avLst/>
              <a:gdLst/>
              <a:ahLst/>
              <a:cxnLst/>
              <a:rect l="l" t="t" r="r" b="b"/>
              <a:pathLst>
                <a:path w="2023" h="762" extrusionOk="0">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4"/>
            <p:cNvSpPr/>
            <p:nvPr/>
          </p:nvSpPr>
          <p:spPr>
            <a:xfrm>
              <a:off x="535953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4"/>
            <p:cNvSpPr/>
            <p:nvPr/>
          </p:nvSpPr>
          <p:spPr>
            <a:xfrm>
              <a:off x="5356227"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a:off x="549907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4"/>
            <p:cNvSpPr/>
            <p:nvPr/>
          </p:nvSpPr>
          <p:spPr>
            <a:xfrm>
              <a:off x="549582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4"/>
            <p:cNvSpPr/>
            <p:nvPr/>
          </p:nvSpPr>
          <p:spPr>
            <a:xfrm>
              <a:off x="564251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a:off x="5639206"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4"/>
            <p:cNvSpPr/>
            <p:nvPr/>
          </p:nvSpPr>
          <p:spPr>
            <a:xfrm>
              <a:off x="5782053"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24"/>
            <p:cNvSpPr/>
            <p:nvPr/>
          </p:nvSpPr>
          <p:spPr>
            <a:xfrm>
              <a:off x="5778808"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24"/>
            <p:cNvSpPr/>
            <p:nvPr/>
          </p:nvSpPr>
          <p:spPr>
            <a:xfrm>
              <a:off x="5923307" y="3599304"/>
              <a:ext cx="113345" cy="38411"/>
            </a:xfrm>
            <a:custGeom>
              <a:avLst/>
              <a:gdLst/>
              <a:ahLst/>
              <a:cxnLst/>
              <a:rect l="l" t="t" r="r" b="b"/>
              <a:pathLst>
                <a:path w="1921" h="651" extrusionOk="0">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4"/>
            <p:cNvSpPr/>
            <p:nvPr/>
          </p:nvSpPr>
          <p:spPr>
            <a:xfrm>
              <a:off x="5920003"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4"/>
            <p:cNvSpPr/>
            <p:nvPr/>
          </p:nvSpPr>
          <p:spPr>
            <a:xfrm>
              <a:off x="6063440"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4"/>
            <p:cNvSpPr/>
            <p:nvPr/>
          </p:nvSpPr>
          <p:spPr>
            <a:xfrm>
              <a:off x="6060136" y="3596058"/>
              <a:ext cx="119364" cy="44901"/>
            </a:xfrm>
            <a:custGeom>
              <a:avLst/>
              <a:gdLst/>
              <a:ahLst/>
              <a:cxnLst/>
              <a:rect l="l" t="t" r="r" b="b"/>
              <a:pathLst>
                <a:path w="2023"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4"/>
            <p:cNvSpPr/>
            <p:nvPr/>
          </p:nvSpPr>
          <p:spPr>
            <a:xfrm>
              <a:off x="6206818" y="3599304"/>
              <a:ext cx="112814" cy="38411"/>
            </a:xfrm>
            <a:custGeom>
              <a:avLst/>
              <a:gdLst/>
              <a:ahLst/>
              <a:cxnLst/>
              <a:rect l="l" t="t" r="r" b="b"/>
              <a:pathLst>
                <a:path w="1912" h="651" extrusionOk="0">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4"/>
            <p:cNvSpPr/>
            <p:nvPr/>
          </p:nvSpPr>
          <p:spPr>
            <a:xfrm>
              <a:off x="6202982" y="3596058"/>
              <a:ext cx="119954" cy="44901"/>
            </a:xfrm>
            <a:custGeom>
              <a:avLst/>
              <a:gdLst/>
              <a:ahLst/>
              <a:cxnLst/>
              <a:rect l="l" t="t" r="r" b="b"/>
              <a:pathLst>
                <a:path w="2033" h="761" extrusionOk="0">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4"/>
            <p:cNvSpPr/>
            <p:nvPr/>
          </p:nvSpPr>
          <p:spPr>
            <a:xfrm>
              <a:off x="6346419"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4"/>
            <p:cNvSpPr/>
            <p:nvPr/>
          </p:nvSpPr>
          <p:spPr>
            <a:xfrm>
              <a:off x="6342584" y="3596058"/>
              <a:ext cx="119895" cy="44901"/>
            </a:xfrm>
            <a:custGeom>
              <a:avLst/>
              <a:gdLst/>
              <a:ahLst/>
              <a:cxnLst/>
              <a:rect l="l" t="t" r="r" b="b"/>
              <a:pathLst>
                <a:path w="2032" h="761" extrusionOk="0">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4"/>
            <p:cNvSpPr/>
            <p:nvPr/>
          </p:nvSpPr>
          <p:spPr>
            <a:xfrm>
              <a:off x="6493101" y="3599304"/>
              <a:ext cx="112814" cy="38411"/>
            </a:xfrm>
            <a:custGeom>
              <a:avLst/>
              <a:gdLst/>
              <a:ahLst/>
              <a:cxnLst/>
              <a:rect l="l" t="t" r="r" b="b"/>
              <a:pathLst>
                <a:path w="1912" h="651" extrusionOk="0">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4"/>
            <p:cNvSpPr/>
            <p:nvPr/>
          </p:nvSpPr>
          <p:spPr>
            <a:xfrm>
              <a:off x="6489797" y="3596058"/>
              <a:ext cx="119423" cy="44901"/>
            </a:xfrm>
            <a:custGeom>
              <a:avLst/>
              <a:gdLst/>
              <a:ahLst/>
              <a:cxnLst/>
              <a:rect l="l" t="t" r="r" b="b"/>
              <a:pathLst>
                <a:path w="2024" h="761" extrusionOk="0">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4"/>
            <p:cNvSpPr/>
            <p:nvPr/>
          </p:nvSpPr>
          <p:spPr>
            <a:xfrm>
              <a:off x="6632644" y="3599304"/>
              <a:ext cx="112814" cy="38411"/>
            </a:xfrm>
            <a:custGeom>
              <a:avLst/>
              <a:gdLst/>
              <a:ahLst/>
              <a:cxnLst/>
              <a:rect l="l" t="t" r="r" b="b"/>
              <a:pathLst>
                <a:path w="1912" h="651" extrusionOk="0">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4"/>
            <p:cNvSpPr/>
            <p:nvPr/>
          </p:nvSpPr>
          <p:spPr>
            <a:xfrm>
              <a:off x="6629399" y="3596058"/>
              <a:ext cx="119895" cy="44901"/>
            </a:xfrm>
            <a:custGeom>
              <a:avLst/>
              <a:gdLst/>
              <a:ahLst/>
              <a:cxnLst/>
              <a:rect l="l" t="t" r="r" b="b"/>
              <a:pathLst>
                <a:path w="2032" h="761" extrusionOk="0">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4"/>
            <p:cNvSpPr/>
            <p:nvPr/>
          </p:nvSpPr>
          <p:spPr>
            <a:xfrm>
              <a:off x="5370447" y="2293916"/>
              <a:ext cx="907057" cy="792060"/>
            </a:xfrm>
            <a:custGeom>
              <a:avLst/>
              <a:gdLst/>
              <a:ahLst/>
              <a:cxnLst/>
              <a:rect l="l" t="t" r="r" b="b"/>
              <a:pathLst>
                <a:path w="15373" h="13424" extrusionOk="0">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4"/>
            <p:cNvSpPr/>
            <p:nvPr/>
          </p:nvSpPr>
          <p:spPr>
            <a:xfrm>
              <a:off x="5367201" y="2290611"/>
              <a:ext cx="913606" cy="798668"/>
            </a:xfrm>
            <a:custGeom>
              <a:avLst/>
              <a:gdLst/>
              <a:ahLst/>
              <a:cxnLst/>
              <a:rect l="l" t="t" r="r" b="b"/>
              <a:pathLst>
                <a:path w="15484" h="13536" extrusionOk="0">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4"/>
            <p:cNvSpPr/>
            <p:nvPr/>
          </p:nvSpPr>
          <p:spPr>
            <a:xfrm>
              <a:off x="5370447" y="2293916"/>
              <a:ext cx="907057" cy="72279"/>
            </a:xfrm>
            <a:custGeom>
              <a:avLst/>
              <a:gdLst/>
              <a:ahLst/>
              <a:cxnLst/>
              <a:rect l="l" t="t" r="r" b="b"/>
              <a:pathLst>
                <a:path w="15373" h="1225" extrusionOk="0">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4"/>
            <p:cNvSpPr/>
            <p:nvPr/>
          </p:nvSpPr>
          <p:spPr>
            <a:xfrm>
              <a:off x="5367201" y="2290611"/>
              <a:ext cx="913606" cy="78887"/>
            </a:xfrm>
            <a:custGeom>
              <a:avLst/>
              <a:gdLst/>
              <a:ahLst/>
              <a:cxnLst/>
              <a:rect l="l" t="t" r="r" b="b"/>
              <a:pathLst>
                <a:path w="15484" h="1337" extrusionOk="0">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4"/>
            <p:cNvSpPr/>
            <p:nvPr/>
          </p:nvSpPr>
          <p:spPr>
            <a:xfrm>
              <a:off x="5462433"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4"/>
            <p:cNvSpPr/>
            <p:nvPr/>
          </p:nvSpPr>
          <p:spPr>
            <a:xfrm>
              <a:off x="55100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4"/>
            <p:cNvSpPr/>
            <p:nvPr/>
          </p:nvSpPr>
          <p:spPr>
            <a:xfrm>
              <a:off x="5415348" y="2316868"/>
              <a:ext cx="31272" cy="31272"/>
            </a:xfrm>
            <a:custGeom>
              <a:avLst/>
              <a:gdLst/>
              <a:ahLst/>
              <a:cxnLst/>
              <a:rect l="l" t="t" r="r" b="b"/>
              <a:pathLst>
                <a:path w="530" h="530" extrusionOk="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4"/>
            <p:cNvSpPr/>
            <p:nvPr/>
          </p:nvSpPr>
          <p:spPr>
            <a:xfrm>
              <a:off x="5458597" y="2489275"/>
              <a:ext cx="556165" cy="7198"/>
            </a:xfrm>
            <a:custGeom>
              <a:avLst/>
              <a:gdLst/>
              <a:ahLst/>
              <a:cxnLst/>
              <a:rect l="l" t="t" r="r" b="b"/>
              <a:pathLst>
                <a:path w="9426" h="122" extrusionOk="0">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4"/>
            <p:cNvSpPr/>
            <p:nvPr/>
          </p:nvSpPr>
          <p:spPr>
            <a:xfrm>
              <a:off x="5458597" y="2588932"/>
              <a:ext cx="199844" cy="7139"/>
            </a:xfrm>
            <a:custGeom>
              <a:avLst/>
              <a:gdLst/>
              <a:ahLst/>
              <a:cxnLst/>
              <a:rect l="l" t="t" r="r" b="b"/>
              <a:pathLst>
                <a:path w="3387" h="121" extrusionOk="0">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4"/>
            <p:cNvSpPr/>
            <p:nvPr/>
          </p:nvSpPr>
          <p:spPr>
            <a:xfrm>
              <a:off x="5731192" y="2588932"/>
              <a:ext cx="240851" cy="7139"/>
            </a:xfrm>
            <a:custGeom>
              <a:avLst/>
              <a:gdLst/>
              <a:ahLst/>
              <a:cxnLst/>
              <a:rect l="l" t="t" r="r" b="b"/>
              <a:pathLst>
                <a:path w="4082" h="121" extrusionOk="0">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4"/>
            <p:cNvSpPr/>
            <p:nvPr/>
          </p:nvSpPr>
          <p:spPr>
            <a:xfrm>
              <a:off x="5458597" y="2892150"/>
              <a:ext cx="359094" cy="6608"/>
            </a:xfrm>
            <a:custGeom>
              <a:avLst/>
              <a:gdLst/>
              <a:ahLst/>
              <a:cxnLst/>
              <a:rect l="l" t="t" r="r" b="b"/>
              <a:pathLst>
                <a:path w="6086" h="112" extrusionOk="0">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4"/>
            <p:cNvSpPr/>
            <p:nvPr/>
          </p:nvSpPr>
          <p:spPr>
            <a:xfrm>
              <a:off x="5458597" y="2694017"/>
              <a:ext cx="561121" cy="6608"/>
            </a:xfrm>
            <a:custGeom>
              <a:avLst/>
              <a:gdLst/>
              <a:ahLst/>
              <a:cxnLst/>
              <a:rect l="l" t="t" r="r" b="b"/>
              <a:pathLst>
                <a:path w="9510" h="112" extrusionOk="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4"/>
            <p:cNvSpPr/>
            <p:nvPr/>
          </p:nvSpPr>
          <p:spPr>
            <a:xfrm>
              <a:off x="5458597" y="2793614"/>
              <a:ext cx="182320" cy="7198"/>
            </a:xfrm>
            <a:custGeom>
              <a:avLst/>
              <a:gdLst/>
              <a:ahLst/>
              <a:cxnLst/>
              <a:rect l="l" t="t" r="r" b="b"/>
              <a:pathLst>
                <a:path w="3090" h="122" extrusionOk="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4"/>
            <p:cNvSpPr/>
            <p:nvPr/>
          </p:nvSpPr>
          <p:spPr>
            <a:xfrm>
              <a:off x="5688474" y="2793614"/>
              <a:ext cx="326288" cy="7198"/>
            </a:xfrm>
            <a:custGeom>
              <a:avLst/>
              <a:gdLst/>
              <a:ahLst/>
              <a:cxnLst/>
              <a:rect l="l" t="t" r="r" b="b"/>
              <a:pathLst>
                <a:path w="5530" h="122" extrusionOk="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4"/>
            <p:cNvSpPr/>
            <p:nvPr/>
          </p:nvSpPr>
          <p:spPr>
            <a:xfrm>
              <a:off x="6337628" y="2408264"/>
              <a:ext cx="409483" cy="672224"/>
            </a:xfrm>
            <a:custGeom>
              <a:avLst/>
              <a:gdLst/>
              <a:ahLst/>
              <a:cxnLst/>
              <a:rect l="l" t="t" r="r" b="b"/>
              <a:pathLst>
                <a:path w="6940" h="11393" extrusionOk="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4"/>
            <p:cNvSpPr/>
            <p:nvPr/>
          </p:nvSpPr>
          <p:spPr>
            <a:xfrm>
              <a:off x="6334383" y="2405019"/>
              <a:ext cx="416563" cy="678773"/>
            </a:xfrm>
            <a:custGeom>
              <a:avLst/>
              <a:gdLst/>
              <a:ahLst/>
              <a:cxnLst/>
              <a:rect l="l" t="t" r="r" b="b"/>
              <a:pathLst>
                <a:path w="7060" h="11504" extrusionOk="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4"/>
            <p:cNvSpPr/>
            <p:nvPr/>
          </p:nvSpPr>
          <p:spPr>
            <a:xfrm>
              <a:off x="6397280" y="2535829"/>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4"/>
            <p:cNvSpPr/>
            <p:nvPr/>
          </p:nvSpPr>
          <p:spPr>
            <a:xfrm>
              <a:off x="6558772" y="2535829"/>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4"/>
            <p:cNvSpPr/>
            <p:nvPr/>
          </p:nvSpPr>
          <p:spPr>
            <a:xfrm>
              <a:off x="6641967" y="2535829"/>
              <a:ext cx="48796" cy="7139"/>
            </a:xfrm>
            <a:custGeom>
              <a:avLst/>
              <a:gdLst/>
              <a:ahLst/>
              <a:cxnLst/>
              <a:rect l="l" t="t" r="r" b="b"/>
              <a:pathLst>
                <a:path w="827" h="121" extrusionOk="0">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4"/>
            <p:cNvSpPr/>
            <p:nvPr/>
          </p:nvSpPr>
          <p:spPr>
            <a:xfrm>
              <a:off x="6554937" y="2625042"/>
              <a:ext cx="135825" cy="6608"/>
            </a:xfrm>
            <a:custGeom>
              <a:avLst/>
              <a:gdLst/>
              <a:ahLst/>
              <a:cxnLst/>
              <a:rect l="l" t="t" r="r" b="b"/>
              <a:pathLst>
                <a:path w="2302" h="112" extrusionOk="0">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4"/>
            <p:cNvSpPr/>
            <p:nvPr/>
          </p:nvSpPr>
          <p:spPr>
            <a:xfrm>
              <a:off x="6476108" y="2625042"/>
              <a:ext cx="53162" cy="6608"/>
            </a:xfrm>
            <a:custGeom>
              <a:avLst/>
              <a:gdLst/>
              <a:ahLst/>
              <a:cxnLst/>
              <a:rect l="l" t="t" r="r" b="b"/>
              <a:pathLst>
                <a:path w="901" h="112" extrusionOk="0">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4"/>
            <p:cNvSpPr/>
            <p:nvPr/>
          </p:nvSpPr>
          <p:spPr>
            <a:xfrm>
              <a:off x="6397280" y="2625042"/>
              <a:ext cx="48796" cy="6608"/>
            </a:xfrm>
            <a:custGeom>
              <a:avLst/>
              <a:gdLst/>
              <a:ahLst/>
              <a:cxnLst/>
              <a:rect l="l" t="t" r="r" b="b"/>
              <a:pathLst>
                <a:path w="827" h="112" extrusionOk="0">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4"/>
            <p:cNvSpPr/>
            <p:nvPr/>
          </p:nvSpPr>
          <p:spPr>
            <a:xfrm>
              <a:off x="6397280" y="2580140"/>
              <a:ext cx="73459" cy="6667"/>
            </a:xfrm>
            <a:custGeom>
              <a:avLst/>
              <a:gdLst/>
              <a:ahLst/>
              <a:cxnLst/>
              <a:rect l="l" t="t" r="r" b="b"/>
              <a:pathLst>
                <a:path w="1245" h="113" extrusionOk="0">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4"/>
            <p:cNvSpPr/>
            <p:nvPr/>
          </p:nvSpPr>
          <p:spPr>
            <a:xfrm>
              <a:off x="6491980" y="2580140"/>
              <a:ext cx="119954" cy="6667"/>
            </a:xfrm>
            <a:custGeom>
              <a:avLst/>
              <a:gdLst/>
              <a:ahLst/>
              <a:cxnLst/>
              <a:rect l="l" t="t" r="r" b="b"/>
              <a:pathLst>
                <a:path w="2033" h="113" extrusionOk="0">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4"/>
            <p:cNvSpPr/>
            <p:nvPr/>
          </p:nvSpPr>
          <p:spPr>
            <a:xfrm>
              <a:off x="6641967" y="2580140"/>
              <a:ext cx="48796" cy="6667"/>
            </a:xfrm>
            <a:custGeom>
              <a:avLst/>
              <a:gdLst/>
              <a:ahLst/>
              <a:cxnLst/>
              <a:rect l="l" t="t" r="r" b="b"/>
              <a:pathLst>
                <a:path w="827" h="113" extrusionOk="0">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4"/>
            <p:cNvSpPr/>
            <p:nvPr/>
          </p:nvSpPr>
          <p:spPr>
            <a:xfrm>
              <a:off x="6397280" y="2664456"/>
              <a:ext cx="135825" cy="7198"/>
            </a:xfrm>
            <a:custGeom>
              <a:avLst/>
              <a:gdLst/>
              <a:ahLst/>
              <a:cxnLst/>
              <a:rect l="l" t="t" r="r" b="b"/>
              <a:pathLst>
                <a:path w="2302" h="122" extrusionOk="0">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4"/>
            <p:cNvSpPr/>
            <p:nvPr/>
          </p:nvSpPr>
          <p:spPr>
            <a:xfrm>
              <a:off x="6558772" y="2664456"/>
              <a:ext cx="53162" cy="7198"/>
            </a:xfrm>
            <a:custGeom>
              <a:avLst/>
              <a:gdLst/>
              <a:ahLst/>
              <a:cxnLst/>
              <a:rect l="l" t="t" r="r" b="b"/>
              <a:pathLst>
                <a:path w="901" h="122" extrusionOk="0">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4"/>
            <p:cNvSpPr/>
            <p:nvPr/>
          </p:nvSpPr>
          <p:spPr>
            <a:xfrm>
              <a:off x="6397280" y="2806772"/>
              <a:ext cx="135825" cy="7139"/>
            </a:xfrm>
            <a:custGeom>
              <a:avLst/>
              <a:gdLst/>
              <a:ahLst/>
              <a:cxnLst/>
              <a:rect l="l" t="t" r="r" b="b"/>
              <a:pathLst>
                <a:path w="2302" h="121" extrusionOk="0">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4"/>
            <p:cNvSpPr/>
            <p:nvPr/>
          </p:nvSpPr>
          <p:spPr>
            <a:xfrm>
              <a:off x="6558772" y="2806772"/>
              <a:ext cx="53162" cy="7139"/>
            </a:xfrm>
            <a:custGeom>
              <a:avLst/>
              <a:gdLst/>
              <a:ahLst/>
              <a:cxnLst/>
              <a:rect l="l" t="t" r="r" b="b"/>
              <a:pathLst>
                <a:path w="901" h="121" extrusionOk="0">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4"/>
            <p:cNvSpPr/>
            <p:nvPr/>
          </p:nvSpPr>
          <p:spPr>
            <a:xfrm>
              <a:off x="6641967" y="2664456"/>
              <a:ext cx="48796" cy="7198"/>
            </a:xfrm>
            <a:custGeom>
              <a:avLst/>
              <a:gdLst/>
              <a:ahLst/>
              <a:cxnLst/>
              <a:rect l="l" t="t" r="r" b="b"/>
              <a:pathLst>
                <a:path w="827" h="122" extrusionOk="0">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4"/>
            <p:cNvSpPr/>
            <p:nvPr/>
          </p:nvSpPr>
          <p:spPr>
            <a:xfrm>
              <a:off x="6554937" y="2753669"/>
              <a:ext cx="135825" cy="6608"/>
            </a:xfrm>
            <a:custGeom>
              <a:avLst/>
              <a:gdLst/>
              <a:ahLst/>
              <a:cxnLst/>
              <a:rect l="l" t="t" r="r" b="b"/>
              <a:pathLst>
                <a:path w="2302" h="112" extrusionOk="0">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4"/>
            <p:cNvSpPr/>
            <p:nvPr/>
          </p:nvSpPr>
          <p:spPr>
            <a:xfrm>
              <a:off x="6476108" y="2753669"/>
              <a:ext cx="53162" cy="6608"/>
            </a:xfrm>
            <a:custGeom>
              <a:avLst/>
              <a:gdLst/>
              <a:ahLst/>
              <a:cxnLst/>
              <a:rect l="l" t="t" r="r" b="b"/>
              <a:pathLst>
                <a:path w="901" h="112" extrusionOk="0">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4"/>
            <p:cNvSpPr/>
            <p:nvPr/>
          </p:nvSpPr>
          <p:spPr>
            <a:xfrm>
              <a:off x="6397280" y="2753669"/>
              <a:ext cx="48796" cy="6608"/>
            </a:xfrm>
            <a:custGeom>
              <a:avLst/>
              <a:gdLst/>
              <a:ahLst/>
              <a:cxnLst/>
              <a:rect l="l" t="t" r="r" b="b"/>
              <a:pathLst>
                <a:path w="827" h="112" extrusionOk="0">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4"/>
            <p:cNvSpPr/>
            <p:nvPr/>
          </p:nvSpPr>
          <p:spPr>
            <a:xfrm>
              <a:off x="6476108" y="2854919"/>
              <a:ext cx="53162" cy="7198"/>
            </a:xfrm>
            <a:custGeom>
              <a:avLst/>
              <a:gdLst/>
              <a:ahLst/>
              <a:cxnLst/>
              <a:rect l="l" t="t" r="r" b="b"/>
              <a:pathLst>
                <a:path w="901" h="122" extrusionOk="0">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4"/>
            <p:cNvSpPr/>
            <p:nvPr/>
          </p:nvSpPr>
          <p:spPr>
            <a:xfrm>
              <a:off x="6397280" y="2854919"/>
              <a:ext cx="48796" cy="7198"/>
            </a:xfrm>
            <a:custGeom>
              <a:avLst/>
              <a:gdLst/>
              <a:ahLst/>
              <a:cxnLst/>
              <a:rect l="l" t="t" r="r" b="b"/>
              <a:pathLst>
                <a:path w="827" h="122" extrusionOk="0">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4"/>
            <p:cNvSpPr/>
            <p:nvPr/>
          </p:nvSpPr>
          <p:spPr>
            <a:xfrm>
              <a:off x="6397280" y="2708236"/>
              <a:ext cx="73459" cy="7198"/>
            </a:xfrm>
            <a:custGeom>
              <a:avLst/>
              <a:gdLst/>
              <a:ahLst/>
              <a:cxnLst/>
              <a:rect l="l" t="t" r="r" b="b"/>
              <a:pathLst>
                <a:path w="1245" h="122" extrusionOk="0">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4"/>
            <p:cNvSpPr/>
            <p:nvPr/>
          </p:nvSpPr>
          <p:spPr>
            <a:xfrm>
              <a:off x="6491980" y="2708236"/>
              <a:ext cx="119954" cy="7198"/>
            </a:xfrm>
            <a:custGeom>
              <a:avLst/>
              <a:gdLst/>
              <a:ahLst/>
              <a:cxnLst/>
              <a:rect l="l" t="t" r="r" b="b"/>
              <a:pathLst>
                <a:path w="2033" h="122" extrusionOk="0">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4"/>
            <p:cNvSpPr/>
            <p:nvPr/>
          </p:nvSpPr>
          <p:spPr>
            <a:xfrm>
              <a:off x="6641967" y="2708236"/>
              <a:ext cx="48796" cy="7198"/>
            </a:xfrm>
            <a:custGeom>
              <a:avLst/>
              <a:gdLst/>
              <a:ahLst/>
              <a:cxnLst/>
              <a:rect l="l" t="t" r="r" b="b"/>
              <a:pathLst>
                <a:path w="827" h="122" extrusionOk="0">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4"/>
            <p:cNvSpPr/>
            <p:nvPr/>
          </p:nvSpPr>
          <p:spPr>
            <a:xfrm>
              <a:off x="6396218" y="2902534"/>
              <a:ext cx="119895" cy="6667"/>
            </a:xfrm>
            <a:custGeom>
              <a:avLst/>
              <a:gdLst/>
              <a:ahLst/>
              <a:cxnLst/>
              <a:rect l="l" t="t" r="r" b="b"/>
              <a:pathLst>
                <a:path w="2032" h="113" extrusionOk="0">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4"/>
            <p:cNvSpPr/>
            <p:nvPr/>
          </p:nvSpPr>
          <p:spPr>
            <a:xfrm>
              <a:off x="6396218" y="2946905"/>
              <a:ext cx="49327" cy="6608"/>
            </a:xfrm>
            <a:custGeom>
              <a:avLst/>
              <a:gdLst/>
              <a:ahLst/>
              <a:cxnLst/>
              <a:rect l="l" t="t" r="r" b="b"/>
              <a:pathLst>
                <a:path w="836" h="112" extrusionOk="0">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4"/>
            <p:cNvSpPr/>
            <p:nvPr/>
          </p:nvSpPr>
          <p:spPr>
            <a:xfrm>
              <a:off x="5656730" y="2411037"/>
              <a:ext cx="707803" cy="605963"/>
            </a:xfrm>
            <a:custGeom>
              <a:avLst/>
              <a:gdLst/>
              <a:ahLst/>
              <a:cxnLst/>
              <a:rect l="l" t="t" r="r" b="b"/>
              <a:pathLst>
                <a:path w="11996" h="10270" extrusionOk="0">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4"/>
            <p:cNvSpPr/>
            <p:nvPr/>
          </p:nvSpPr>
          <p:spPr>
            <a:xfrm>
              <a:off x="5695023" y="2385312"/>
              <a:ext cx="707272" cy="605432"/>
            </a:xfrm>
            <a:custGeom>
              <a:avLst/>
              <a:gdLst/>
              <a:ahLst/>
              <a:cxnLst/>
              <a:rect l="l" t="t" r="r" b="b"/>
              <a:pathLst>
                <a:path w="11987" h="10261" extrusionOk="0">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24"/>
            <p:cNvSpPr/>
            <p:nvPr/>
          </p:nvSpPr>
          <p:spPr>
            <a:xfrm>
              <a:off x="5691778" y="2382007"/>
              <a:ext cx="714352" cy="611982"/>
            </a:xfrm>
            <a:custGeom>
              <a:avLst/>
              <a:gdLst/>
              <a:ahLst/>
              <a:cxnLst/>
              <a:rect l="l" t="t" r="r" b="b"/>
              <a:pathLst>
                <a:path w="12107" h="10372" extrusionOk="0">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24"/>
            <p:cNvSpPr/>
            <p:nvPr/>
          </p:nvSpPr>
          <p:spPr>
            <a:xfrm>
              <a:off x="5647408" y="1634318"/>
              <a:ext cx="784979" cy="105144"/>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24"/>
            <p:cNvSpPr/>
            <p:nvPr/>
          </p:nvSpPr>
          <p:spPr>
            <a:xfrm>
              <a:off x="5644163" y="1630483"/>
              <a:ext cx="791529" cy="112283"/>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24"/>
            <p:cNvSpPr/>
            <p:nvPr/>
          </p:nvSpPr>
          <p:spPr>
            <a:xfrm>
              <a:off x="5783174" y="1797993"/>
              <a:ext cx="513505"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4"/>
            <p:cNvSpPr/>
            <p:nvPr/>
          </p:nvSpPr>
          <p:spPr>
            <a:xfrm>
              <a:off x="5779870" y="1794689"/>
              <a:ext cx="520055" cy="67972"/>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24"/>
            <p:cNvSpPr/>
            <p:nvPr/>
          </p:nvSpPr>
          <p:spPr>
            <a:xfrm>
              <a:off x="5918351" y="1908565"/>
              <a:ext cx="243093" cy="75052"/>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4"/>
            <p:cNvSpPr/>
            <p:nvPr/>
          </p:nvSpPr>
          <p:spPr>
            <a:xfrm>
              <a:off x="5915106" y="1904730"/>
              <a:ext cx="249643" cy="82133"/>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4"/>
            <p:cNvSpPr/>
            <p:nvPr/>
          </p:nvSpPr>
          <p:spPr>
            <a:xfrm>
              <a:off x="5656199" y="1614611"/>
              <a:ext cx="784979" cy="105144"/>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24"/>
            <p:cNvSpPr/>
            <p:nvPr/>
          </p:nvSpPr>
          <p:spPr>
            <a:xfrm>
              <a:off x="5652895" y="1611366"/>
              <a:ext cx="792119" cy="112224"/>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24"/>
            <p:cNvSpPr/>
            <p:nvPr/>
          </p:nvSpPr>
          <p:spPr>
            <a:xfrm>
              <a:off x="5742698" y="1644172"/>
              <a:ext cx="607615"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4"/>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4"/>
            <p:cNvSpPr/>
            <p:nvPr/>
          </p:nvSpPr>
          <p:spPr>
            <a:xfrm>
              <a:off x="5788662" y="1775572"/>
              <a:ext cx="520055" cy="67913"/>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4"/>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4"/>
            <p:cNvSpPr/>
            <p:nvPr/>
          </p:nvSpPr>
          <p:spPr>
            <a:xfrm>
              <a:off x="5953399" y="1795810"/>
              <a:ext cx="27437" cy="27437"/>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4"/>
            <p:cNvSpPr/>
            <p:nvPr/>
          </p:nvSpPr>
          <p:spPr>
            <a:xfrm>
              <a:off x="6006502" y="1795810"/>
              <a:ext cx="27437" cy="27437"/>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24"/>
            <p:cNvSpPr/>
            <p:nvPr/>
          </p:nvSpPr>
          <p:spPr>
            <a:xfrm>
              <a:off x="6063440" y="1795810"/>
              <a:ext cx="27378" cy="27437"/>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4"/>
            <p:cNvSpPr/>
            <p:nvPr/>
          </p:nvSpPr>
          <p:spPr>
            <a:xfrm>
              <a:off x="6118136" y="1795810"/>
              <a:ext cx="27437" cy="27437"/>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4"/>
            <p:cNvSpPr/>
            <p:nvPr/>
          </p:nvSpPr>
          <p:spPr>
            <a:xfrm>
              <a:off x="6175074" y="1795810"/>
              <a:ext cx="27437" cy="27437"/>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4"/>
            <p:cNvSpPr/>
            <p:nvPr/>
          </p:nvSpPr>
          <p:spPr>
            <a:xfrm>
              <a:off x="5860882" y="1237521"/>
              <a:ext cx="328471" cy="329002"/>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4"/>
            <p:cNvSpPr/>
            <p:nvPr/>
          </p:nvSpPr>
          <p:spPr>
            <a:xfrm>
              <a:off x="5857046" y="1234217"/>
              <a:ext cx="335610" cy="335610"/>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4"/>
            <p:cNvSpPr/>
            <p:nvPr/>
          </p:nvSpPr>
          <p:spPr>
            <a:xfrm>
              <a:off x="5884424" y="1216693"/>
              <a:ext cx="329002" cy="329002"/>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4"/>
            <p:cNvSpPr/>
            <p:nvPr/>
          </p:nvSpPr>
          <p:spPr>
            <a:xfrm>
              <a:off x="5881179" y="1213448"/>
              <a:ext cx="335551" cy="335551"/>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4"/>
            <p:cNvSpPr/>
            <p:nvPr/>
          </p:nvSpPr>
          <p:spPr>
            <a:xfrm>
              <a:off x="5975820" y="1391284"/>
              <a:ext cx="146210" cy="73105"/>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4"/>
            <p:cNvSpPr/>
            <p:nvPr/>
          </p:nvSpPr>
          <p:spPr>
            <a:xfrm>
              <a:off x="5972575" y="1387508"/>
              <a:ext cx="152759" cy="80480"/>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4"/>
            <p:cNvSpPr/>
            <p:nvPr/>
          </p:nvSpPr>
          <p:spPr>
            <a:xfrm>
              <a:off x="6007564" y="1298236"/>
              <a:ext cx="83254" cy="82723"/>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4"/>
            <p:cNvSpPr/>
            <p:nvPr/>
          </p:nvSpPr>
          <p:spPr>
            <a:xfrm>
              <a:off x="6004318" y="1294401"/>
              <a:ext cx="89803" cy="89862"/>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4"/>
            <p:cNvSpPr/>
            <p:nvPr/>
          </p:nvSpPr>
          <p:spPr>
            <a:xfrm>
              <a:off x="5927673" y="1888858"/>
              <a:ext cx="242562" cy="75583"/>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4"/>
            <p:cNvSpPr/>
            <p:nvPr/>
          </p:nvSpPr>
          <p:spPr>
            <a:xfrm>
              <a:off x="5924369" y="1885554"/>
              <a:ext cx="249112" cy="82192"/>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4"/>
            <p:cNvSpPr/>
            <p:nvPr/>
          </p:nvSpPr>
          <p:spPr>
            <a:xfrm>
              <a:off x="5808369" y="2463550"/>
              <a:ext cx="490494" cy="488842"/>
            </a:xfrm>
            <a:custGeom>
              <a:avLst/>
              <a:gdLst/>
              <a:ahLst/>
              <a:cxnLst/>
              <a:rect l="l" t="t" r="r" b="b"/>
              <a:pathLst>
                <a:path w="8313" h="8285" extrusionOk="0">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4"/>
            <p:cNvSpPr/>
            <p:nvPr/>
          </p:nvSpPr>
          <p:spPr>
            <a:xfrm>
              <a:off x="5807248" y="2460305"/>
              <a:ext cx="492677" cy="495922"/>
            </a:xfrm>
            <a:custGeom>
              <a:avLst/>
              <a:gdLst/>
              <a:ahLst/>
              <a:cxnLst/>
              <a:rect l="l" t="t" r="r" b="b"/>
              <a:pathLst>
                <a:path w="8350" h="8405" extrusionOk="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4"/>
            <p:cNvSpPr/>
            <p:nvPr/>
          </p:nvSpPr>
          <p:spPr>
            <a:xfrm>
              <a:off x="5808369" y="2421422"/>
              <a:ext cx="490494" cy="489373"/>
            </a:xfrm>
            <a:custGeom>
              <a:avLst/>
              <a:gdLst/>
              <a:ahLst/>
              <a:cxnLst/>
              <a:rect l="l" t="t" r="r" b="b"/>
              <a:pathLst>
                <a:path w="8313" h="8294" extrusionOk="0">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4"/>
            <p:cNvSpPr/>
            <p:nvPr/>
          </p:nvSpPr>
          <p:spPr>
            <a:xfrm>
              <a:off x="5807248" y="2418117"/>
              <a:ext cx="492677" cy="495981"/>
            </a:xfrm>
            <a:custGeom>
              <a:avLst/>
              <a:gdLst/>
              <a:ahLst/>
              <a:cxnLst/>
              <a:rect l="l" t="t" r="r" b="b"/>
              <a:pathLst>
                <a:path w="8350" h="8406" extrusionOk="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avLst/>
                <a:gdLst/>
                <a:ahLst/>
                <a:cxnLst/>
                <a:rect l="l" t="t" r="r" b="b"/>
                <a:pathLst>
                  <a:path w="1912" h="1430" extrusionOk="0">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4"/>
              <p:cNvSpPr/>
              <p:nvPr/>
            </p:nvSpPr>
            <p:spPr>
              <a:xfrm>
                <a:off x="4818834" y="3224977"/>
                <a:ext cx="67912" cy="51477"/>
              </a:xfrm>
              <a:custGeom>
                <a:avLst/>
                <a:gdLst/>
                <a:ahLst/>
                <a:cxnLst/>
                <a:rect l="l" t="t" r="r" b="b"/>
                <a:pathLst>
                  <a:path w="2033" h="1541" extrusionOk="0">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4"/>
              <p:cNvSpPr/>
              <p:nvPr/>
            </p:nvSpPr>
            <p:spPr>
              <a:xfrm>
                <a:off x="4805506" y="3274550"/>
                <a:ext cx="94870" cy="79671"/>
              </a:xfrm>
              <a:custGeom>
                <a:avLst/>
                <a:gdLst/>
                <a:ahLst/>
                <a:cxnLst/>
                <a:rect l="l" t="t" r="r" b="b"/>
                <a:pathLst>
                  <a:path w="2840" h="2385" extrusionOk="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24"/>
              <p:cNvSpPr/>
              <p:nvPr/>
            </p:nvSpPr>
            <p:spPr>
              <a:xfrm>
                <a:off x="4803668" y="3272680"/>
                <a:ext cx="98578" cy="83412"/>
              </a:xfrm>
              <a:custGeom>
                <a:avLst/>
                <a:gdLst/>
                <a:ahLst/>
                <a:cxnLst/>
                <a:rect l="l" t="t" r="r" b="b"/>
                <a:pathLst>
                  <a:path w="2951" h="2497" extrusionOk="0">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24"/>
              <p:cNvSpPr/>
              <p:nvPr/>
            </p:nvSpPr>
            <p:spPr>
              <a:xfrm>
                <a:off x="4842084" y="3295930"/>
                <a:ext cx="21413" cy="36913"/>
              </a:xfrm>
              <a:custGeom>
                <a:avLst/>
                <a:gdLst/>
                <a:ahLst/>
                <a:cxnLst/>
                <a:rect l="l" t="t" r="r" b="b"/>
                <a:pathLst>
                  <a:path w="641" h="1105" extrusionOk="0">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Picture 1" descr="A blue and black logo&#10;&#10;Description automatically generated">
            <a:extLst>
              <a:ext uri="{FF2B5EF4-FFF2-40B4-BE49-F238E27FC236}">
                <a16:creationId xmlns:a16="http://schemas.microsoft.com/office/drawing/2014/main" id="{7F1BC782-9037-C7C1-F504-C8C4DF7413EC}"/>
              </a:ext>
            </a:extLst>
          </p:cNvPr>
          <p:cNvPicPr>
            <a:picLocks noChangeAspect="1"/>
          </p:cNvPicPr>
          <p:nvPr/>
        </p:nvPicPr>
        <p:blipFill>
          <a:blip r:embed="rId3"/>
          <a:stretch>
            <a:fillRect/>
          </a:stretch>
        </p:blipFill>
        <p:spPr>
          <a:xfrm>
            <a:off x="7593953" y="4230759"/>
            <a:ext cx="740750" cy="2971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26"/>
          <p:cNvSpPr txBox="1">
            <a:spLocks noGrp="1"/>
          </p:cNvSpPr>
          <p:nvPr>
            <p:ph type="title" idx="15"/>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dirty="0"/>
          </a:p>
        </p:txBody>
      </p:sp>
      <p:sp>
        <p:nvSpPr>
          <p:cNvPr id="1072" name="Google Shape;1072;p26"/>
          <p:cNvSpPr txBox="1">
            <a:spLocks noGrp="1"/>
          </p:cNvSpPr>
          <p:nvPr>
            <p:ph type="title"/>
          </p:nvPr>
        </p:nvSpPr>
        <p:spPr>
          <a:xfrm>
            <a:off x="720000" y="14046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073" name="Google Shape;1073;p26"/>
          <p:cNvSpPr txBox="1">
            <a:spLocks noGrp="1"/>
          </p:cNvSpPr>
          <p:nvPr>
            <p:ph type="title" idx="2"/>
          </p:nvPr>
        </p:nvSpPr>
        <p:spPr>
          <a:xfrm>
            <a:off x="720000" y="3066688"/>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074" name="Google Shape;1074;p26"/>
          <p:cNvSpPr txBox="1">
            <a:spLocks noGrp="1"/>
          </p:cNvSpPr>
          <p:nvPr>
            <p:ph type="title" idx="3"/>
          </p:nvPr>
        </p:nvSpPr>
        <p:spPr>
          <a:xfrm>
            <a:off x="2709178" y="14046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075" name="Google Shape;1075;p26"/>
          <p:cNvSpPr txBox="1">
            <a:spLocks noGrp="1"/>
          </p:cNvSpPr>
          <p:nvPr>
            <p:ph type="title" idx="4"/>
          </p:nvPr>
        </p:nvSpPr>
        <p:spPr>
          <a:xfrm>
            <a:off x="2709178" y="3066688"/>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sp>
        <p:nvSpPr>
          <p:cNvPr id="1076" name="Google Shape;1076;p26"/>
          <p:cNvSpPr txBox="1">
            <a:spLocks noGrp="1"/>
          </p:cNvSpPr>
          <p:nvPr>
            <p:ph type="title" idx="5"/>
          </p:nvPr>
        </p:nvSpPr>
        <p:spPr>
          <a:xfrm>
            <a:off x="4698355" y="1404675"/>
            <a:ext cx="7617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078" name="Google Shape;1078;p26"/>
          <p:cNvSpPr txBox="1">
            <a:spLocks noGrp="1"/>
          </p:cNvSpPr>
          <p:nvPr>
            <p:ph type="subTitle" idx="1"/>
          </p:nvPr>
        </p:nvSpPr>
        <p:spPr>
          <a:xfrm>
            <a:off x="720000" y="1852268"/>
            <a:ext cx="1857662"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Introductions</a:t>
            </a:r>
            <a:endParaRPr dirty="0"/>
          </a:p>
        </p:txBody>
      </p:sp>
      <p:sp>
        <p:nvSpPr>
          <p:cNvPr id="1079" name="Google Shape;1079;p26"/>
          <p:cNvSpPr txBox="1">
            <a:spLocks noGrp="1"/>
          </p:cNvSpPr>
          <p:nvPr>
            <p:ph type="subTitle" idx="7"/>
          </p:nvPr>
        </p:nvSpPr>
        <p:spPr>
          <a:xfrm>
            <a:off x="2709178" y="1852268"/>
            <a:ext cx="1736468"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Challenge Briefing</a:t>
            </a:r>
            <a:endParaRPr dirty="0"/>
          </a:p>
        </p:txBody>
      </p:sp>
      <p:sp>
        <p:nvSpPr>
          <p:cNvPr id="1080" name="Google Shape;1080;p26"/>
          <p:cNvSpPr txBox="1">
            <a:spLocks noGrp="1"/>
          </p:cNvSpPr>
          <p:nvPr>
            <p:ph type="subTitle" idx="8"/>
          </p:nvPr>
        </p:nvSpPr>
        <p:spPr>
          <a:xfrm>
            <a:off x="4698355" y="1852268"/>
            <a:ext cx="1593900"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Team Formation</a:t>
            </a:r>
            <a:endParaRPr dirty="0"/>
          </a:p>
        </p:txBody>
      </p:sp>
      <p:sp>
        <p:nvSpPr>
          <p:cNvPr id="1081" name="Google Shape;1081;p26"/>
          <p:cNvSpPr txBox="1">
            <a:spLocks noGrp="1"/>
          </p:cNvSpPr>
          <p:nvPr>
            <p:ph type="subTitle" idx="9"/>
          </p:nvPr>
        </p:nvSpPr>
        <p:spPr>
          <a:xfrm>
            <a:off x="720000" y="3514248"/>
            <a:ext cx="1593900"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Logistics</a:t>
            </a:r>
            <a:endParaRPr dirty="0"/>
          </a:p>
        </p:txBody>
      </p:sp>
      <p:sp>
        <p:nvSpPr>
          <p:cNvPr id="1082" name="Google Shape;1082;p26"/>
          <p:cNvSpPr txBox="1">
            <a:spLocks noGrp="1"/>
          </p:cNvSpPr>
          <p:nvPr>
            <p:ph type="subTitle" idx="13"/>
          </p:nvPr>
        </p:nvSpPr>
        <p:spPr>
          <a:xfrm>
            <a:off x="2566610" y="3514248"/>
            <a:ext cx="1736468" cy="73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IBM Industry Panel Session</a:t>
            </a:r>
            <a:endParaRPr dirty="0"/>
          </a:p>
        </p:txBody>
      </p:sp>
      <p:grpSp>
        <p:nvGrpSpPr>
          <p:cNvPr id="1084" name="Google Shape;1084;p26"/>
          <p:cNvGrpSpPr/>
          <p:nvPr/>
        </p:nvGrpSpPr>
        <p:grpSpPr>
          <a:xfrm>
            <a:off x="6444695" y="1114373"/>
            <a:ext cx="1986215" cy="3269968"/>
            <a:chOff x="6934075" y="1778325"/>
            <a:chExt cx="689275" cy="1134775"/>
          </a:xfrm>
        </p:grpSpPr>
        <p:sp>
          <p:nvSpPr>
            <p:cNvPr id="1085" name="Google Shape;1085;p26"/>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6"/>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6"/>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6"/>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6"/>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6"/>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6"/>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6"/>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6"/>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6"/>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6"/>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6"/>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6"/>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6"/>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6"/>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6"/>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6"/>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6"/>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6"/>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6"/>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6"/>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6"/>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6"/>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6"/>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6"/>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6"/>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6"/>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6"/>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6"/>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6"/>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26"/>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6"/>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6"/>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6"/>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6"/>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6"/>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6"/>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6"/>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6"/>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6"/>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26"/>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26"/>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6"/>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6"/>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6"/>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6"/>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6"/>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6"/>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6"/>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26"/>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6"/>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6"/>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26"/>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6"/>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6"/>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6"/>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6"/>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6"/>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6"/>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26"/>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6"/>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6"/>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6"/>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6"/>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6"/>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6"/>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6"/>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6"/>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6"/>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6"/>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6"/>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6"/>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6"/>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6"/>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6"/>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6"/>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6"/>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6"/>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6"/>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6"/>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26"/>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26"/>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6"/>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6"/>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6"/>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26"/>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26"/>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6"/>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6"/>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6"/>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26"/>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26"/>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6"/>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26"/>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26"/>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6"/>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26"/>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26"/>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26"/>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26"/>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6"/>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6"/>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26"/>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26"/>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6"/>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6"/>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26"/>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26"/>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26"/>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6"/>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6"/>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6"/>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1075;p26">
            <a:extLst>
              <a:ext uri="{FF2B5EF4-FFF2-40B4-BE49-F238E27FC236}">
                <a16:creationId xmlns:a16="http://schemas.microsoft.com/office/drawing/2014/main" id="{09492AF9-D0AC-B734-ED1A-734216D8DAC0}"/>
              </a:ext>
            </a:extLst>
          </p:cNvPr>
          <p:cNvSpPr txBox="1">
            <a:spLocks/>
          </p:cNvSpPr>
          <p:nvPr/>
        </p:nvSpPr>
        <p:spPr>
          <a:xfrm>
            <a:off x="4698355" y="3066688"/>
            <a:ext cx="761700" cy="447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9pPr>
          </a:lstStyle>
          <a:p>
            <a:r>
              <a:rPr lang="en" dirty="0"/>
              <a:t>06</a:t>
            </a:r>
          </a:p>
        </p:txBody>
      </p:sp>
      <p:sp>
        <p:nvSpPr>
          <p:cNvPr id="3" name="Google Shape;1082;p26">
            <a:extLst>
              <a:ext uri="{FF2B5EF4-FFF2-40B4-BE49-F238E27FC236}">
                <a16:creationId xmlns:a16="http://schemas.microsoft.com/office/drawing/2014/main" id="{D22D0498-C2BC-24B2-B113-325BFF70EA5C}"/>
              </a:ext>
            </a:extLst>
          </p:cNvPr>
          <p:cNvSpPr txBox="1">
            <a:spLocks/>
          </p:cNvSpPr>
          <p:nvPr/>
        </p:nvSpPr>
        <p:spPr>
          <a:xfrm>
            <a:off x="4698355" y="3514248"/>
            <a:ext cx="1593900" cy="73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Sora"/>
              <a:buNone/>
              <a:defRPr sz="1800" b="1" i="0" u="none" strike="noStrike" cap="none">
                <a:solidFill>
                  <a:schemeClr val="dk1"/>
                </a:solidFill>
                <a:latin typeface="Sora"/>
                <a:ea typeface="Sora"/>
                <a:cs typeface="Sora"/>
                <a:sym typeface="Sora"/>
              </a:defRPr>
            </a:lvl1pPr>
            <a:lvl2pPr marL="914400" marR="0" lvl="1"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04800" algn="l" rtl="0">
              <a:lnSpc>
                <a:spcPct val="100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pPr marL="0" indent="0"/>
            <a:r>
              <a:rPr lang="en-CA"/>
              <a:t>Hackathon Begins!</a:t>
            </a:r>
            <a:endParaRPr lang="en-CA"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8"/>
          <p:cNvSpPr txBox="1">
            <a:spLocks noGrp="1"/>
          </p:cNvSpPr>
          <p:nvPr>
            <p:ph type="title"/>
          </p:nvPr>
        </p:nvSpPr>
        <p:spPr>
          <a:xfrm>
            <a:off x="4002124" y="2623450"/>
            <a:ext cx="4428626"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Introductions</a:t>
            </a:r>
            <a:endParaRPr dirty="0"/>
          </a:p>
        </p:txBody>
      </p:sp>
      <p:sp>
        <p:nvSpPr>
          <p:cNvPr id="1290" name="Google Shape;1290;p28"/>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3" name="Google Shape;1213;p27"/>
          <p:cNvSpPr txBox="1">
            <a:spLocks noGrp="1"/>
          </p:cNvSpPr>
          <p:nvPr>
            <p:ph type="title"/>
          </p:nvPr>
        </p:nvSpPr>
        <p:spPr>
          <a:xfrm>
            <a:off x="686331" y="507461"/>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IBM</a:t>
            </a:r>
            <a:endParaRPr dirty="0"/>
          </a:p>
        </p:txBody>
      </p:sp>
      <p:grpSp>
        <p:nvGrpSpPr>
          <p:cNvPr id="1215" name="Google Shape;1215;p27"/>
          <p:cNvGrpSpPr/>
          <p:nvPr/>
        </p:nvGrpSpPr>
        <p:grpSpPr>
          <a:xfrm>
            <a:off x="6964178" y="2817557"/>
            <a:ext cx="1466650" cy="1625713"/>
            <a:chOff x="6964178" y="2817557"/>
            <a:chExt cx="1466650" cy="1625713"/>
          </a:xfrm>
        </p:grpSpPr>
        <p:sp>
          <p:nvSpPr>
            <p:cNvPr id="1216" name="Google Shape;1216;p27"/>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7"/>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27"/>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27"/>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7"/>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7"/>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27"/>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27"/>
            <p:cNvSpPr/>
            <p:nvPr/>
          </p:nvSpPr>
          <p:spPr>
            <a:xfrm>
              <a:off x="8344335" y="3571324"/>
              <a:ext cx="36238" cy="35521"/>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7"/>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7"/>
            <p:cNvSpPr/>
            <p:nvPr/>
          </p:nvSpPr>
          <p:spPr>
            <a:xfrm>
              <a:off x="8251948" y="3571324"/>
              <a:ext cx="36318" cy="35521"/>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27"/>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27"/>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27"/>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27"/>
            <p:cNvSpPr/>
            <p:nvPr/>
          </p:nvSpPr>
          <p:spPr>
            <a:xfrm>
              <a:off x="8376830" y="3208544"/>
              <a:ext cx="53999" cy="54795"/>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27"/>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27"/>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27"/>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7"/>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7"/>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7"/>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7"/>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7"/>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27"/>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27"/>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7"/>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7"/>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7"/>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27"/>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7"/>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7"/>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7"/>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7"/>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7"/>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27"/>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27"/>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7"/>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7"/>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27"/>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27"/>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7"/>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7"/>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27"/>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27"/>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7"/>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7"/>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27"/>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27"/>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27"/>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27"/>
            <p:cNvSpPr/>
            <p:nvPr/>
          </p:nvSpPr>
          <p:spPr>
            <a:xfrm>
              <a:off x="7003284" y="3902326"/>
              <a:ext cx="295640" cy="127192"/>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7"/>
            <p:cNvSpPr/>
            <p:nvPr/>
          </p:nvSpPr>
          <p:spPr>
            <a:xfrm>
              <a:off x="6998107" y="3897627"/>
              <a:ext cx="305994" cy="136271"/>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7"/>
            <p:cNvSpPr/>
            <p:nvPr/>
          </p:nvSpPr>
          <p:spPr>
            <a:xfrm>
              <a:off x="6969355" y="3873495"/>
              <a:ext cx="48105" cy="48105"/>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7"/>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7"/>
            <p:cNvSpPr/>
            <p:nvPr/>
          </p:nvSpPr>
          <p:spPr>
            <a:xfrm>
              <a:off x="7282596" y="3887114"/>
              <a:ext cx="591120" cy="551935"/>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7"/>
            <p:cNvSpPr/>
            <p:nvPr/>
          </p:nvSpPr>
          <p:spPr>
            <a:xfrm>
              <a:off x="7277420" y="3882176"/>
              <a:ext cx="589687" cy="561094"/>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27"/>
            <p:cNvSpPr/>
            <p:nvPr/>
          </p:nvSpPr>
          <p:spPr>
            <a:xfrm>
              <a:off x="7236801" y="3869592"/>
              <a:ext cx="627358" cy="551776"/>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27"/>
            <p:cNvSpPr/>
            <p:nvPr/>
          </p:nvSpPr>
          <p:spPr>
            <a:xfrm>
              <a:off x="7250102" y="3865769"/>
              <a:ext cx="588890" cy="561254"/>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7"/>
            <p:cNvSpPr/>
            <p:nvPr/>
          </p:nvSpPr>
          <p:spPr>
            <a:xfrm>
              <a:off x="7643863" y="3925423"/>
              <a:ext cx="134599" cy="135077"/>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7"/>
            <p:cNvSpPr/>
            <p:nvPr/>
          </p:nvSpPr>
          <p:spPr>
            <a:xfrm>
              <a:off x="7895061" y="4209673"/>
              <a:ext cx="304480"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7"/>
            <p:cNvSpPr/>
            <p:nvPr/>
          </p:nvSpPr>
          <p:spPr>
            <a:xfrm>
              <a:off x="7890681" y="4205293"/>
              <a:ext cx="314038" cy="48105"/>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27"/>
            <p:cNvSpPr/>
            <p:nvPr/>
          </p:nvSpPr>
          <p:spPr>
            <a:xfrm>
              <a:off x="7895061" y="4136560"/>
              <a:ext cx="175218" cy="25884"/>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27"/>
            <p:cNvSpPr/>
            <p:nvPr/>
          </p:nvSpPr>
          <p:spPr>
            <a:xfrm>
              <a:off x="7890681" y="4132100"/>
              <a:ext cx="184058"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7"/>
            <p:cNvSpPr/>
            <p:nvPr/>
          </p:nvSpPr>
          <p:spPr>
            <a:xfrm>
              <a:off x="7895061" y="4064163"/>
              <a:ext cx="175218"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7"/>
            <p:cNvSpPr/>
            <p:nvPr/>
          </p:nvSpPr>
          <p:spPr>
            <a:xfrm>
              <a:off x="7890681" y="4059703"/>
              <a:ext cx="184058"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7"/>
            <p:cNvSpPr/>
            <p:nvPr/>
          </p:nvSpPr>
          <p:spPr>
            <a:xfrm>
              <a:off x="7475415" y="3969546"/>
              <a:ext cx="156023" cy="115325"/>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27"/>
            <p:cNvSpPr/>
            <p:nvPr/>
          </p:nvSpPr>
          <p:spPr>
            <a:xfrm>
              <a:off x="7471035" y="3964369"/>
              <a:ext cx="164784" cy="125679"/>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27"/>
            <p:cNvSpPr/>
            <p:nvPr/>
          </p:nvSpPr>
          <p:spPr>
            <a:xfrm>
              <a:off x="7437744" y="4085587"/>
              <a:ext cx="231367" cy="192899"/>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7"/>
            <p:cNvSpPr/>
            <p:nvPr/>
          </p:nvSpPr>
          <p:spPr>
            <a:xfrm>
              <a:off x="7433283" y="4080411"/>
              <a:ext cx="240207" cy="202536"/>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7"/>
            <p:cNvSpPr/>
            <p:nvPr/>
          </p:nvSpPr>
          <p:spPr>
            <a:xfrm>
              <a:off x="7532361" y="4141737"/>
              <a:ext cx="42132" cy="80600"/>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27"/>
            <p:cNvSpPr/>
            <p:nvPr/>
          </p:nvSpPr>
          <p:spPr>
            <a:xfrm>
              <a:off x="7527901" y="4137277"/>
              <a:ext cx="51769" cy="89520"/>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A blue and black logo&#10;&#10;Description automatically generated">
            <a:extLst>
              <a:ext uri="{FF2B5EF4-FFF2-40B4-BE49-F238E27FC236}">
                <a16:creationId xmlns:a16="http://schemas.microsoft.com/office/drawing/2014/main" id="{26C77ADE-15BC-0730-B678-29AB0F6FDEE9}"/>
              </a:ext>
            </a:extLst>
          </p:cNvPr>
          <p:cNvPicPr>
            <a:picLocks noChangeAspect="1"/>
          </p:cNvPicPr>
          <p:nvPr/>
        </p:nvPicPr>
        <p:blipFill>
          <a:blip r:embed="rId3"/>
          <a:stretch>
            <a:fillRect/>
          </a:stretch>
        </p:blipFill>
        <p:spPr>
          <a:xfrm>
            <a:off x="7592342" y="679427"/>
            <a:ext cx="740750" cy="297168"/>
          </a:xfrm>
          <a:prstGeom prst="rect">
            <a:avLst/>
          </a:prstGeom>
        </p:spPr>
      </p:pic>
      <p:pic>
        <p:nvPicPr>
          <p:cNvPr id="6" name="Picture 5">
            <a:extLst>
              <a:ext uri="{FF2B5EF4-FFF2-40B4-BE49-F238E27FC236}">
                <a16:creationId xmlns:a16="http://schemas.microsoft.com/office/drawing/2014/main" id="{F4573D9B-0432-DE28-470F-A1F651FA58BC}"/>
              </a:ext>
            </a:extLst>
          </p:cNvPr>
          <p:cNvPicPr>
            <a:picLocks noChangeAspect="1"/>
          </p:cNvPicPr>
          <p:nvPr/>
        </p:nvPicPr>
        <p:blipFill>
          <a:blip r:embed="rId4"/>
          <a:stretch>
            <a:fillRect/>
          </a:stretch>
        </p:blipFill>
        <p:spPr>
          <a:xfrm>
            <a:off x="929727" y="1221316"/>
            <a:ext cx="5745582" cy="32959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598BE47E-B40A-3DE8-60F1-478BE323B52E}"/>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7CF92039-793F-F08E-C08D-1301CD4BBD81}"/>
              </a:ext>
            </a:extLst>
          </p:cNvPr>
          <p:cNvSpPr txBox="1">
            <a:spLocks noGrp="1"/>
          </p:cNvSpPr>
          <p:nvPr>
            <p:ph type="title"/>
          </p:nvPr>
        </p:nvSpPr>
        <p:spPr>
          <a:xfrm>
            <a:off x="726492" y="527291"/>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IBM</a:t>
            </a:r>
            <a:endParaRPr dirty="0"/>
          </a:p>
        </p:txBody>
      </p:sp>
      <p:pic>
        <p:nvPicPr>
          <p:cNvPr id="2" name="Picture 1" descr="A blue and black logo&#10;&#10;Description automatically generated">
            <a:extLst>
              <a:ext uri="{FF2B5EF4-FFF2-40B4-BE49-F238E27FC236}">
                <a16:creationId xmlns:a16="http://schemas.microsoft.com/office/drawing/2014/main" id="{BAFCB82D-FED7-AB6B-1B6C-2F136EEBD674}"/>
              </a:ext>
            </a:extLst>
          </p:cNvPr>
          <p:cNvPicPr>
            <a:picLocks noChangeAspect="1"/>
          </p:cNvPicPr>
          <p:nvPr/>
        </p:nvPicPr>
        <p:blipFill>
          <a:blip r:embed="rId3"/>
          <a:stretch>
            <a:fillRect/>
          </a:stretch>
        </p:blipFill>
        <p:spPr>
          <a:xfrm>
            <a:off x="7697492" y="4303117"/>
            <a:ext cx="740750" cy="297168"/>
          </a:xfrm>
          <a:prstGeom prst="rect">
            <a:avLst/>
          </a:prstGeom>
        </p:spPr>
      </p:pic>
      <p:pic>
        <p:nvPicPr>
          <p:cNvPr id="5" name="Picture 2" descr="Profile photo for Randy Giffen">
            <a:extLst>
              <a:ext uri="{FF2B5EF4-FFF2-40B4-BE49-F238E27FC236}">
                <a16:creationId xmlns:a16="http://schemas.microsoft.com/office/drawing/2014/main" id="{D6C1E96B-EC98-394C-C160-1C2BEFB512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584" y="1239454"/>
            <a:ext cx="1174979" cy="11151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425BDDA-AACB-6200-E477-78768A6D50A6}"/>
              </a:ext>
            </a:extLst>
          </p:cNvPr>
          <p:cNvSpPr txBox="1"/>
          <p:nvPr/>
        </p:nvSpPr>
        <p:spPr>
          <a:xfrm>
            <a:off x="609619" y="2410019"/>
            <a:ext cx="1921433" cy="830997"/>
          </a:xfrm>
          <a:prstGeom prst="rect">
            <a:avLst/>
          </a:prstGeom>
          <a:noFill/>
        </p:spPr>
        <p:txBody>
          <a:bodyPr wrap="square">
            <a:spAutoFit/>
          </a:bodyPr>
          <a:lstStyle/>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Randy Giffen</a:t>
            </a:r>
          </a:p>
          <a:p>
            <a:pPr marL="0" lvl="0" indent="0" algn="ctr" rtl="0">
              <a:spcBef>
                <a:spcPts val="0"/>
              </a:spcBef>
              <a:spcAft>
                <a:spcPts val="0"/>
              </a:spcAft>
              <a:buNone/>
            </a:pPr>
            <a:endParaRPr lang="en-CA" sz="800"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Health Solutions Architect </a:t>
            </a:r>
          </a:p>
          <a:p>
            <a:pPr marL="0" lvl="0" indent="0" algn="ctr" rtl="0">
              <a:spcBef>
                <a:spcPts val="0"/>
              </a:spcBef>
              <a:spcAft>
                <a:spcPts val="0"/>
              </a:spcAft>
              <a:buNone/>
            </a:pPr>
            <a:endParaRPr lang="en-CA" sz="800"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 </a:t>
            </a:r>
          </a:p>
          <a:p>
            <a:pPr marL="0" lvl="0" indent="0" algn="ctr" rtl="0">
              <a:spcBef>
                <a:spcPts val="0"/>
              </a:spcBef>
              <a:spcAft>
                <a:spcPts val="0"/>
              </a:spcAft>
              <a:buNone/>
            </a:pPr>
            <a:endParaRPr lang="en-CA" sz="800" dirty="0">
              <a:latin typeface="Open Sans" panose="020B0606030504020204" pitchFamily="34" charset="0"/>
              <a:ea typeface="Open Sans" panose="020B0606030504020204" pitchFamily="34" charset="0"/>
              <a:cs typeface="Open Sans" panose="020B0606030504020204" pitchFamily="34" charset="0"/>
            </a:endParaRPr>
          </a:p>
        </p:txBody>
      </p:sp>
      <p:pic>
        <p:nvPicPr>
          <p:cNvPr id="7" name="Picture 4" descr="Profile photo for Debra Henry">
            <a:extLst>
              <a:ext uri="{FF2B5EF4-FFF2-40B4-BE49-F238E27FC236}">
                <a16:creationId xmlns:a16="http://schemas.microsoft.com/office/drawing/2014/main" id="{B033DF4B-8915-416F-66E6-49E10C3315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9989" y="1234192"/>
            <a:ext cx="1174979" cy="11151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D779C4E-5C1D-67C1-F85B-E040FFBD4026}"/>
              </a:ext>
            </a:extLst>
          </p:cNvPr>
          <p:cNvSpPr txBox="1"/>
          <p:nvPr/>
        </p:nvSpPr>
        <p:spPr>
          <a:xfrm>
            <a:off x="2581797" y="2407592"/>
            <a:ext cx="1606008" cy="584775"/>
          </a:xfrm>
          <a:prstGeom prst="rect">
            <a:avLst/>
          </a:prstGeom>
          <a:noFill/>
        </p:spPr>
        <p:txBody>
          <a:bodyPr wrap="square">
            <a:spAutoFit/>
          </a:bodyPr>
          <a:lstStyle/>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Debra Henry</a:t>
            </a:r>
          </a:p>
          <a:p>
            <a:pPr marL="0" lvl="0" indent="0" algn="ctr" rtl="0">
              <a:spcBef>
                <a:spcPts val="0"/>
              </a:spcBef>
              <a:spcAft>
                <a:spcPts val="0"/>
              </a:spcAft>
              <a:buNone/>
            </a:pPr>
            <a:endParaRPr lang="en-CA" sz="800"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Employee Engagement, Culture &amp; Early Talent Leader</a:t>
            </a:r>
          </a:p>
        </p:txBody>
      </p:sp>
      <p:pic>
        <p:nvPicPr>
          <p:cNvPr id="9" name="Picture 2" descr="Profile photo for Tosha Henry-Adams">
            <a:extLst>
              <a:ext uri="{FF2B5EF4-FFF2-40B4-BE49-F238E27FC236}">
                <a16:creationId xmlns:a16="http://schemas.microsoft.com/office/drawing/2014/main" id="{D6E791D9-3D96-5FC9-D0E5-8EF4C775B9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1450" y="1239454"/>
            <a:ext cx="1115132" cy="1115132"/>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DDB0042-D7D8-E739-06A6-CF2400444531}"/>
              </a:ext>
            </a:extLst>
          </p:cNvPr>
          <p:cNvSpPr txBox="1"/>
          <p:nvPr/>
        </p:nvSpPr>
        <p:spPr>
          <a:xfrm>
            <a:off x="4559515" y="2420387"/>
            <a:ext cx="1585097" cy="584775"/>
          </a:xfrm>
          <a:prstGeom prst="rect">
            <a:avLst/>
          </a:prstGeom>
          <a:noFill/>
        </p:spPr>
        <p:txBody>
          <a:bodyPr wrap="square">
            <a:spAutoFit/>
          </a:bodyPr>
          <a:lstStyle/>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Tosha Henry Adams </a:t>
            </a:r>
          </a:p>
          <a:p>
            <a:pPr marL="0" lvl="0" indent="0" algn="ctr" rtl="0">
              <a:spcBef>
                <a:spcPts val="0"/>
              </a:spcBef>
              <a:spcAft>
                <a:spcPts val="0"/>
              </a:spcAft>
              <a:buNone/>
            </a:pPr>
            <a:endParaRPr lang="en-CA" sz="800"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AI Customer Success Engineer </a:t>
            </a:r>
          </a:p>
        </p:txBody>
      </p:sp>
      <p:pic>
        <p:nvPicPr>
          <p:cNvPr id="2052" name="Picture 4" descr="Profile photo for Rick Power">
            <a:extLst>
              <a:ext uri="{FF2B5EF4-FFF2-40B4-BE49-F238E27FC236}">
                <a16:creationId xmlns:a16="http://schemas.microsoft.com/office/drawing/2014/main" id="{F2F855C7-A489-1B0D-3EF6-9BE4A235E9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8537" y="1224852"/>
            <a:ext cx="1115133" cy="111513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04B881A-06ED-D4B4-D535-2516275A966D}"/>
              </a:ext>
            </a:extLst>
          </p:cNvPr>
          <p:cNvSpPr txBox="1"/>
          <p:nvPr/>
        </p:nvSpPr>
        <p:spPr>
          <a:xfrm>
            <a:off x="6224339" y="2396385"/>
            <a:ext cx="1843528" cy="461665"/>
          </a:xfrm>
          <a:prstGeom prst="rect">
            <a:avLst/>
          </a:prstGeom>
          <a:noFill/>
        </p:spPr>
        <p:txBody>
          <a:bodyPr wrap="square">
            <a:spAutoFit/>
          </a:bodyPr>
          <a:lstStyle/>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Rick Power </a:t>
            </a:r>
          </a:p>
          <a:p>
            <a:pPr marL="0" lvl="0" indent="0" algn="ctr" rtl="0">
              <a:spcBef>
                <a:spcPts val="0"/>
              </a:spcBef>
              <a:spcAft>
                <a:spcPts val="0"/>
              </a:spcAft>
              <a:buNone/>
            </a:pPr>
            <a:endParaRPr lang="en-CA" sz="800"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Innovation Leader</a:t>
            </a:r>
          </a:p>
        </p:txBody>
      </p:sp>
      <p:pic>
        <p:nvPicPr>
          <p:cNvPr id="2054" name="Picture 6" descr="Profile photo for Austin Zhang">
            <a:extLst>
              <a:ext uri="{FF2B5EF4-FFF2-40B4-BE49-F238E27FC236}">
                <a16:creationId xmlns:a16="http://schemas.microsoft.com/office/drawing/2014/main" id="{99E5BA3A-C007-8E07-4E94-C6AD006F83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2265" y="3116747"/>
            <a:ext cx="1083879" cy="108387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rofile photo for Ivy Vu">
            <a:extLst>
              <a:ext uri="{FF2B5EF4-FFF2-40B4-BE49-F238E27FC236}">
                <a16:creationId xmlns:a16="http://schemas.microsoft.com/office/drawing/2014/main" id="{29404863-AA9E-A449-36DA-C60E1064836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01364" y="3116747"/>
            <a:ext cx="1054104" cy="1054104"/>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Profile photo for Kevin Critch">
            <a:extLst>
              <a:ext uri="{FF2B5EF4-FFF2-40B4-BE49-F238E27FC236}">
                <a16:creationId xmlns:a16="http://schemas.microsoft.com/office/drawing/2014/main" id="{EB182527-C543-50E2-E423-2629F8C78A0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5478" y="3047799"/>
            <a:ext cx="1083879" cy="108387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AB68CB8-8B75-73AC-A0C6-ED06D87463E1}"/>
              </a:ext>
            </a:extLst>
          </p:cNvPr>
          <p:cNvSpPr txBox="1"/>
          <p:nvPr/>
        </p:nvSpPr>
        <p:spPr>
          <a:xfrm>
            <a:off x="1261329" y="4220869"/>
            <a:ext cx="1937029" cy="461665"/>
          </a:xfrm>
          <a:prstGeom prst="rect">
            <a:avLst/>
          </a:prstGeom>
          <a:noFill/>
        </p:spPr>
        <p:txBody>
          <a:bodyPr wrap="square">
            <a:spAutoFit/>
          </a:bodyPr>
          <a:lstStyle/>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Austin Zhang</a:t>
            </a:r>
          </a:p>
          <a:p>
            <a:pPr marL="0" lvl="0" indent="0" algn="ctr" rtl="0">
              <a:spcBef>
                <a:spcPts val="0"/>
              </a:spcBef>
              <a:spcAft>
                <a:spcPts val="0"/>
              </a:spcAft>
              <a:buNone/>
            </a:pPr>
            <a:endParaRPr lang="en-CA" sz="800"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sz="800" dirty="0">
                <a:latin typeface="Open Sans" panose="020B0606030504020204" pitchFamily="34" charset="0"/>
                <a:ea typeface="Open Sans" panose="020B0606030504020204" pitchFamily="34" charset="0"/>
                <a:cs typeface="Open Sans" panose="020B0606030504020204" pitchFamily="34" charset="0"/>
              </a:rPr>
              <a:t>AI Customer Success Engineer </a:t>
            </a:r>
          </a:p>
        </p:txBody>
      </p:sp>
      <p:sp>
        <p:nvSpPr>
          <p:cNvPr id="17" name="TextBox 16">
            <a:extLst>
              <a:ext uri="{FF2B5EF4-FFF2-40B4-BE49-F238E27FC236}">
                <a16:creationId xmlns:a16="http://schemas.microsoft.com/office/drawing/2014/main" id="{464FEFCC-48D1-260C-C6D9-52E2D7916B36}"/>
              </a:ext>
            </a:extLst>
          </p:cNvPr>
          <p:cNvSpPr txBox="1"/>
          <p:nvPr/>
        </p:nvSpPr>
        <p:spPr>
          <a:xfrm>
            <a:off x="3353681" y="4220869"/>
            <a:ext cx="1803400" cy="461665"/>
          </a:xfrm>
          <a:prstGeom prst="rect">
            <a:avLst/>
          </a:prstGeom>
          <a:noFill/>
        </p:spPr>
        <p:txBody>
          <a:bodyPr wrap="square">
            <a:spAutoFit/>
          </a:bodyPr>
          <a:lstStyle/>
          <a:p>
            <a:pPr lvl="0" algn="ctr"/>
            <a:r>
              <a:rPr lang="en-CA" sz="800" dirty="0">
                <a:latin typeface="Open Sans" panose="020B0606030504020204" pitchFamily="34" charset="0"/>
                <a:ea typeface="Open Sans" panose="020B0606030504020204" pitchFamily="34" charset="0"/>
                <a:cs typeface="Open Sans" panose="020B0606030504020204" pitchFamily="34" charset="0"/>
              </a:rPr>
              <a:t>Ivy Vu</a:t>
            </a:r>
          </a:p>
          <a:p>
            <a:pPr lvl="0" algn="ctr"/>
            <a:endParaRPr lang="en-CA" sz="800" dirty="0">
              <a:latin typeface="Open Sans" panose="020B0606030504020204" pitchFamily="34" charset="0"/>
              <a:ea typeface="Open Sans" panose="020B0606030504020204" pitchFamily="34" charset="0"/>
              <a:cs typeface="Open Sans" panose="020B0606030504020204" pitchFamily="34" charset="0"/>
            </a:endParaRPr>
          </a:p>
          <a:p>
            <a:pPr lvl="0" algn="ctr"/>
            <a:r>
              <a:rPr lang="en-CA" sz="800" dirty="0">
                <a:latin typeface="Open Sans" panose="020B0606030504020204" pitchFamily="34" charset="0"/>
                <a:ea typeface="Open Sans" panose="020B0606030504020204" pitchFamily="34" charset="0"/>
                <a:cs typeface="Open Sans" panose="020B0606030504020204" pitchFamily="34" charset="0"/>
              </a:rPr>
              <a:t>AI Customer Success Engineer </a:t>
            </a:r>
          </a:p>
        </p:txBody>
      </p:sp>
      <p:sp>
        <p:nvSpPr>
          <p:cNvPr id="18" name="TextBox 17">
            <a:extLst>
              <a:ext uri="{FF2B5EF4-FFF2-40B4-BE49-F238E27FC236}">
                <a16:creationId xmlns:a16="http://schemas.microsoft.com/office/drawing/2014/main" id="{0EFEF00B-2572-A950-A030-6D284D2E3403}"/>
              </a:ext>
            </a:extLst>
          </p:cNvPr>
          <p:cNvSpPr txBox="1"/>
          <p:nvPr/>
        </p:nvSpPr>
        <p:spPr>
          <a:xfrm>
            <a:off x="5655717" y="4200626"/>
            <a:ext cx="1803400" cy="584775"/>
          </a:xfrm>
          <a:prstGeom prst="rect">
            <a:avLst/>
          </a:prstGeom>
          <a:noFill/>
        </p:spPr>
        <p:txBody>
          <a:bodyPr wrap="square">
            <a:spAutoFit/>
          </a:bodyPr>
          <a:lstStyle/>
          <a:p>
            <a:pPr lvl="0" algn="ctr"/>
            <a:r>
              <a:rPr lang="en-CA" sz="800" dirty="0">
                <a:latin typeface="Open Sans" panose="020B0606030504020204" pitchFamily="34" charset="0"/>
                <a:ea typeface="Open Sans" panose="020B0606030504020204" pitchFamily="34" charset="0"/>
                <a:cs typeface="Open Sans" panose="020B0606030504020204" pitchFamily="34" charset="0"/>
              </a:rPr>
              <a:t>Kevin Critch</a:t>
            </a:r>
          </a:p>
          <a:p>
            <a:pPr lvl="0" algn="ctr"/>
            <a:endParaRPr lang="en-CA" sz="800" dirty="0">
              <a:latin typeface="Open Sans" panose="020B0606030504020204" pitchFamily="34" charset="0"/>
              <a:ea typeface="Open Sans" panose="020B0606030504020204" pitchFamily="34" charset="0"/>
              <a:cs typeface="Open Sans" panose="020B0606030504020204" pitchFamily="34" charset="0"/>
            </a:endParaRPr>
          </a:p>
          <a:p>
            <a:pPr lvl="0" algn="ctr"/>
            <a:r>
              <a:rPr lang="en-CA" sz="800" dirty="0">
                <a:latin typeface="Open Sans" panose="020B0606030504020204" pitchFamily="34" charset="0"/>
                <a:ea typeface="Open Sans" panose="020B0606030504020204" pitchFamily="34" charset="0"/>
                <a:cs typeface="Open Sans" panose="020B0606030504020204" pitchFamily="34" charset="0"/>
              </a:rPr>
              <a:t>Technology Sales Executive – Atlantic </a:t>
            </a:r>
          </a:p>
        </p:txBody>
      </p:sp>
    </p:spTree>
    <p:extLst>
      <p:ext uri="{BB962C8B-B14F-4D97-AF65-F5344CB8AC3E}">
        <p14:creationId xmlns:p14="http://schemas.microsoft.com/office/powerpoint/2010/main" val="1684984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0EC8DDA4-1447-A093-7022-7F5239A34D01}"/>
            </a:ext>
          </a:extLst>
        </p:cNvPr>
        <p:cNvGrpSpPr/>
        <p:nvPr/>
      </p:nvGrpSpPr>
      <p:grpSpPr>
        <a:xfrm>
          <a:off x="0" y="0"/>
          <a:ext cx="0" cy="0"/>
          <a:chOff x="0" y="0"/>
          <a:chExt cx="0" cy="0"/>
        </a:xfrm>
      </p:grpSpPr>
      <p:sp>
        <p:nvSpPr>
          <p:cNvPr id="1213" name="Google Shape;1213;p27">
            <a:extLst>
              <a:ext uri="{FF2B5EF4-FFF2-40B4-BE49-F238E27FC236}">
                <a16:creationId xmlns:a16="http://schemas.microsoft.com/office/drawing/2014/main" id="{5C3C40FA-5D21-4959-E699-9EB3FBCAACCC}"/>
              </a:ext>
            </a:extLst>
          </p:cNvPr>
          <p:cNvSpPr txBox="1">
            <a:spLocks noGrp="1"/>
          </p:cNvSpPr>
          <p:nvPr>
            <p:ph type="title"/>
          </p:nvPr>
        </p:nvSpPr>
        <p:spPr>
          <a:xfrm>
            <a:off x="678719" y="656092"/>
            <a:ext cx="7725809"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CAIR</a:t>
            </a:r>
            <a:br>
              <a:rPr lang="en-US" dirty="0"/>
            </a:br>
            <a:r>
              <a:rPr lang="en-US" sz="1400" dirty="0"/>
              <a:t>Center for Analytics, Informatics, Research</a:t>
            </a:r>
          </a:p>
        </p:txBody>
      </p:sp>
      <p:pic>
        <p:nvPicPr>
          <p:cNvPr id="5" name="Picture 4">
            <a:extLst>
              <a:ext uri="{FF2B5EF4-FFF2-40B4-BE49-F238E27FC236}">
                <a16:creationId xmlns:a16="http://schemas.microsoft.com/office/drawing/2014/main" id="{4DBFAFBF-93C4-C9D4-2B5C-21DBBDC8EB48}"/>
              </a:ext>
            </a:extLst>
          </p:cNvPr>
          <p:cNvPicPr>
            <a:picLocks noChangeAspect="1"/>
          </p:cNvPicPr>
          <p:nvPr/>
        </p:nvPicPr>
        <p:blipFill>
          <a:blip r:embed="rId3"/>
          <a:stretch>
            <a:fillRect/>
          </a:stretch>
        </p:blipFill>
        <p:spPr>
          <a:xfrm>
            <a:off x="5236676" y="951994"/>
            <a:ext cx="2937221" cy="1579661"/>
          </a:xfrm>
          <a:prstGeom prst="rect">
            <a:avLst/>
          </a:prstGeom>
        </p:spPr>
      </p:pic>
      <p:sp>
        <p:nvSpPr>
          <p:cNvPr id="3" name="Subtitle 2">
            <a:extLst>
              <a:ext uri="{FF2B5EF4-FFF2-40B4-BE49-F238E27FC236}">
                <a16:creationId xmlns:a16="http://schemas.microsoft.com/office/drawing/2014/main" id="{F8EEFCC1-EC50-5BFD-0363-B6D2E1922330}"/>
              </a:ext>
            </a:extLst>
          </p:cNvPr>
          <p:cNvSpPr>
            <a:spLocks noGrp="1"/>
          </p:cNvSpPr>
          <p:nvPr>
            <p:ph type="subTitle" idx="1"/>
          </p:nvPr>
        </p:nvSpPr>
        <p:spPr>
          <a:xfrm>
            <a:off x="405331" y="1540305"/>
            <a:ext cx="4626818" cy="1982700"/>
          </a:xfrm>
        </p:spPr>
        <p:txBody>
          <a:bodyPr/>
          <a:lstStyle/>
          <a:p>
            <a:pPr>
              <a:lnSpc>
                <a:spcPct val="130000"/>
              </a:lnSpc>
              <a:buFont typeface="Arial" panose="020B0604020202020204" pitchFamily="34" charset="0"/>
              <a:buChar char="•"/>
            </a:pPr>
            <a:r>
              <a:rPr lang="en-US" dirty="0"/>
              <a:t>High Performance Compute Data Center on Campus</a:t>
            </a:r>
          </a:p>
          <a:p>
            <a:pPr>
              <a:lnSpc>
                <a:spcPct val="130000"/>
              </a:lnSpc>
              <a:buFont typeface="Arial" panose="020B0604020202020204" pitchFamily="34" charset="0"/>
              <a:buChar char="•"/>
            </a:pPr>
            <a:r>
              <a:rPr lang="en-US" dirty="0"/>
              <a:t>3 Clusters – Power9+V100, X86+H100, VM with X86+A30</a:t>
            </a:r>
          </a:p>
          <a:p>
            <a:pPr>
              <a:lnSpc>
                <a:spcPct val="130000"/>
              </a:lnSpc>
              <a:buFont typeface="Arial" panose="020B0604020202020204" pitchFamily="34" charset="0"/>
              <a:buChar char="•"/>
            </a:pPr>
            <a:r>
              <a:rPr lang="en-US" dirty="0"/>
              <a:t>Support research, student groups, capstones</a:t>
            </a:r>
          </a:p>
          <a:p>
            <a:pPr>
              <a:lnSpc>
                <a:spcPct val="130000"/>
              </a:lnSpc>
              <a:buFont typeface="Arial" panose="020B0604020202020204" pitchFamily="34" charset="0"/>
              <a:buChar char="•"/>
            </a:pPr>
            <a:r>
              <a:rPr lang="en-US" dirty="0"/>
              <a:t>Student Employment building Digital Tools inc. AI</a:t>
            </a:r>
          </a:p>
          <a:p>
            <a:pPr>
              <a:lnSpc>
                <a:spcPct val="130000"/>
              </a:lnSpc>
              <a:buFont typeface="Arial" panose="020B0604020202020204" pitchFamily="34" charset="0"/>
              <a:buChar char="•"/>
            </a:pPr>
            <a:r>
              <a:rPr lang="en-US" dirty="0"/>
              <a:t>IBM </a:t>
            </a:r>
            <a:r>
              <a:rPr lang="en-US" dirty="0" err="1"/>
              <a:t>SkillsBuild</a:t>
            </a:r>
            <a:r>
              <a:rPr lang="en-US" dirty="0"/>
              <a:t> – 1000+ online training</a:t>
            </a:r>
          </a:p>
          <a:p>
            <a:pPr>
              <a:lnSpc>
                <a:spcPct val="130000"/>
              </a:lnSpc>
              <a:buFont typeface="Arial" panose="020B0604020202020204" pitchFamily="34" charset="0"/>
              <a:buChar char="•"/>
            </a:pPr>
            <a:r>
              <a:rPr lang="en-US" dirty="0"/>
              <a:t>Pinq2 Quantum Learners access</a:t>
            </a:r>
          </a:p>
          <a:p>
            <a:pPr>
              <a:lnSpc>
                <a:spcPct val="130000"/>
              </a:lnSpc>
              <a:buFont typeface="Arial" panose="020B0604020202020204" pitchFamily="34" charset="0"/>
              <a:buChar char="•"/>
            </a:pPr>
            <a:r>
              <a:rPr lang="en-US" dirty="0"/>
              <a:t>CAIR Helpdesk</a:t>
            </a:r>
          </a:p>
        </p:txBody>
      </p:sp>
      <p:pic>
        <p:nvPicPr>
          <p:cNvPr id="4" name="Google Shape;73;p15">
            <a:extLst>
              <a:ext uri="{FF2B5EF4-FFF2-40B4-BE49-F238E27FC236}">
                <a16:creationId xmlns:a16="http://schemas.microsoft.com/office/drawing/2014/main" id="{96265331-DFC5-332C-7720-41DEFA09C3EC}"/>
              </a:ext>
            </a:extLst>
          </p:cNvPr>
          <p:cNvPicPr preferRelativeResize="0"/>
          <p:nvPr/>
        </p:nvPicPr>
        <p:blipFill rotWithShape="1">
          <a:blip r:embed="rId4">
            <a:alphaModFix/>
          </a:blip>
          <a:srcRect/>
          <a:stretch/>
        </p:blipFill>
        <p:spPr>
          <a:xfrm>
            <a:off x="5340043" y="2800400"/>
            <a:ext cx="2719739" cy="1579660"/>
          </a:xfrm>
          <a:prstGeom prst="rect">
            <a:avLst/>
          </a:prstGeom>
          <a:noFill/>
          <a:ln>
            <a:noFill/>
          </a:ln>
        </p:spPr>
      </p:pic>
      <p:pic>
        <p:nvPicPr>
          <p:cNvPr id="9" name="Picture 8">
            <a:extLst>
              <a:ext uri="{FF2B5EF4-FFF2-40B4-BE49-F238E27FC236}">
                <a16:creationId xmlns:a16="http://schemas.microsoft.com/office/drawing/2014/main" id="{A876EBAE-9B45-6DD4-1A6C-ACFA91E26F35}"/>
              </a:ext>
            </a:extLst>
          </p:cNvPr>
          <p:cNvPicPr>
            <a:picLocks noChangeAspect="1"/>
          </p:cNvPicPr>
          <p:nvPr/>
        </p:nvPicPr>
        <p:blipFill>
          <a:blip r:embed="rId5"/>
          <a:stretch>
            <a:fillRect/>
          </a:stretch>
        </p:blipFill>
        <p:spPr>
          <a:xfrm>
            <a:off x="3596045" y="3263482"/>
            <a:ext cx="1128210" cy="1116578"/>
          </a:xfrm>
          <a:prstGeom prst="rect">
            <a:avLst/>
          </a:prstGeom>
        </p:spPr>
      </p:pic>
    </p:spTree>
    <p:extLst>
      <p:ext uri="{BB962C8B-B14F-4D97-AF65-F5344CB8AC3E}">
        <p14:creationId xmlns:p14="http://schemas.microsoft.com/office/powerpoint/2010/main" val="2028910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D92D5257-6793-EEB0-9010-094867DCE999}"/>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214AD41D-9D38-44DF-160E-FE3C44B8B0BB}"/>
              </a:ext>
            </a:extLst>
          </p:cNvPr>
          <p:cNvSpPr txBox="1">
            <a:spLocks noGrp="1"/>
          </p:cNvSpPr>
          <p:nvPr>
            <p:ph type="subTitle" idx="1"/>
          </p:nvPr>
        </p:nvSpPr>
        <p:spPr>
          <a:xfrm>
            <a:off x="687421" y="1513901"/>
            <a:ext cx="4306500" cy="314650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sz="1600" b="1" i="1" dirty="0"/>
              <a:t>Memorial Centre for Entrepreneurship</a:t>
            </a:r>
          </a:p>
          <a:p>
            <a:pPr marL="0" lvl="0" indent="0" algn="l" rtl="0">
              <a:spcBef>
                <a:spcPts val="0"/>
              </a:spcBef>
              <a:spcAft>
                <a:spcPts val="0"/>
              </a:spcAft>
              <a:buNone/>
            </a:pPr>
            <a:endParaRPr lang="en-CA" sz="1600" dirty="0"/>
          </a:p>
          <a:p>
            <a:pPr marL="0" lvl="0" indent="0" algn="l" rtl="0">
              <a:spcBef>
                <a:spcPts val="0"/>
              </a:spcBef>
              <a:spcAft>
                <a:spcPts val="0"/>
              </a:spcAft>
              <a:buNone/>
            </a:pPr>
            <a:r>
              <a:rPr lang="en-US" sz="1400" dirty="0"/>
              <a:t>Helps Memorial University students turn ideas into global companies. </a:t>
            </a:r>
          </a:p>
          <a:p>
            <a:pPr marL="0" lvl="0" indent="0" algn="l" rtl="0">
              <a:spcBef>
                <a:spcPts val="0"/>
              </a:spcBef>
              <a:spcAft>
                <a:spcPts val="0"/>
              </a:spcAft>
              <a:buNone/>
            </a:pPr>
            <a:endParaRPr lang="en-US" sz="1400" dirty="0"/>
          </a:p>
          <a:p>
            <a:pPr marL="0" lvl="0" indent="0" algn="l" rtl="0">
              <a:spcBef>
                <a:spcPts val="0"/>
              </a:spcBef>
              <a:spcAft>
                <a:spcPts val="0"/>
              </a:spcAft>
              <a:buNone/>
            </a:pPr>
            <a:r>
              <a:rPr lang="en-US" sz="1400" dirty="0"/>
              <a:t>Whether you’re building an app, exploring AI, solving industry problems, or testing a side project, MCE connects technical students with the tools, community, and support to launch ideas beyond the classroom.</a:t>
            </a:r>
          </a:p>
          <a:p>
            <a:pPr marL="0" lvl="0" indent="0" algn="l" rtl="0">
              <a:spcBef>
                <a:spcPts val="0"/>
              </a:spcBef>
              <a:spcAft>
                <a:spcPts val="0"/>
              </a:spcAft>
              <a:buNone/>
            </a:pPr>
            <a:endParaRPr lang="en-CA" dirty="0"/>
          </a:p>
          <a:p>
            <a:pPr marL="0" lvl="0" indent="0" algn="l" rtl="0">
              <a:spcBef>
                <a:spcPts val="0"/>
              </a:spcBef>
              <a:spcAft>
                <a:spcPts val="0"/>
              </a:spcAft>
              <a:buNone/>
            </a:pPr>
            <a:endParaRPr dirty="0"/>
          </a:p>
        </p:txBody>
      </p:sp>
      <p:sp>
        <p:nvSpPr>
          <p:cNvPr id="1213" name="Google Shape;1213;p27">
            <a:extLst>
              <a:ext uri="{FF2B5EF4-FFF2-40B4-BE49-F238E27FC236}">
                <a16:creationId xmlns:a16="http://schemas.microsoft.com/office/drawing/2014/main" id="{F3DD32C2-DFEA-1F74-2576-1D06F2D2E2BB}"/>
              </a:ext>
            </a:extLst>
          </p:cNvPr>
          <p:cNvSpPr txBox="1">
            <a:spLocks noGrp="1"/>
          </p:cNvSpPr>
          <p:nvPr>
            <p:ph type="title"/>
          </p:nvPr>
        </p:nvSpPr>
        <p:spPr>
          <a:xfrm>
            <a:off x="687421" y="872976"/>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MCE</a:t>
            </a:r>
            <a:endParaRPr dirty="0"/>
          </a:p>
        </p:txBody>
      </p:sp>
      <p:pic>
        <p:nvPicPr>
          <p:cNvPr id="6" name="Picture 5">
            <a:extLst>
              <a:ext uri="{FF2B5EF4-FFF2-40B4-BE49-F238E27FC236}">
                <a16:creationId xmlns:a16="http://schemas.microsoft.com/office/drawing/2014/main" id="{C74B8649-9B1A-0C5E-E19F-296F41694FBC}"/>
              </a:ext>
            </a:extLst>
          </p:cNvPr>
          <p:cNvPicPr>
            <a:picLocks noChangeAspect="1"/>
          </p:cNvPicPr>
          <p:nvPr/>
        </p:nvPicPr>
        <p:blipFill>
          <a:blip r:embed="rId3"/>
          <a:stretch>
            <a:fillRect/>
          </a:stretch>
        </p:blipFill>
        <p:spPr>
          <a:xfrm>
            <a:off x="4744529" y="1514076"/>
            <a:ext cx="3992947" cy="2115347"/>
          </a:xfrm>
          <a:prstGeom prst="rect">
            <a:avLst/>
          </a:prstGeom>
        </p:spPr>
      </p:pic>
    </p:spTree>
    <p:extLst>
      <p:ext uri="{BB962C8B-B14F-4D97-AF65-F5344CB8AC3E}">
        <p14:creationId xmlns:p14="http://schemas.microsoft.com/office/powerpoint/2010/main" val="3069659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1">
          <a:extLst>
            <a:ext uri="{FF2B5EF4-FFF2-40B4-BE49-F238E27FC236}">
              <a16:creationId xmlns:a16="http://schemas.microsoft.com/office/drawing/2014/main" id="{8C553028-B308-A5D1-51E7-BD1BD7CED0E9}"/>
            </a:ext>
          </a:extLst>
        </p:cNvPr>
        <p:cNvGrpSpPr/>
        <p:nvPr/>
      </p:nvGrpSpPr>
      <p:grpSpPr>
        <a:xfrm>
          <a:off x="0" y="0"/>
          <a:ext cx="0" cy="0"/>
          <a:chOff x="0" y="0"/>
          <a:chExt cx="0" cy="0"/>
        </a:xfrm>
      </p:grpSpPr>
      <p:sp>
        <p:nvSpPr>
          <p:cNvPr id="1212" name="Google Shape;1212;p27">
            <a:extLst>
              <a:ext uri="{FF2B5EF4-FFF2-40B4-BE49-F238E27FC236}">
                <a16:creationId xmlns:a16="http://schemas.microsoft.com/office/drawing/2014/main" id="{DEDABA95-C341-84D5-388C-1673CCA3E8AB}"/>
              </a:ext>
            </a:extLst>
          </p:cNvPr>
          <p:cNvSpPr txBox="1">
            <a:spLocks noGrp="1"/>
          </p:cNvSpPr>
          <p:nvPr>
            <p:ph type="subTitle" idx="1"/>
          </p:nvPr>
        </p:nvSpPr>
        <p:spPr>
          <a:xfrm>
            <a:off x="713225" y="1900863"/>
            <a:ext cx="4306500" cy="198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sz="1600" b="1" i="1" dirty="0"/>
              <a:t>Student Design Hub</a:t>
            </a:r>
          </a:p>
          <a:p>
            <a:pPr marL="0" lvl="0" indent="0" algn="l" rtl="0">
              <a:spcBef>
                <a:spcPts val="0"/>
              </a:spcBef>
              <a:spcAft>
                <a:spcPts val="0"/>
              </a:spcAft>
              <a:buNone/>
            </a:pPr>
            <a:endParaRPr lang="en-CA" sz="1600" dirty="0"/>
          </a:p>
          <a:p>
            <a:pPr marL="0" lvl="0" indent="0"/>
            <a:r>
              <a:rPr lang="en-US" dirty="0"/>
              <a:t>The Student Design Hub is Memorial University's student design, innovation, and prototyping hub.</a:t>
            </a:r>
          </a:p>
          <a:p>
            <a:pPr marL="0" lvl="0" indent="0"/>
            <a:endParaRPr lang="en-US" dirty="0"/>
          </a:p>
          <a:p>
            <a:pPr marL="0" lvl="0" indent="0"/>
            <a:r>
              <a:rPr lang="en-US" dirty="0"/>
              <a:t>We enable students to build critical skills through competitions, innovation challenges, and experiential learning. We provide mentorship, training, funding, space, and equipment to help teams build ambitious projects and showcase them at international competitions.</a:t>
            </a:r>
          </a:p>
        </p:txBody>
      </p:sp>
      <p:sp>
        <p:nvSpPr>
          <p:cNvPr id="1213" name="Google Shape;1213;p27">
            <a:extLst>
              <a:ext uri="{FF2B5EF4-FFF2-40B4-BE49-F238E27FC236}">
                <a16:creationId xmlns:a16="http://schemas.microsoft.com/office/drawing/2014/main" id="{C7448167-5255-041C-30F0-D3EB19D26755}"/>
              </a:ext>
            </a:extLst>
          </p:cNvPr>
          <p:cNvSpPr txBox="1">
            <a:spLocks noGrp="1"/>
          </p:cNvSpPr>
          <p:nvPr>
            <p:ph type="title"/>
          </p:nvPr>
        </p:nvSpPr>
        <p:spPr>
          <a:xfrm>
            <a:off x="713225" y="1259938"/>
            <a:ext cx="4306500" cy="64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SDH</a:t>
            </a:r>
            <a:endParaRPr dirty="0"/>
          </a:p>
        </p:txBody>
      </p:sp>
      <p:pic>
        <p:nvPicPr>
          <p:cNvPr id="5" name="Picture 4">
            <a:extLst>
              <a:ext uri="{FF2B5EF4-FFF2-40B4-BE49-F238E27FC236}">
                <a16:creationId xmlns:a16="http://schemas.microsoft.com/office/drawing/2014/main" id="{AF7FCC80-AEF0-2103-08D5-C882620678EE}"/>
              </a:ext>
            </a:extLst>
          </p:cNvPr>
          <p:cNvPicPr>
            <a:picLocks noChangeAspect="1"/>
          </p:cNvPicPr>
          <p:nvPr/>
        </p:nvPicPr>
        <p:blipFill>
          <a:blip r:embed="rId3"/>
          <a:stretch>
            <a:fillRect/>
          </a:stretch>
        </p:blipFill>
        <p:spPr>
          <a:xfrm>
            <a:off x="3804300" y="1001142"/>
            <a:ext cx="4737353" cy="2882420"/>
          </a:xfrm>
          <a:prstGeom prst="rect">
            <a:avLst/>
          </a:prstGeom>
        </p:spPr>
      </p:pic>
    </p:spTree>
    <p:extLst>
      <p:ext uri="{BB962C8B-B14F-4D97-AF65-F5344CB8AC3E}">
        <p14:creationId xmlns:p14="http://schemas.microsoft.com/office/powerpoint/2010/main" val="2598286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0"/>
        <p:cNvGrpSpPr/>
        <p:nvPr/>
      </p:nvGrpSpPr>
      <p:grpSpPr>
        <a:xfrm>
          <a:off x="0" y="0"/>
          <a:ext cx="0" cy="0"/>
          <a:chOff x="0" y="0"/>
          <a:chExt cx="0" cy="0"/>
        </a:xfrm>
      </p:grpSpPr>
      <p:sp>
        <p:nvSpPr>
          <p:cNvPr id="1591" name="Google Shape;1591;p30"/>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Hackathon Agenda</a:t>
            </a:r>
            <a:endParaRPr dirty="0"/>
          </a:p>
        </p:txBody>
      </p:sp>
      <p:sp>
        <p:nvSpPr>
          <p:cNvPr id="1592" name="Google Shape;1592;p30"/>
          <p:cNvSpPr txBox="1">
            <a:spLocks noGrp="1"/>
          </p:cNvSpPr>
          <p:nvPr>
            <p:ph type="subTitle" idx="4"/>
          </p:nvPr>
        </p:nvSpPr>
        <p:spPr>
          <a:xfrm>
            <a:off x="825762" y="1213944"/>
            <a:ext cx="2196600" cy="43161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Friday May 29</a:t>
            </a:r>
            <a:r>
              <a:rPr lang="en" baseline="30000" dirty="0"/>
              <a:t>th</a:t>
            </a:r>
            <a:r>
              <a:rPr lang="en" dirty="0"/>
              <a:t> </a:t>
            </a:r>
            <a:endParaRPr dirty="0"/>
          </a:p>
        </p:txBody>
      </p:sp>
      <p:sp>
        <p:nvSpPr>
          <p:cNvPr id="1593" name="Google Shape;1593;p30"/>
          <p:cNvSpPr txBox="1">
            <a:spLocks noGrp="1"/>
          </p:cNvSpPr>
          <p:nvPr>
            <p:ph type="subTitle" idx="5"/>
          </p:nvPr>
        </p:nvSpPr>
        <p:spPr>
          <a:xfrm>
            <a:off x="3397548" y="1213944"/>
            <a:ext cx="2196600" cy="43161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Sat May 30</a:t>
            </a:r>
            <a:r>
              <a:rPr lang="en" baseline="30000" dirty="0"/>
              <a:t>th</a:t>
            </a:r>
            <a:r>
              <a:rPr lang="en" dirty="0"/>
              <a:t> </a:t>
            </a:r>
            <a:endParaRPr dirty="0"/>
          </a:p>
        </p:txBody>
      </p:sp>
      <p:sp>
        <p:nvSpPr>
          <p:cNvPr id="1594" name="Google Shape;1594;p30"/>
          <p:cNvSpPr txBox="1">
            <a:spLocks noGrp="1"/>
          </p:cNvSpPr>
          <p:nvPr>
            <p:ph type="subTitle" idx="1"/>
          </p:nvPr>
        </p:nvSpPr>
        <p:spPr>
          <a:xfrm>
            <a:off x="825762" y="1826546"/>
            <a:ext cx="2196600" cy="264297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5:30pm – Registration &amp; Welcome </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6:00pm – Kickoff + Challenge Briefing </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6:30pm – Team Formation </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6:45pm – Panel Session</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7:30pm – Hacking begins!</a:t>
            </a:r>
            <a:endParaRPr dirty="0"/>
          </a:p>
        </p:txBody>
      </p:sp>
      <p:sp>
        <p:nvSpPr>
          <p:cNvPr id="1595" name="Google Shape;1595;p30"/>
          <p:cNvSpPr txBox="1">
            <a:spLocks noGrp="1"/>
          </p:cNvSpPr>
          <p:nvPr>
            <p:ph type="subTitle" idx="2"/>
          </p:nvPr>
        </p:nvSpPr>
        <p:spPr>
          <a:xfrm>
            <a:off x="3323863" y="1829638"/>
            <a:ext cx="2196600" cy="166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Full day Hacking!</a:t>
            </a:r>
          </a:p>
          <a:p>
            <a:pPr marL="0" lvl="0" indent="0" algn="l" rtl="0">
              <a:spcBef>
                <a:spcPts val="0"/>
              </a:spcBef>
              <a:spcAft>
                <a:spcPts val="0"/>
              </a:spcAft>
              <a:buNone/>
            </a:pPr>
            <a:endParaRPr lang="en" dirty="0"/>
          </a:p>
          <a:p>
            <a:pPr marL="0" lvl="0" indent="0" algn="l" rtl="0">
              <a:spcBef>
                <a:spcPts val="0"/>
              </a:spcBef>
              <a:spcAft>
                <a:spcPts val="0"/>
              </a:spcAft>
              <a:buNone/>
            </a:pPr>
            <a:r>
              <a:rPr lang="en-CA" dirty="0"/>
              <a:t>10am-12pm – In person Mentorship Hours [Optional]</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4pm-6pm – Discord Mentorship Hours </a:t>
            </a:r>
          </a:p>
          <a:p>
            <a:pPr marL="0" lvl="0" indent="0" algn="l" rtl="0">
              <a:spcBef>
                <a:spcPts val="0"/>
              </a:spcBef>
              <a:spcAft>
                <a:spcPts val="0"/>
              </a:spcAft>
              <a:buNone/>
            </a:pPr>
            <a:endParaRPr dirty="0"/>
          </a:p>
        </p:txBody>
      </p:sp>
      <p:sp>
        <p:nvSpPr>
          <p:cNvPr id="1596" name="Google Shape;1596;p30"/>
          <p:cNvSpPr txBox="1">
            <a:spLocks noGrp="1"/>
          </p:cNvSpPr>
          <p:nvPr>
            <p:ph type="subTitle" idx="3"/>
          </p:nvPr>
        </p:nvSpPr>
        <p:spPr>
          <a:xfrm>
            <a:off x="5969332" y="1826546"/>
            <a:ext cx="2514649" cy="264297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10am – 11am: Discord Mentorship Hours</a:t>
            </a:r>
          </a:p>
          <a:p>
            <a:pPr marL="0" lvl="0" indent="0" algn="l" rtl="0">
              <a:spcBef>
                <a:spcPts val="0"/>
              </a:spcBef>
              <a:spcAft>
                <a:spcPts val="0"/>
              </a:spcAft>
              <a:buNone/>
            </a:pPr>
            <a:r>
              <a:rPr lang="en-CA" dirty="0"/>
              <a:t> </a:t>
            </a:r>
          </a:p>
          <a:p>
            <a:pPr marL="0" lvl="0" indent="0" algn="l" rtl="0">
              <a:spcBef>
                <a:spcPts val="0"/>
              </a:spcBef>
              <a:spcAft>
                <a:spcPts val="0"/>
              </a:spcAft>
              <a:buNone/>
            </a:pPr>
            <a:r>
              <a:rPr lang="en-CA" dirty="0"/>
              <a:t>11:00am – Online Final Submissions </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11-am- 12:30pm – In person Judging Period</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12:30- 2:30pm – Questions for Selected Group</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2:30pm – Awards Ceremony </a:t>
            </a:r>
          </a:p>
          <a:p>
            <a:pPr marL="0" lvl="0" indent="0" algn="l" rtl="0">
              <a:spcBef>
                <a:spcPts val="0"/>
              </a:spcBef>
              <a:spcAft>
                <a:spcPts val="0"/>
              </a:spcAft>
              <a:buNone/>
            </a:pPr>
            <a:endParaRPr dirty="0"/>
          </a:p>
        </p:txBody>
      </p:sp>
      <p:sp>
        <p:nvSpPr>
          <p:cNvPr id="1597" name="Google Shape;1597;p30"/>
          <p:cNvSpPr txBox="1">
            <a:spLocks noGrp="1"/>
          </p:cNvSpPr>
          <p:nvPr>
            <p:ph type="subTitle" idx="6"/>
          </p:nvPr>
        </p:nvSpPr>
        <p:spPr>
          <a:xfrm>
            <a:off x="5969333" y="1213944"/>
            <a:ext cx="2196600" cy="43161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Sun May 31st</a:t>
            </a:r>
            <a:endParaRPr dirty="0"/>
          </a:p>
        </p:txBody>
      </p:sp>
      <p:grpSp>
        <p:nvGrpSpPr>
          <p:cNvPr id="1598" name="Google Shape;1598;p30"/>
          <p:cNvGrpSpPr/>
          <p:nvPr/>
        </p:nvGrpSpPr>
        <p:grpSpPr>
          <a:xfrm>
            <a:off x="7814889" y="900912"/>
            <a:ext cx="887675" cy="801288"/>
            <a:chOff x="6544194" y="2365864"/>
            <a:chExt cx="529544" cy="478038"/>
          </a:xfrm>
        </p:grpSpPr>
        <p:sp>
          <p:nvSpPr>
            <p:cNvPr id="1599" name="Google Shape;1599;p30"/>
            <p:cNvSpPr/>
            <p:nvPr/>
          </p:nvSpPr>
          <p:spPr>
            <a:xfrm>
              <a:off x="6546068" y="2488273"/>
              <a:ext cx="190780" cy="188197"/>
            </a:xfrm>
            <a:custGeom>
              <a:avLst/>
              <a:gdLst/>
              <a:ahLst/>
              <a:cxnLst/>
              <a:rect l="l" t="t" r="r" b="b"/>
              <a:pathLst>
                <a:path w="3767" h="3716" extrusionOk="0">
                  <a:moveTo>
                    <a:pt x="1887" y="845"/>
                  </a:moveTo>
                  <a:cubicBezTo>
                    <a:pt x="2071" y="845"/>
                    <a:pt x="2257" y="896"/>
                    <a:pt x="2422" y="1001"/>
                  </a:cubicBezTo>
                  <a:cubicBezTo>
                    <a:pt x="2895" y="1307"/>
                    <a:pt x="3034" y="1929"/>
                    <a:pt x="2737" y="2402"/>
                  </a:cubicBezTo>
                  <a:cubicBezTo>
                    <a:pt x="2541" y="2705"/>
                    <a:pt x="2216" y="2871"/>
                    <a:pt x="1883" y="2871"/>
                  </a:cubicBezTo>
                  <a:cubicBezTo>
                    <a:pt x="1696" y="2871"/>
                    <a:pt x="1507" y="2818"/>
                    <a:pt x="1336" y="2708"/>
                  </a:cubicBezTo>
                  <a:cubicBezTo>
                    <a:pt x="863" y="2411"/>
                    <a:pt x="724" y="1780"/>
                    <a:pt x="1030" y="1317"/>
                  </a:cubicBezTo>
                  <a:cubicBezTo>
                    <a:pt x="1222" y="1012"/>
                    <a:pt x="1552" y="845"/>
                    <a:pt x="1887" y="845"/>
                  </a:cubicBezTo>
                  <a:close/>
                  <a:moveTo>
                    <a:pt x="1535" y="0"/>
                  </a:moveTo>
                  <a:cubicBezTo>
                    <a:pt x="1515" y="0"/>
                    <a:pt x="1495" y="3"/>
                    <a:pt x="1476" y="9"/>
                  </a:cubicBezTo>
                  <a:cubicBezTo>
                    <a:pt x="1336" y="36"/>
                    <a:pt x="1253" y="166"/>
                    <a:pt x="1281" y="305"/>
                  </a:cubicBezTo>
                  <a:lnTo>
                    <a:pt x="1346" y="565"/>
                  </a:lnTo>
                  <a:cubicBezTo>
                    <a:pt x="1160" y="639"/>
                    <a:pt x="993" y="760"/>
                    <a:pt x="854" y="908"/>
                  </a:cubicBezTo>
                  <a:lnTo>
                    <a:pt x="622" y="760"/>
                  </a:lnTo>
                  <a:cubicBezTo>
                    <a:pt x="583" y="734"/>
                    <a:pt x="537" y="721"/>
                    <a:pt x="492" y="721"/>
                  </a:cubicBezTo>
                  <a:cubicBezTo>
                    <a:pt x="410" y="721"/>
                    <a:pt x="327" y="762"/>
                    <a:pt x="279" y="834"/>
                  </a:cubicBezTo>
                  <a:cubicBezTo>
                    <a:pt x="205" y="955"/>
                    <a:pt x="242" y="1103"/>
                    <a:pt x="362" y="1177"/>
                  </a:cubicBezTo>
                  <a:lnTo>
                    <a:pt x="585" y="1326"/>
                  </a:lnTo>
                  <a:cubicBezTo>
                    <a:pt x="511" y="1511"/>
                    <a:pt x="474" y="1716"/>
                    <a:pt x="483" y="1910"/>
                  </a:cubicBezTo>
                  <a:lnTo>
                    <a:pt x="214" y="1966"/>
                  </a:lnTo>
                  <a:cubicBezTo>
                    <a:pt x="84" y="2003"/>
                    <a:pt x="1" y="2133"/>
                    <a:pt x="28" y="2263"/>
                  </a:cubicBezTo>
                  <a:cubicBezTo>
                    <a:pt x="53" y="2384"/>
                    <a:pt x="161" y="2463"/>
                    <a:pt x="275" y="2463"/>
                  </a:cubicBezTo>
                  <a:cubicBezTo>
                    <a:pt x="292" y="2463"/>
                    <a:pt x="309" y="2461"/>
                    <a:pt x="325" y="2458"/>
                  </a:cubicBezTo>
                  <a:lnTo>
                    <a:pt x="594" y="2402"/>
                  </a:lnTo>
                  <a:cubicBezTo>
                    <a:pt x="669" y="2578"/>
                    <a:pt x="780" y="2745"/>
                    <a:pt x="928" y="2884"/>
                  </a:cubicBezTo>
                  <a:lnTo>
                    <a:pt x="789" y="3116"/>
                  </a:lnTo>
                  <a:cubicBezTo>
                    <a:pt x="715" y="3228"/>
                    <a:pt x="743" y="3385"/>
                    <a:pt x="863" y="3460"/>
                  </a:cubicBezTo>
                  <a:cubicBezTo>
                    <a:pt x="903" y="3486"/>
                    <a:pt x="948" y="3498"/>
                    <a:pt x="993" y="3498"/>
                  </a:cubicBezTo>
                  <a:cubicBezTo>
                    <a:pt x="1076" y="3498"/>
                    <a:pt x="1159" y="3457"/>
                    <a:pt x="1207" y="3385"/>
                  </a:cubicBezTo>
                  <a:lnTo>
                    <a:pt x="1346" y="3153"/>
                  </a:lnTo>
                  <a:cubicBezTo>
                    <a:pt x="1521" y="3220"/>
                    <a:pt x="1696" y="3257"/>
                    <a:pt x="1878" y="3257"/>
                  </a:cubicBezTo>
                  <a:cubicBezTo>
                    <a:pt x="1898" y="3257"/>
                    <a:pt x="1919" y="3256"/>
                    <a:pt x="1939" y="3255"/>
                  </a:cubicBezTo>
                  <a:lnTo>
                    <a:pt x="1995" y="3524"/>
                  </a:lnTo>
                  <a:cubicBezTo>
                    <a:pt x="2019" y="3637"/>
                    <a:pt x="2121" y="3715"/>
                    <a:pt x="2238" y="3715"/>
                  </a:cubicBezTo>
                  <a:cubicBezTo>
                    <a:pt x="2256" y="3715"/>
                    <a:pt x="2274" y="3714"/>
                    <a:pt x="2292" y="3710"/>
                  </a:cubicBezTo>
                  <a:cubicBezTo>
                    <a:pt x="2422" y="3682"/>
                    <a:pt x="2505" y="3552"/>
                    <a:pt x="2477" y="3413"/>
                  </a:cubicBezTo>
                  <a:lnTo>
                    <a:pt x="2422" y="3153"/>
                  </a:lnTo>
                  <a:cubicBezTo>
                    <a:pt x="2607" y="3070"/>
                    <a:pt x="2774" y="2959"/>
                    <a:pt x="2904" y="2810"/>
                  </a:cubicBezTo>
                  <a:lnTo>
                    <a:pt x="3136" y="2959"/>
                  </a:lnTo>
                  <a:cubicBezTo>
                    <a:pt x="3178" y="2981"/>
                    <a:pt x="3224" y="2993"/>
                    <a:pt x="3269" y="2993"/>
                  </a:cubicBezTo>
                  <a:cubicBezTo>
                    <a:pt x="3352" y="2993"/>
                    <a:pt x="3431" y="2953"/>
                    <a:pt x="3479" y="2875"/>
                  </a:cubicBezTo>
                  <a:cubicBezTo>
                    <a:pt x="3554" y="2764"/>
                    <a:pt x="3516" y="2615"/>
                    <a:pt x="3405" y="2541"/>
                  </a:cubicBezTo>
                  <a:lnTo>
                    <a:pt x="3173" y="2393"/>
                  </a:lnTo>
                  <a:cubicBezTo>
                    <a:pt x="3257" y="2198"/>
                    <a:pt x="3285" y="2003"/>
                    <a:pt x="3285" y="1808"/>
                  </a:cubicBezTo>
                  <a:lnTo>
                    <a:pt x="3544" y="1743"/>
                  </a:lnTo>
                  <a:cubicBezTo>
                    <a:pt x="3683" y="1716"/>
                    <a:pt x="3767" y="1586"/>
                    <a:pt x="3730" y="1446"/>
                  </a:cubicBezTo>
                  <a:cubicBezTo>
                    <a:pt x="3706" y="1334"/>
                    <a:pt x="3604" y="1256"/>
                    <a:pt x="3487" y="1256"/>
                  </a:cubicBezTo>
                  <a:cubicBezTo>
                    <a:pt x="3469" y="1256"/>
                    <a:pt x="3451" y="1257"/>
                    <a:pt x="3433" y="1261"/>
                  </a:cubicBezTo>
                  <a:lnTo>
                    <a:pt x="3173" y="1317"/>
                  </a:lnTo>
                  <a:cubicBezTo>
                    <a:pt x="3099" y="1140"/>
                    <a:pt x="2978" y="973"/>
                    <a:pt x="2830" y="834"/>
                  </a:cubicBezTo>
                  <a:lnTo>
                    <a:pt x="2978" y="602"/>
                  </a:lnTo>
                  <a:cubicBezTo>
                    <a:pt x="3053" y="491"/>
                    <a:pt x="3016" y="333"/>
                    <a:pt x="2904" y="259"/>
                  </a:cubicBezTo>
                  <a:cubicBezTo>
                    <a:pt x="2861" y="233"/>
                    <a:pt x="2815" y="220"/>
                    <a:pt x="2770" y="220"/>
                  </a:cubicBezTo>
                  <a:cubicBezTo>
                    <a:pt x="2688" y="220"/>
                    <a:pt x="2609" y="261"/>
                    <a:pt x="2561" y="333"/>
                  </a:cubicBezTo>
                  <a:lnTo>
                    <a:pt x="2413" y="565"/>
                  </a:lnTo>
                  <a:cubicBezTo>
                    <a:pt x="2250" y="492"/>
                    <a:pt x="2072" y="461"/>
                    <a:pt x="1899" y="461"/>
                  </a:cubicBezTo>
                  <a:cubicBezTo>
                    <a:pt x="1876" y="461"/>
                    <a:pt x="1852" y="462"/>
                    <a:pt x="1828" y="463"/>
                  </a:cubicBezTo>
                  <a:lnTo>
                    <a:pt x="1772" y="194"/>
                  </a:lnTo>
                  <a:cubicBezTo>
                    <a:pt x="1749" y="84"/>
                    <a:pt x="1645" y="0"/>
                    <a:pt x="1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30"/>
            <p:cNvSpPr/>
            <p:nvPr/>
          </p:nvSpPr>
          <p:spPr>
            <a:xfrm>
              <a:off x="6544194" y="2485487"/>
              <a:ext cx="195490" cy="193515"/>
            </a:xfrm>
            <a:custGeom>
              <a:avLst/>
              <a:gdLst/>
              <a:ahLst/>
              <a:cxnLst/>
              <a:rect l="l" t="t" r="r" b="b"/>
              <a:pathLst>
                <a:path w="3860" h="3821" extrusionOk="0">
                  <a:moveTo>
                    <a:pt x="1921" y="954"/>
                  </a:moveTo>
                  <a:cubicBezTo>
                    <a:pt x="2106" y="954"/>
                    <a:pt x="2283" y="1001"/>
                    <a:pt x="2431" y="1103"/>
                  </a:cubicBezTo>
                  <a:cubicBezTo>
                    <a:pt x="2654" y="1242"/>
                    <a:pt x="2802" y="1455"/>
                    <a:pt x="2858" y="1706"/>
                  </a:cubicBezTo>
                  <a:cubicBezTo>
                    <a:pt x="2913" y="1956"/>
                    <a:pt x="2867" y="2216"/>
                    <a:pt x="2728" y="2429"/>
                  </a:cubicBezTo>
                  <a:cubicBezTo>
                    <a:pt x="2542" y="2716"/>
                    <a:pt x="2230" y="2872"/>
                    <a:pt x="1912" y="2872"/>
                  </a:cubicBezTo>
                  <a:cubicBezTo>
                    <a:pt x="1736" y="2872"/>
                    <a:pt x="1559" y="2825"/>
                    <a:pt x="1401" y="2726"/>
                  </a:cubicBezTo>
                  <a:cubicBezTo>
                    <a:pt x="956" y="2438"/>
                    <a:pt x="826" y="1845"/>
                    <a:pt x="1114" y="1399"/>
                  </a:cubicBezTo>
                  <a:cubicBezTo>
                    <a:pt x="1244" y="1177"/>
                    <a:pt x="1466" y="1028"/>
                    <a:pt x="1717" y="973"/>
                  </a:cubicBezTo>
                  <a:cubicBezTo>
                    <a:pt x="1782" y="963"/>
                    <a:pt x="1856" y="954"/>
                    <a:pt x="1921" y="954"/>
                  </a:cubicBezTo>
                  <a:close/>
                  <a:moveTo>
                    <a:pt x="1915" y="848"/>
                  </a:moveTo>
                  <a:cubicBezTo>
                    <a:pt x="1840" y="848"/>
                    <a:pt x="1764" y="856"/>
                    <a:pt x="1689" y="871"/>
                  </a:cubicBezTo>
                  <a:cubicBezTo>
                    <a:pt x="1411" y="936"/>
                    <a:pt x="1169" y="1103"/>
                    <a:pt x="1021" y="1344"/>
                  </a:cubicBezTo>
                  <a:cubicBezTo>
                    <a:pt x="863" y="1585"/>
                    <a:pt x="817" y="1863"/>
                    <a:pt x="882" y="2142"/>
                  </a:cubicBezTo>
                  <a:cubicBezTo>
                    <a:pt x="937" y="2420"/>
                    <a:pt x="1104" y="2661"/>
                    <a:pt x="1346" y="2810"/>
                  </a:cubicBezTo>
                  <a:cubicBezTo>
                    <a:pt x="1522" y="2921"/>
                    <a:pt x="1717" y="2976"/>
                    <a:pt x="1921" y="2976"/>
                  </a:cubicBezTo>
                  <a:cubicBezTo>
                    <a:pt x="1995" y="2976"/>
                    <a:pt x="2069" y="2967"/>
                    <a:pt x="2143" y="2949"/>
                  </a:cubicBezTo>
                  <a:cubicBezTo>
                    <a:pt x="2422" y="2893"/>
                    <a:pt x="2663" y="2726"/>
                    <a:pt x="2811" y="2485"/>
                  </a:cubicBezTo>
                  <a:cubicBezTo>
                    <a:pt x="2969" y="2244"/>
                    <a:pt x="3015" y="1965"/>
                    <a:pt x="2960" y="1687"/>
                  </a:cubicBezTo>
                  <a:cubicBezTo>
                    <a:pt x="2895" y="1409"/>
                    <a:pt x="2728" y="1168"/>
                    <a:pt x="2487" y="1019"/>
                  </a:cubicBezTo>
                  <a:cubicBezTo>
                    <a:pt x="2317" y="904"/>
                    <a:pt x="2118" y="848"/>
                    <a:pt x="1915" y="848"/>
                  </a:cubicBezTo>
                  <a:close/>
                  <a:moveTo>
                    <a:pt x="1557" y="107"/>
                  </a:moveTo>
                  <a:cubicBezTo>
                    <a:pt x="1648" y="107"/>
                    <a:pt x="1737" y="168"/>
                    <a:pt x="1754" y="258"/>
                  </a:cubicBezTo>
                  <a:lnTo>
                    <a:pt x="1809" y="527"/>
                  </a:lnTo>
                  <a:cubicBezTo>
                    <a:pt x="1819" y="546"/>
                    <a:pt x="1837" y="565"/>
                    <a:pt x="1865" y="565"/>
                  </a:cubicBezTo>
                  <a:cubicBezTo>
                    <a:pt x="1885" y="564"/>
                    <a:pt x="1904" y="563"/>
                    <a:pt x="1924" y="563"/>
                  </a:cubicBezTo>
                  <a:cubicBezTo>
                    <a:pt x="2099" y="563"/>
                    <a:pt x="2273" y="600"/>
                    <a:pt x="2431" y="667"/>
                  </a:cubicBezTo>
                  <a:cubicBezTo>
                    <a:pt x="2436" y="669"/>
                    <a:pt x="2442" y="670"/>
                    <a:pt x="2448" y="670"/>
                  </a:cubicBezTo>
                  <a:cubicBezTo>
                    <a:pt x="2464" y="670"/>
                    <a:pt x="2482" y="662"/>
                    <a:pt x="2496" y="648"/>
                  </a:cubicBezTo>
                  <a:lnTo>
                    <a:pt x="2635" y="416"/>
                  </a:lnTo>
                  <a:cubicBezTo>
                    <a:pt x="2663" y="370"/>
                    <a:pt x="2709" y="342"/>
                    <a:pt x="2765" y="333"/>
                  </a:cubicBezTo>
                  <a:cubicBezTo>
                    <a:pt x="2777" y="330"/>
                    <a:pt x="2789" y="329"/>
                    <a:pt x="2801" y="329"/>
                  </a:cubicBezTo>
                  <a:cubicBezTo>
                    <a:pt x="2839" y="329"/>
                    <a:pt x="2879" y="340"/>
                    <a:pt x="2913" y="360"/>
                  </a:cubicBezTo>
                  <a:cubicBezTo>
                    <a:pt x="3006" y="416"/>
                    <a:pt x="3025" y="537"/>
                    <a:pt x="2969" y="629"/>
                  </a:cubicBezTo>
                  <a:lnTo>
                    <a:pt x="2821" y="861"/>
                  </a:lnTo>
                  <a:cubicBezTo>
                    <a:pt x="2811" y="880"/>
                    <a:pt x="2811" y="908"/>
                    <a:pt x="2830" y="926"/>
                  </a:cubicBezTo>
                  <a:cubicBezTo>
                    <a:pt x="2978" y="1056"/>
                    <a:pt x="3090" y="1214"/>
                    <a:pt x="3164" y="1390"/>
                  </a:cubicBezTo>
                  <a:cubicBezTo>
                    <a:pt x="3173" y="1418"/>
                    <a:pt x="3192" y="1427"/>
                    <a:pt x="3220" y="1427"/>
                  </a:cubicBezTo>
                  <a:lnTo>
                    <a:pt x="3489" y="1372"/>
                  </a:lnTo>
                  <a:cubicBezTo>
                    <a:pt x="3504" y="1367"/>
                    <a:pt x="3520" y="1365"/>
                    <a:pt x="3536" y="1365"/>
                  </a:cubicBezTo>
                  <a:cubicBezTo>
                    <a:pt x="3621" y="1365"/>
                    <a:pt x="3697" y="1426"/>
                    <a:pt x="3720" y="1520"/>
                  </a:cubicBezTo>
                  <a:cubicBezTo>
                    <a:pt x="3739" y="1622"/>
                    <a:pt x="3674" y="1724"/>
                    <a:pt x="3572" y="1752"/>
                  </a:cubicBezTo>
                  <a:lnTo>
                    <a:pt x="3303" y="1808"/>
                  </a:lnTo>
                  <a:cubicBezTo>
                    <a:pt x="3284" y="1817"/>
                    <a:pt x="3266" y="1835"/>
                    <a:pt x="3266" y="1863"/>
                  </a:cubicBezTo>
                  <a:cubicBezTo>
                    <a:pt x="3275" y="2058"/>
                    <a:pt x="3238" y="2244"/>
                    <a:pt x="3164" y="2429"/>
                  </a:cubicBezTo>
                  <a:cubicBezTo>
                    <a:pt x="3155" y="2448"/>
                    <a:pt x="3164" y="2476"/>
                    <a:pt x="3182" y="2494"/>
                  </a:cubicBezTo>
                  <a:lnTo>
                    <a:pt x="3414" y="2633"/>
                  </a:lnTo>
                  <a:cubicBezTo>
                    <a:pt x="3507" y="2698"/>
                    <a:pt x="3535" y="2819"/>
                    <a:pt x="3470" y="2912"/>
                  </a:cubicBezTo>
                  <a:cubicBezTo>
                    <a:pt x="3442" y="2949"/>
                    <a:pt x="3405" y="2986"/>
                    <a:pt x="3349" y="2995"/>
                  </a:cubicBezTo>
                  <a:cubicBezTo>
                    <a:pt x="3338" y="2997"/>
                    <a:pt x="3326" y="2999"/>
                    <a:pt x="3313" y="2999"/>
                  </a:cubicBezTo>
                  <a:cubicBezTo>
                    <a:pt x="3276" y="2999"/>
                    <a:pt x="3236" y="2988"/>
                    <a:pt x="3201" y="2967"/>
                  </a:cubicBezTo>
                  <a:lnTo>
                    <a:pt x="2978" y="2819"/>
                  </a:lnTo>
                  <a:cubicBezTo>
                    <a:pt x="2967" y="2815"/>
                    <a:pt x="2955" y="2813"/>
                    <a:pt x="2944" y="2813"/>
                  </a:cubicBezTo>
                  <a:cubicBezTo>
                    <a:pt x="2929" y="2813"/>
                    <a:pt x="2915" y="2817"/>
                    <a:pt x="2904" y="2828"/>
                  </a:cubicBezTo>
                  <a:cubicBezTo>
                    <a:pt x="2774" y="2967"/>
                    <a:pt x="2617" y="3079"/>
                    <a:pt x="2440" y="3153"/>
                  </a:cubicBezTo>
                  <a:cubicBezTo>
                    <a:pt x="2412" y="3162"/>
                    <a:pt x="2403" y="3190"/>
                    <a:pt x="2403" y="3218"/>
                  </a:cubicBezTo>
                  <a:lnTo>
                    <a:pt x="2468" y="3477"/>
                  </a:lnTo>
                  <a:cubicBezTo>
                    <a:pt x="2477" y="3533"/>
                    <a:pt x="2468" y="3589"/>
                    <a:pt x="2440" y="3626"/>
                  </a:cubicBezTo>
                  <a:cubicBezTo>
                    <a:pt x="2412" y="3672"/>
                    <a:pt x="2366" y="3700"/>
                    <a:pt x="2320" y="3719"/>
                  </a:cubicBezTo>
                  <a:cubicBezTo>
                    <a:pt x="2307" y="3721"/>
                    <a:pt x="2294" y="3722"/>
                    <a:pt x="2282" y="3722"/>
                  </a:cubicBezTo>
                  <a:cubicBezTo>
                    <a:pt x="2186" y="3722"/>
                    <a:pt x="2103" y="3660"/>
                    <a:pt x="2078" y="3561"/>
                  </a:cubicBezTo>
                  <a:lnTo>
                    <a:pt x="2023" y="3301"/>
                  </a:lnTo>
                  <a:cubicBezTo>
                    <a:pt x="2014" y="3273"/>
                    <a:pt x="1995" y="3264"/>
                    <a:pt x="1976" y="3264"/>
                  </a:cubicBezTo>
                  <a:lnTo>
                    <a:pt x="1967" y="3264"/>
                  </a:lnTo>
                  <a:cubicBezTo>
                    <a:pt x="1947" y="3265"/>
                    <a:pt x="1928" y="3265"/>
                    <a:pt x="1908" y="3265"/>
                  </a:cubicBezTo>
                  <a:cubicBezTo>
                    <a:pt x="1735" y="3265"/>
                    <a:pt x="1568" y="3229"/>
                    <a:pt x="1401" y="3162"/>
                  </a:cubicBezTo>
                  <a:cubicBezTo>
                    <a:pt x="1396" y="3160"/>
                    <a:pt x="1391" y="3158"/>
                    <a:pt x="1385" y="3158"/>
                  </a:cubicBezTo>
                  <a:cubicBezTo>
                    <a:pt x="1369" y="3158"/>
                    <a:pt x="1352" y="3167"/>
                    <a:pt x="1346" y="3181"/>
                  </a:cubicBezTo>
                  <a:lnTo>
                    <a:pt x="1197" y="3412"/>
                  </a:lnTo>
                  <a:cubicBezTo>
                    <a:pt x="1169" y="3450"/>
                    <a:pt x="1123" y="3487"/>
                    <a:pt x="1077" y="3496"/>
                  </a:cubicBezTo>
                  <a:cubicBezTo>
                    <a:pt x="1063" y="3498"/>
                    <a:pt x="1049" y="3499"/>
                    <a:pt x="1035" y="3499"/>
                  </a:cubicBezTo>
                  <a:cubicBezTo>
                    <a:pt x="994" y="3499"/>
                    <a:pt x="956" y="3489"/>
                    <a:pt x="928" y="3468"/>
                  </a:cubicBezTo>
                  <a:cubicBezTo>
                    <a:pt x="882" y="3440"/>
                    <a:pt x="854" y="3394"/>
                    <a:pt x="835" y="3348"/>
                  </a:cubicBezTo>
                  <a:cubicBezTo>
                    <a:pt x="826" y="3292"/>
                    <a:pt x="835" y="3246"/>
                    <a:pt x="863" y="3199"/>
                  </a:cubicBezTo>
                  <a:lnTo>
                    <a:pt x="1012" y="2967"/>
                  </a:lnTo>
                  <a:cubicBezTo>
                    <a:pt x="1021" y="2949"/>
                    <a:pt x="1021" y="2921"/>
                    <a:pt x="1002" y="2902"/>
                  </a:cubicBezTo>
                  <a:cubicBezTo>
                    <a:pt x="863" y="2772"/>
                    <a:pt x="752" y="2615"/>
                    <a:pt x="678" y="2429"/>
                  </a:cubicBezTo>
                  <a:cubicBezTo>
                    <a:pt x="668" y="2411"/>
                    <a:pt x="641" y="2401"/>
                    <a:pt x="613" y="2401"/>
                  </a:cubicBezTo>
                  <a:lnTo>
                    <a:pt x="353" y="2457"/>
                  </a:lnTo>
                  <a:cubicBezTo>
                    <a:pt x="339" y="2459"/>
                    <a:pt x="326" y="2460"/>
                    <a:pt x="313" y="2460"/>
                  </a:cubicBezTo>
                  <a:cubicBezTo>
                    <a:pt x="274" y="2460"/>
                    <a:pt x="239" y="2450"/>
                    <a:pt x="205" y="2429"/>
                  </a:cubicBezTo>
                  <a:cubicBezTo>
                    <a:pt x="158" y="2401"/>
                    <a:pt x="130" y="2364"/>
                    <a:pt x="121" y="2309"/>
                  </a:cubicBezTo>
                  <a:cubicBezTo>
                    <a:pt x="103" y="2262"/>
                    <a:pt x="112" y="2207"/>
                    <a:pt x="140" y="2160"/>
                  </a:cubicBezTo>
                  <a:cubicBezTo>
                    <a:pt x="167" y="2114"/>
                    <a:pt x="214" y="2086"/>
                    <a:pt x="270" y="2077"/>
                  </a:cubicBezTo>
                  <a:lnTo>
                    <a:pt x="529" y="2021"/>
                  </a:lnTo>
                  <a:cubicBezTo>
                    <a:pt x="557" y="2012"/>
                    <a:pt x="576" y="1993"/>
                    <a:pt x="576" y="1965"/>
                  </a:cubicBezTo>
                  <a:cubicBezTo>
                    <a:pt x="566" y="1771"/>
                    <a:pt x="594" y="1585"/>
                    <a:pt x="668" y="1399"/>
                  </a:cubicBezTo>
                  <a:cubicBezTo>
                    <a:pt x="678" y="1381"/>
                    <a:pt x="668" y="1353"/>
                    <a:pt x="650" y="1335"/>
                  </a:cubicBezTo>
                  <a:lnTo>
                    <a:pt x="427" y="1195"/>
                  </a:lnTo>
                  <a:cubicBezTo>
                    <a:pt x="334" y="1130"/>
                    <a:pt x="307" y="1010"/>
                    <a:pt x="362" y="917"/>
                  </a:cubicBezTo>
                  <a:cubicBezTo>
                    <a:pt x="397" y="859"/>
                    <a:pt x="457" y="830"/>
                    <a:pt x="520" y="830"/>
                  </a:cubicBezTo>
                  <a:cubicBezTo>
                    <a:pt x="558" y="830"/>
                    <a:pt x="597" y="841"/>
                    <a:pt x="631" y="861"/>
                  </a:cubicBezTo>
                  <a:lnTo>
                    <a:pt x="863" y="1010"/>
                  </a:lnTo>
                  <a:cubicBezTo>
                    <a:pt x="871" y="1014"/>
                    <a:pt x="880" y="1016"/>
                    <a:pt x="890" y="1016"/>
                  </a:cubicBezTo>
                  <a:cubicBezTo>
                    <a:pt x="903" y="1016"/>
                    <a:pt x="917" y="1011"/>
                    <a:pt x="928" y="1001"/>
                  </a:cubicBezTo>
                  <a:cubicBezTo>
                    <a:pt x="1058" y="852"/>
                    <a:pt x="1216" y="741"/>
                    <a:pt x="1401" y="667"/>
                  </a:cubicBezTo>
                  <a:cubicBezTo>
                    <a:pt x="1420" y="657"/>
                    <a:pt x="1438" y="639"/>
                    <a:pt x="1429" y="611"/>
                  </a:cubicBezTo>
                  <a:lnTo>
                    <a:pt x="1373" y="342"/>
                  </a:lnTo>
                  <a:cubicBezTo>
                    <a:pt x="1364" y="296"/>
                    <a:pt x="1373" y="240"/>
                    <a:pt x="1401" y="193"/>
                  </a:cubicBezTo>
                  <a:cubicBezTo>
                    <a:pt x="1429" y="156"/>
                    <a:pt x="1466" y="119"/>
                    <a:pt x="1522" y="110"/>
                  </a:cubicBezTo>
                  <a:cubicBezTo>
                    <a:pt x="1534" y="108"/>
                    <a:pt x="1545" y="107"/>
                    <a:pt x="1557" y="107"/>
                  </a:cubicBezTo>
                  <a:close/>
                  <a:moveTo>
                    <a:pt x="1569" y="0"/>
                  </a:moveTo>
                  <a:cubicBezTo>
                    <a:pt x="1547" y="0"/>
                    <a:pt x="1525" y="3"/>
                    <a:pt x="1503" y="8"/>
                  </a:cubicBezTo>
                  <a:cubicBezTo>
                    <a:pt x="1420" y="27"/>
                    <a:pt x="1355" y="73"/>
                    <a:pt x="1309" y="138"/>
                  </a:cubicBezTo>
                  <a:cubicBezTo>
                    <a:pt x="1271" y="212"/>
                    <a:pt x="1253" y="286"/>
                    <a:pt x="1271" y="370"/>
                  </a:cubicBezTo>
                  <a:lnTo>
                    <a:pt x="1318" y="592"/>
                  </a:lnTo>
                  <a:cubicBezTo>
                    <a:pt x="1160" y="667"/>
                    <a:pt x="1012" y="769"/>
                    <a:pt x="882" y="899"/>
                  </a:cubicBezTo>
                  <a:lnTo>
                    <a:pt x="696" y="769"/>
                  </a:lnTo>
                  <a:cubicBezTo>
                    <a:pt x="647" y="739"/>
                    <a:pt x="590" y="724"/>
                    <a:pt x="534" y="724"/>
                  </a:cubicBezTo>
                  <a:cubicBezTo>
                    <a:pt x="433" y="724"/>
                    <a:pt x="333" y="772"/>
                    <a:pt x="279" y="861"/>
                  </a:cubicBezTo>
                  <a:cubicBezTo>
                    <a:pt x="186" y="1001"/>
                    <a:pt x="232" y="1186"/>
                    <a:pt x="372" y="1279"/>
                  </a:cubicBezTo>
                  <a:lnTo>
                    <a:pt x="557" y="1399"/>
                  </a:lnTo>
                  <a:cubicBezTo>
                    <a:pt x="501" y="1566"/>
                    <a:pt x="464" y="1743"/>
                    <a:pt x="464" y="1928"/>
                  </a:cubicBezTo>
                  <a:lnTo>
                    <a:pt x="242" y="1975"/>
                  </a:lnTo>
                  <a:cubicBezTo>
                    <a:pt x="167" y="1993"/>
                    <a:pt x="103" y="2040"/>
                    <a:pt x="56" y="2104"/>
                  </a:cubicBezTo>
                  <a:cubicBezTo>
                    <a:pt x="10" y="2169"/>
                    <a:pt x="1" y="2253"/>
                    <a:pt x="19" y="2327"/>
                  </a:cubicBezTo>
                  <a:cubicBezTo>
                    <a:pt x="38" y="2411"/>
                    <a:pt x="84" y="2476"/>
                    <a:pt x="149" y="2522"/>
                  </a:cubicBezTo>
                  <a:cubicBezTo>
                    <a:pt x="193" y="2554"/>
                    <a:pt x="246" y="2568"/>
                    <a:pt x="299" y="2568"/>
                  </a:cubicBezTo>
                  <a:cubicBezTo>
                    <a:pt x="324" y="2568"/>
                    <a:pt x="348" y="2565"/>
                    <a:pt x="372" y="2559"/>
                  </a:cubicBezTo>
                  <a:lnTo>
                    <a:pt x="594" y="2513"/>
                  </a:lnTo>
                  <a:cubicBezTo>
                    <a:pt x="668" y="2680"/>
                    <a:pt x="770" y="2819"/>
                    <a:pt x="900" y="2949"/>
                  </a:cubicBezTo>
                  <a:lnTo>
                    <a:pt x="780" y="3143"/>
                  </a:lnTo>
                  <a:cubicBezTo>
                    <a:pt x="733" y="3208"/>
                    <a:pt x="724" y="3292"/>
                    <a:pt x="733" y="3366"/>
                  </a:cubicBezTo>
                  <a:cubicBezTo>
                    <a:pt x="752" y="3450"/>
                    <a:pt x="808" y="3515"/>
                    <a:pt x="873" y="3552"/>
                  </a:cubicBezTo>
                  <a:cubicBezTo>
                    <a:pt x="921" y="3586"/>
                    <a:pt x="979" y="3605"/>
                    <a:pt x="1036" y="3605"/>
                  </a:cubicBezTo>
                  <a:cubicBezTo>
                    <a:pt x="1056" y="3605"/>
                    <a:pt x="1076" y="3603"/>
                    <a:pt x="1095" y="3598"/>
                  </a:cubicBezTo>
                  <a:cubicBezTo>
                    <a:pt x="1179" y="3579"/>
                    <a:pt x="1244" y="3533"/>
                    <a:pt x="1290" y="3468"/>
                  </a:cubicBezTo>
                  <a:lnTo>
                    <a:pt x="1411" y="3273"/>
                  </a:lnTo>
                  <a:cubicBezTo>
                    <a:pt x="1578" y="3338"/>
                    <a:pt x="1754" y="3366"/>
                    <a:pt x="1930" y="3366"/>
                  </a:cubicBezTo>
                  <a:lnTo>
                    <a:pt x="1976" y="3589"/>
                  </a:lnTo>
                  <a:cubicBezTo>
                    <a:pt x="2014" y="3728"/>
                    <a:pt x="2134" y="3821"/>
                    <a:pt x="2273" y="3821"/>
                  </a:cubicBezTo>
                  <a:lnTo>
                    <a:pt x="2338" y="3821"/>
                  </a:lnTo>
                  <a:cubicBezTo>
                    <a:pt x="2505" y="3784"/>
                    <a:pt x="2607" y="3617"/>
                    <a:pt x="2570" y="3459"/>
                  </a:cubicBezTo>
                  <a:lnTo>
                    <a:pt x="2524" y="3236"/>
                  </a:lnTo>
                  <a:cubicBezTo>
                    <a:pt x="2681" y="3162"/>
                    <a:pt x="2830" y="3060"/>
                    <a:pt x="2960" y="2930"/>
                  </a:cubicBezTo>
                  <a:lnTo>
                    <a:pt x="3145" y="3051"/>
                  </a:lnTo>
                  <a:cubicBezTo>
                    <a:pt x="3200" y="3085"/>
                    <a:pt x="3255" y="3104"/>
                    <a:pt x="3314" y="3104"/>
                  </a:cubicBezTo>
                  <a:cubicBezTo>
                    <a:pt x="3335" y="3104"/>
                    <a:pt x="3356" y="3102"/>
                    <a:pt x="3377" y="3097"/>
                  </a:cubicBezTo>
                  <a:cubicBezTo>
                    <a:pt x="3451" y="3079"/>
                    <a:pt x="3516" y="3032"/>
                    <a:pt x="3563" y="2967"/>
                  </a:cubicBezTo>
                  <a:cubicBezTo>
                    <a:pt x="3656" y="2828"/>
                    <a:pt x="3609" y="2643"/>
                    <a:pt x="3470" y="2550"/>
                  </a:cubicBezTo>
                  <a:lnTo>
                    <a:pt x="3275" y="2429"/>
                  </a:lnTo>
                  <a:cubicBezTo>
                    <a:pt x="3340" y="2262"/>
                    <a:pt x="3377" y="2086"/>
                    <a:pt x="3368" y="1900"/>
                  </a:cubicBezTo>
                  <a:lnTo>
                    <a:pt x="3591" y="1854"/>
                  </a:lnTo>
                  <a:cubicBezTo>
                    <a:pt x="3758" y="1817"/>
                    <a:pt x="3860" y="1659"/>
                    <a:pt x="3823" y="1492"/>
                  </a:cubicBezTo>
                  <a:cubicBezTo>
                    <a:pt x="3791" y="1356"/>
                    <a:pt x="3669" y="1262"/>
                    <a:pt x="3530" y="1262"/>
                  </a:cubicBezTo>
                  <a:cubicBezTo>
                    <a:pt x="3507" y="1262"/>
                    <a:pt x="3484" y="1264"/>
                    <a:pt x="3461" y="1270"/>
                  </a:cubicBezTo>
                  <a:lnTo>
                    <a:pt x="3238" y="1316"/>
                  </a:lnTo>
                  <a:cubicBezTo>
                    <a:pt x="3173" y="1149"/>
                    <a:pt x="3062" y="1001"/>
                    <a:pt x="2941" y="880"/>
                  </a:cubicBezTo>
                  <a:lnTo>
                    <a:pt x="3062" y="685"/>
                  </a:lnTo>
                  <a:cubicBezTo>
                    <a:pt x="3155" y="546"/>
                    <a:pt x="3108" y="360"/>
                    <a:pt x="2969" y="268"/>
                  </a:cubicBezTo>
                  <a:cubicBezTo>
                    <a:pt x="2922" y="241"/>
                    <a:pt x="2864" y="223"/>
                    <a:pt x="2808" y="223"/>
                  </a:cubicBezTo>
                  <a:cubicBezTo>
                    <a:pt x="2787" y="223"/>
                    <a:pt x="2766" y="226"/>
                    <a:pt x="2746" y="231"/>
                  </a:cubicBezTo>
                  <a:cubicBezTo>
                    <a:pt x="2663" y="249"/>
                    <a:pt x="2598" y="296"/>
                    <a:pt x="2552" y="360"/>
                  </a:cubicBezTo>
                  <a:lnTo>
                    <a:pt x="2431" y="555"/>
                  </a:lnTo>
                  <a:cubicBezTo>
                    <a:pt x="2264" y="490"/>
                    <a:pt x="2088" y="463"/>
                    <a:pt x="1912" y="463"/>
                  </a:cubicBezTo>
                  <a:lnTo>
                    <a:pt x="1856" y="240"/>
                  </a:lnTo>
                  <a:cubicBezTo>
                    <a:pt x="1832" y="96"/>
                    <a:pt x="1705" y="0"/>
                    <a:pt x="1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0"/>
            <p:cNvSpPr/>
            <p:nvPr/>
          </p:nvSpPr>
          <p:spPr>
            <a:xfrm>
              <a:off x="6726465" y="2372093"/>
              <a:ext cx="344892" cy="340385"/>
            </a:xfrm>
            <a:custGeom>
              <a:avLst/>
              <a:gdLst/>
              <a:ahLst/>
              <a:cxnLst/>
              <a:rect l="l" t="t" r="r" b="b"/>
              <a:pathLst>
                <a:path w="6810" h="6721" extrusionOk="0">
                  <a:moveTo>
                    <a:pt x="3401" y="1530"/>
                  </a:moveTo>
                  <a:cubicBezTo>
                    <a:pt x="4005" y="1530"/>
                    <a:pt x="4595" y="1827"/>
                    <a:pt x="4945" y="2368"/>
                  </a:cubicBezTo>
                  <a:cubicBezTo>
                    <a:pt x="5493" y="3221"/>
                    <a:pt x="5242" y="4353"/>
                    <a:pt x="4389" y="4900"/>
                  </a:cubicBezTo>
                  <a:cubicBezTo>
                    <a:pt x="4085" y="5097"/>
                    <a:pt x="3744" y="5191"/>
                    <a:pt x="3407" y="5191"/>
                  </a:cubicBezTo>
                  <a:cubicBezTo>
                    <a:pt x="2806" y="5191"/>
                    <a:pt x="2216" y="4893"/>
                    <a:pt x="1865" y="4353"/>
                  </a:cubicBezTo>
                  <a:cubicBezTo>
                    <a:pt x="1318" y="3499"/>
                    <a:pt x="1569" y="2368"/>
                    <a:pt x="2413" y="1820"/>
                  </a:cubicBezTo>
                  <a:cubicBezTo>
                    <a:pt x="2720" y="1623"/>
                    <a:pt x="3063" y="1530"/>
                    <a:pt x="3401" y="1530"/>
                  </a:cubicBezTo>
                  <a:close/>
                  <a:moveTo>
                    <a:pt x="4037" y="0"/>
                  </a:moveTo>
                  <a:cubicBezTo>
                    <a:pt x="3828" y="0"/>
                    <a:pt x="3648" y="146"/>
                    <a:pt x="3600" y="355"/>
                  </a:cubicBezTo>
                  <a:lnTo>
                    <a:pt x="3498" y="837"/>
                  </a:lnTo>
                  <a:cubicBezTo>
                    <a:pt x="3458" y="835"/>
                    <a:pt x="3417" y="834"/>
                    <a:pt x="3377" y="834"/>
                  </a:cubicBezTo>
                  <a:cubicBezTo>
                    <a:pt x="3058" y="834"/>
                    <a:pt x="2745" y="899"/>
                    <a:pt x="2441" y="1022"/>
                  </a:cubicBezTo>
                  <a:lnTo>
                    <a:pt x="2172" y="614"/>
                  </a:lnTo>
                  <a:cubicBezTo>
                    <a:pt x="2088" y="478"/>
                    <a:pt x="1944" y="406"/>
                    <a:pt x="1796" y="406"/>
                  </a:cubicBezTo>
                  <a:cubicBezTo>
                    <a:pt x="1712" y="406"/>
                    <a:pt x="1627" y="428"/>
                    <a:pt x="1550" y="475"/>
                  </a:cubicBezTo>
                  <a:cubicBezTo>
                    <a:pt x="1346" y="605"/>
                    <a:pt x="1281" y="883"/>
                    <a:pt x="1420" y="1097"/>
                  </a:cubicBezTo>
                  <a:lnTo>
                    <a:pt x="1680" y="1505"/>
                  </a:lnTo>
                  <a:cubicBezTo>
                    <a:pt x="1411" y="1755"/>
                    <a:pt x="1207" y="2061"/>
                    <a:pt x="1068" y="2386"/>
                  </a:cubicBezTo>
                  <a:lnTo>
                    <a:pt x="585" y="2284"/>
                  </a:lnTo>
                  <a:cubicBezTo>
                    <a:pt x="552" y="2276"/>
                    <a:pt x="520" y="2273"/>
                    <a:pt x="488" y="2273"/>
                  </a:cubicBezTo>
                  <a:cubicBezTo>
                    <a:pt x="284" y="2273"/>
                    <a:pt x="105" y="2419"/>
                    <a:pt x="57" y="2627"/>
                  </a:cubicBezTo>
                  <a:cubicBezTo>
                    <a:pt x="1" y="2868"/>
                    <a:pt x="159" y="3110"/>
                    <a:pt x="400" y="3165"/>
                  </a:cubicBezTo>
                  <a:lnTo>
                    <a:pt x="873" y="3267"/>
                  </a:lnTo>
                  <a:cubicBezTo>
                    <a:pt x="864" y="3620"/>
                    <a:pt x="929" y="3982"/>
                    <a:pt x="1068" y="4325"/>
                  </a:cubicBezTo>
                  <a:lnTo>
                    <a:pt x="650" y="4594"/>
                  </a:lnTo>
                  <a:cubicBezTo>
                    <a:pt x="446" y="4724"/>
                    <a:pt x="381" y="5002"/>
                    <a:pt x="520" y="5206"/>
                  </a:cubicBezTo>
                  <a:cubicBezTo>
                    <a:pt x="604" y="5343"/>
                    <a:pt x="748" y="5415"/>
                    <a:pt x="896" y="5415"/>
                  </a:cubicBezTo>
                  <a:cubicBezTo>
                    <a:pt x="980" y="5415"/>
                    <a:pt x="1065" y="5392"/>
                    <a:pt x="1142" y="5345"/>
                  </a:cubicBezTo>
                  <a:lnTo>
                    <a:pt x="1550" y="5086"/>
                  </a:lnTo>
                  <a:cubicBezTo>
                    <a:pt x="1801" y="5355"/>
                    <a:pt x="2107" y="5559"/>
                    <a:pt x="2431" y="5698"/>
                  </a:cubicBezTo>
                  <a:lnTo>
                    <a:pt x="2329" y="6171"/>
                  </a:lnTo>
                  <a:cubicBezTo>
                    <a:pt x="2274" y="6412"/>
                    <a:pt x="2431" y="6653"/>
                    <a:pt x="2673" y="6709"/>
                  </a:cubicBezTo>
                  <a:cubicBezTo>
                    <a:pt x="2705" y="6717"/>
                    <a:pt x="2738" y="6720"/>
                    <a:pt x="2771" y="6720"/>
                  </a:cubicBezTo>
                  <a:cubicBezTo>
                    <a:pt x="2976" y="6720"/>
                    <a:pt x="3163" y="6574"/>
                    <a:pt x="3211" y="6366"/>
                  </a:cubicBezTo>
                  <a:lnTo>
                    <a:pt x="3313" y="5883"/>
                  </a:lnTo>
                  <a:cubicBezTo>
                    <a:pt x="3352" y="5885"/>
                    <a:pt x="3392" y="5887"/>
                    <a:pt x="3431" y="5887"/>
                  </a:cubicBezTo>
                  <a:cubicBezTo>
                    <a:pt x="3746" y="5887"/>
                    <a:pt x="4065" y="5821"/>
                    <a:pt x="4370" y="5698"/>
                  </a:cubicBezTo>
                  <a:lnTo>
                    <a:pt x="4630" y="6106"/>
                  </a:lnTo>
                  <a:cubicBezTo>
                    <a:pt x="4719" y="6243"/>
                    <a:pt x="4865" y="6315"/>
                    <a:pt x="5012" y="6315"/>
                  </a:cubicBezTo>
                  <a:cubicBezTo>
                    <a:pt x="5095" y="6315"/>
                    <a:pt x="5178" y="6292"/>
                    <a:pt x="5251" y="6245"/>
                  </a:cubicBezTo>
                  <a:cubicBezTo>
                    <a:pt x="5465" y="6115"/>
                    <a:pt x="5520" y="5837"/>
                    <a:pt x="5391" y="5624"/>
                  </a:cubicBezTo>
                  <a:lnTo>
                    <a:pt x="5122" y="5215"/>
                  </a:lnTo>
                  <a:cubicBezTo>
                    <a:pt x="5400" y="4956"/>
                    <a:pt x="5604" y="4659"/>
                    <a:pt x="5743" y="4325"/>
                  </a:cubicBezTo>
                  <a:lnTo>
                    <a:pt x="6216" y="4436"/>
                  </a:lnTo>
                  <a:cubicBezTo>
                    <a:pt x="6246" y="4442"/>
                    <a:pt x="6276" y="4445"/>
                    <a:pt x="6305" y="4445"/>
                  </a:cubicBezTo>
                  <a:cubicBezTo>
                    <a:pt x="6514" y="4445"/>
                    <a:pt x="6705" y="4305"/>
                    <a:pt x="6754" y="4093"/>
                  </a:cubicBezTo>
                  <a:cubicBezTo>
                    <a:pt x="6810" y="3852"/>
                    <a:pt x="6652" y="3611"/>
                    <a:pt x="6411" y="3555"/>
                  </a:cubicBezTo>
                  <a:lnTo>
                    <a:pt x="5929" y="3453"/>
                  </a:lnTo>
                  <a:cubicBezTo>
                    <a:pt x="5938" y="3091"/>
                    <a:pt x="5882" y="2739"/>
                    <a:pt x="5743" y="2395"/>
                  </a:cubicBezTo>
                  <a:lnTo>
                    <a:pt x="6151" y="2126"/>
                  </a:lnTo>
                  <a:cubicBezTo>
                    <a:pt x="6365" y="1996"/>
                    <a:pt x="6420" y="1718"/>
                    <a:pt x="6290" y="1505"/>
                  </a:cubicBezTo>
                  <a:cubicBezTo>
                    <a:pt x="6202" y="1375"/>
                    <a:pt x="6056" y="1301"/>
                    <a:pt x="5909" y="1301"/>
                  </a:cubicBezTo>
                  <a:cubicBezTo>
                    <a:pt x="5826" y="1301"/>
                    <a:pt x="5743" y="1325"/>
                    <a:pt x="5669" y="1375"/>
                  </a:cubicBezTo>
                  <a:lnTo>
                    <a:pt x="5251" y="1635"/>
                  </a:lnTo>
                  <a:cubicBezTo>
                    <a:pt x="5001" y="1366"/>
                    <a:pt x="4704" y="1162"/>
                    <a:pt x="4370" y="1022"/>
                  </a:cubicBezTo>
                  <a:lnTo>
                    <a:pt x="4482" y="549"/>
                  </a:lnTo>
                  <a:cubicBezTo>
                    <a:pt x="4528" y="299"/>
                    <a:pt x="4379" y="67"/>
                    <a:pt x="4138" y="11"/>
                  </a:cubicBezTo>
                  <a:cubicBezTo>
                    <a:pt x="4104" y="4"/>
                    <a:pt x="4070" y="0"/>
                    <a:pt x="40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0"/>
            <p:cNvSpPr/>
            <p:nvPr/>
          </p:nvSpPr>
          <p:spPr>
            <a:xfrm>
              <a:off x="6723680" y="2369611"/>
              <a:ext cx="350058" cy="345551"/>
            </a:xfrm>
            <a:custGeom>
              <a:avLst/>
              <a:gdLst/>
              <a:ahLst/>
              <a:cxnLst/>
              <a:rect l="l" t="t" r="r" b="b"/>
              <a:pathLst>
                <a:path w="6912" h="6823" extrusionOk="0">
                  <a:moveTo>
                    <a:pt x="3453" y="1635"/>
                  </a:moveTo>
                  <a:cubicBezTo>
                    <a:pt x="4040" y="1635"/>
                    <a:pt x="4615" y="1924"/>
                    <a:pt x="4954" y="2454"/>
                  </a:cubicBezTo>
                  <a:cubicBezTo>
                    <a:pt x="5483" y="3279"/>
                    <a:pt x="5242" y="4374"/>
                    <a:pt x="4416" y="4903"/>
                  </a:cubicBezTo>
                  <a:cubicBezTo>
                    <a:pt x="4117" y="5094"/>
                    <a:pt x="3783" y="5186"/>
                    <a:pt x="3453" y="5186"/>
                  </a:cubicBezTo>
                  <a:cubicBezTo>
                    <a:pt x="2872" y="5186"/>
                    <a:pt x="2304" y="4901"/>
                    <a:pt x="1967" y="4374"/>
                  </a:cubicBezTo>
                  <a:cubicBezTo>
                    <a:pt x="1429" y="3548"/>
                    <a:pt x="1670" y="2444"/>
                    <a:pt x="2496" y="1916"/>
                  </a:cubicBezTo>
                  <a:cubicBezTo>
                    <a:pt x="2792" y="1726"/>
                    <a:pt x="3124" y="1635"/>
                    <a:pt x="3453" y="1635"/>
                  </a:cubicBezTo>
                  <a:close/>
                  <a:moveTo>
                    <a:pt x="3452" y="1527"/>
                  </a:moveTo>
                  <a:cubicBezTo>
                    <a:pt x="3104" y="1527"/>
                    <a:pt x="2753" y="1623"/>
                    <a:pt x="2440" y="1823"/>
                  </a:cubicBezTo>
                  <a:cubicBezTo>
                    <a:pt x="1568" y="2389"/>
                    <a:pt x="1317" y="3558"/>
                    <a:pt x="1874" y="4430"/>
                  </a:cubicBezTo>
                  <a:cubicBezTo>
                    <a:pt x="2236" y="4986"/>
                    <a:pt x="2839" y="5292"/>
                    <a:pt x="3460" y="5292"/>
                  </a:cubicBezTo>
                  <a:cubicBezTo>
                    <a:pt x="3813" y="5292"/>
                    <a:pt x="4165" y="5200"/>
                    <a:pt x="4472" y="4995"/>
                  </a:cubicBezTo>
                  <a:cubicBezTo>
                    <a:pt x="5353" y="4430"/>
                    <a:pt x="5603" y="3270"/>
                    <a:pt x="5047" y="2398"/>
                  </a:cubicBezTo>
                  <a:cubicBezTo>
                    <a:pt x="4684" y="1833"/>
                    <a:pt x="4073" y="1527"/>
                    <a:pt x="3452" y="1527"/>
                  </a:cubicBezTo>
                  <a:close/>
                  <a:moveTo>
                    <a:pt x="4098" y="100"/>
                  </a:moveTo>
                  <a:cubicBezTo>
                    <a:pt x="4124" y="100"/>
                    <a:pt x="4149" y="102"/>
                    <a:pt x="4175" y="107"/>
                  </a:cubicBezTo>
                  <a:cubicBezTo>
                    <a:pt x="4388" y="153"/>
                    <a:pt x="4527" y="366"/>
                    <a:pt x="4481" y="580"/>
                  </a:cubicBezTo>
                  <a:lnTo>
                    <a:pt x="4379" y="1062"/>
                  </a:lnTo>
                  <a:cubicBezTo>
                    <a:pt x="4370" y="1090"/>
                    <a:pt x="4388" y="1109"/>
                    <a:pt x="4407" y="1118"/>
                  </a:cubicBezTo>
                  <a:cubicBezTo>
                    <a:pt x="4741" y="1257"/>
                    <a:pt x="5028" y="1461"/>
                    <a:pt x="5269" y="1721"/>
                  </a:cubicBezTo>
                  <a:cubicBezTo>
                    <a:pt x="5280" y="1732"/>
                    <a:pt x="5294" y="1736"/>
                    <a:pt x="5308" y="1736"/>
                  </a:cubicBezTo>
                  <a:cubicBezTo>
                    <a:pt x="5317" y="1736"/>
                    <a:pt x="5327" y="1734"/>
                    <a:pt x="5334" y="1730"/>
                  </a:cubicBezTo>
                  <a:lnTo>
                    <a:pt x="5752" y="1461"/>
                  </a:lnTo>
                  <a:cubicBezTo>
                    <a:pt x="5819" y="1421"/>
                    <a:pt x="5893" y="1401"/>
                    <a:pt x="5966" y="1401"/>
                  </a:cubicBezTo>
                  <a:cubicBezTo>
                    <a:pt x="6096" y="1401"/>
                    <a:pt x="6222" y="1463"/>
                    <a:pt x="6299" y="1582"/>
                  </a:cubicBezTo>
                  <a:cubicBezTo>
                    <a:pt x="6420" y="1767"/>
                    <a:pt x="6364" y="2018"/>
                    <a:pt x="6178" y="2129"/>
                  </a:cubicBezTo>
                  <a:lnTo>
                    <a:pt x="5770" y="2398"/>
                  </a:lnTo>
                  <a:cubicBezTo>
                    <a:pt x="5752" y="2407"/>
                    <a:pt x="5742" y="2435"/>
                    <a:pt x="5752" y="2463"/>
                  </a:cubicBezTo>
                  <a:cubicBezTo>
                    <a:pt x="5882" y="2788"/>
                    <a:pt x="5947" y="3140"/>
                    <a:pt x="5937" y="3493"/>
                  </a:cubicBezTo>
                  <a:cubicBezTo>
                    <a:pt x="5937" y="3520"/>
                    <a:pt x="5947" y="3548"/>
                    <a:pt x="5974" y="3548"/>
                  </a:cubicBezTo>
                  <a:lnTo>
                    <a:pt x="6457" y="3650"/>
                  </a:lnTo>
                  <a:cubicBezTo>
                    <a:pt x="6670" y="3706"/>
                    <a:pt x="6800" y="3910"/>
                    <a:pt x="6754" y="4123"/>
                  </a:cubicBezTo>
                  <a:cubicBezTo>
                    <a:pt x="6714" y="4316"/>
                    <a:pt x="6549" y="4439"/>
                    <a:pt x="6367" y="4439"/>
                  </a:cubicBezTo>
                  <a:cubicBezTo>
                    <a:pt x="6339" y="4439"/>
                    <a:pt x="6310" y="4436"/>
                    <a:pt x="6281" y="4430"/>
                  </a:cubicBezTo>
                  <a:lnTo>
                    <a:pt x="5807" y="4328"/>
                  </a:lnTo>
                  <a:cubicBezTo>
                    <a:pt x="5802" y="4326"/>
                    <a:pt x="5797" y="4325"/>
                    <a:pt x="5792" y="4325"/>
                  </a:cubicBezTo>
                  <a:cubicBezTo>
                    <a:pt x="5770" y="4325"/>
                    <a:pt x="5750" y="4340"/>
                    <a:pt x="5742" y="4355"/>
                  </a:cubicBezTo>
                  <a:cubicBezTo>
                    <a:pt x="5613" y="4689"/>
                    <a:pt x="5409" y="4977"/>
                    <a:pt x="5149" y="5218"/>
                  </a:cubicBezTo>
                  <a:cubicBezTo>
                    <a:pt x="5130" y="5237"/>
                    <a:pt x="5121" y="5264"/>
                    <a:pt x="5139" y="5292"/>
                  </a:cubicBezTo>
                  <a:lnTo>
                    <a:pt x="5399" y="5700"/>
                  </a:lnTo>
                  <a:cubicBezTo>
                    <a:pt x="5520" y="5886"/>
                    <a:pt x="5464" y="6127"/>
                    <a:pt x="5279" y="6248"/>
                  </a:cubicBezTo>
                  <a:cubicBezTo>
                    <a:pt x="5212" y="6291"/>
                    <a:pt x="5138" y="6312"/>
                    <a:pt x="5065" y="6312"/>
                  </a:cubicBezTo>
                  <a:cubicBezTo>
                    <a:pt x="4935" y="6312"/>
                    <a:pt x="4809" y="6246"/>
                    <a:pt x="4731" y="6127"/>
                  </a:cubicBezTo>
                  <a:lnTo>
                    <a:pt x="4472" y="5719"/>
                  </a:lnTo>
                  <a:cubicBezTo>
                    <a:pt x="4458" y="5705"/>
                    <a:pt x="4439" y="5697"/>
                    <a:pt x="4423" y="5697"/>
                  </a:cubicBezTo>
                  <a:cubicBezTo>
                    <a:pt x="4417" y="5697"/>
                    <a:pt x="4412" y="5698"/>
                    <a:pt x="4407" y="5700"/>
                  </a:cubicBezTo>
                  <a:cubicBezTo>
                    <a:pt x="4094" y="5822"/>
                    <a:pt x="3772" y="5887"/>
                    <a:pt x="3436" y="5887"/>
                  </a:cubicBezTo>
                  <a:cubicBezTo>
                    <a:pt x="3413" y="5887"/>
                    <a:pt x="3390" y="5887"/>
                    <a:pt x="3368" y="5886"/>
                  </a:cubicBezTo>
                  <a:cubicBezTo>
                    <a:pt x="3363" y="5884"/>
                    <a:pt x="3358" y="5884"/>
                    <a:pt x="3354" y="5884"/>
                  </a:cubicBezTo>
                  <a:cubicBezTo>
                    <a:pt x="3334" y="5884"/>
                    <a:pt x="3320" y="5900"/>
                    <a:pt x="3312" y="5923"/>
                  </a:cubicBezTo>
                  <a:lnTo>
                    <a:pt x="3210" y="6406"/>
                  </a:lnTo>
                  <a:cubicBezTo>
                    <a:pt x="3170" y="6590"/>
                    <a:pt x="3005" y="6712"/>
                    <a:pt x="2824" y="6712"/>
                  </a:cubicBezTo>
                  <a:cubicBezTo>
                    <a:pt x="2795" y="6712"/>
                    <a:pt x="2766" y="6709"/>
                    <a:pt x="2737" y="6702"/>
                  </a:cubicBezTo>
                  <a:cubicBezTo>
                    <a:pt x="2523" y="6656"/>
                    <a:pt x="2394" y="6452"/>
                    <a:pt x="2440" y="6229"/>
                  </a:cubicBezTo>
                  <a:lnTo>
                    <a:pt x="2542" y="5756"/>
                  </a:lnTo>
                  <a:cubicBezTo>
                    <a:pt x="2542" y="5728"/>
                    <a:pt x="2533" y="5700"/>
                    <a:pt x="2505" y="5691"/>
                  </a:cubicBezTo>
                  <a:cubicBezTo>
                    <a:pt x="2180" y="5561"/>
                    <a:pt x="1883" y="5357"/>
                    <a:pt x="1642" y="5098"/>
                  </a:cubicBezTo>
                  <a:cubicBezTo>
                    <a:pt x="1633" y="5088"/>
                    <a:pt x="1624" y="5079"/>
                    <a:pt x="1605" y="5079"/>
                  </a:cubicBezTo>
                  <a:cubicBezTo>
                    <a:pt x="1596" y="5079"/>
                    <a:pt x="1587" y="5079"/>
                    <a:pt x="1577" y="5088"/>
                  </a:cubicBezTo>
                  <a:lnTo>
                    <a:pt x="1169" y="5348"/>
                  </a:lnTo>
                  <a:cubicBezTo>
                    <a:pt x="1102" y="5391"/>
                    <a:pt x="1027" y="5412"/>
                    <a:pt x="953" y="5412"/>
                  </a:cubicBezTo>
                  <a:cubicBezTo>
                    <a:pt x="820" y="5412"/>
                    <a:pt x="690" y="5346"/>
                    <a:pt x="612" y="5227"/>
                  </a:cubicBezTo>
                  <a:cubicBezTo>
                    <a:pt x="501" y="5042"/>
                    <a:pt x="548" y="4801"/>
                    <a:pt x="733" y="4680"/>
                  </a:cubicBezTo>
                  <a:lnTo>
                    <a:pt x="1151" y="4420"/>
                  </a:lnTo>
                  <a:cubicBezTo>
                    <a:pt x="1169" y="4402"/>
                    <a:pt x="1178" y="4374"/>
                    <a:pt x="1169" y="4355"/>
                  </a:cubicBezTo>
                  <a:cubicBezTo>
                    <a:pt x="1030" y="4021"/>
                    <a:pt x="965" y="3678"/>
                    <a:pt x="984" y="3316"/>
                  </a:cubicBezTo>
                  <a:cubicBezTo>
                    <a:pt x="984" y="3289"/>
                    <a:pt x="965" y="3270"/>
                    <a:pt x="946" y="3261"/>
                  </a:cubicBezTo>
                  <a:lnTo>
                    <a:pt x="464" y="3159"/>
                  </a:lnTo>
                  <a:cubicBezTo>
                    <a:pt x="362" y="3140"/>
                    <a:pt x="269" y="3075"/>
                    <a:pt x="214" y="2982"/>
                  </a:cubicBezTo>
                  <a:cubicBezTo>
                    <a:pt x="158" y="2899"/>
                    <a:pt x="139" y="2788"/>
                    <a:pt x="158" y="2686"/>
                  </a:cubicBezTo>
                  <a:cubicBezTo>
                    <a:pt x="186" y="2584"/>
                    <a:pt x="241" y="2491"/>
                    <a:pt x="334" y="2435"/>
                  </a:cubicBezTo>
                  <a:cubicBezTo>
                    <a:pt x="404" y="2393"/>
                    <a:pt x="479" y="2372"/>
                    <a:pt x="555" y="2372"/>
                  </a:cubicBezTo>
                  <a:cubicBezTo>
                    <a:pt x="580" y="2372"/>
                    <a:pt x="606" y="2375"/>
                    <a:pt x="631" y="2379"/>
                  </a:cubicBezTo>
                  <a:lnTo>
                    <a:pt x="1113" y="2491"/>
                  </a:lnTo>
                  <a:cubicBezTo>
                    <a:pt x="1141" y="2491"/>
                    <a:pt x="1160" y="2481"/>
                    <a:pt x="1169" y="2454"/>
                  </a:cubicBezTo>
                  <a:cubicBezTo>
                    <a:pt x="1308" y="2129"/>
                    <a:pt x="1512" y="1832"/>
                    <a:pt x="1772" y="1591"/>
                  </a:cubicBezTo>
                  <a:cubicBezTo>
                    <a:pt x="1791" y="1572"/>
                    <a:pt x="1791" y="1545"/>
                    <a:pt x="1781" y="1526"/>
                  </a:cubicBezTo>
                  <a:lnTo>
                    <a:pt x="1512" y="1118"/>
                  </a:lnTo>
                  <a:cubicBezTo>
                    <a:pt x="1401" y="932"/>
                    <a:pt x="1447" y="682"/>
                    <a:pt x="1633" y="561"/>
                  </a:cubicBezTo>
                  <a:cubicBezTo>
                    <a:pt x="1700" y="521"/>
                    <a:pt x="1775" y="501"/>
                    <a:pt x="1849" y="501"/>
                  </a:cubicBezTo>
                  <a:cubicBezTo>
                    <a:pt x="1981" y="501"/>
                    <a:pt x="2109" y="563"/>
                    <a:pt x="2180" y="682"/>
                  </a:cubicBezTo>
                  <a:lnTo>
                    <a:pt x="2449" y="1099"/>
                  </a:lnTo>
                  <a:cubicBezTo>
                    <a:pt x="2456" y="1113"/>
                    <a:pt x="2473" y="1121"/>
                    <a:pt x="2492" y="1121"/>
                  </a:cubicBezTo>
                  <a:cubicBezTo>
                    <a:pt x="2499" y="1121"/>
                    <a:pt x="2507" y="1120"/>
                    <a:pt x="2514" y="1118"/>
                  </a:cubicBezTo>
                  <a:cubicBezTo>
                    <a:pt x="2816" y="989"/>
                    <a:pt x="3142" y="931"/>
                    <a:pt x="3469" y="931"/>
                  </a:cubicBezTo>
                  <a:cubicBezTo>
                    <a:pt x="3494" y="931"/>
                    <a:pt x="3519" y="932"/>
                    <a:pt x="3544" y="932"/>
                  </a:cubicBezTo>
                  <a:cubicBezTo>
                    <a:pt x="3572" y="932"/>
                    <a:pt x="3600" y="914"/>
                    <a:pt x="3600" y="895"/>
                  </a:cubicBezTo>
                  <a:lnTo>
                    <a:pt x="3702" y="413"/>
                  </a:lnTo>
                  <a:cubicBezTo>
                    <a:pt x="3729" y="311"/>
                    <a:pt x="3794" y="218"/>
                    <a:pt x="3878" y="162"/>
                  </a:cubicBezTo>
                  <a:cubicBezTo>
                    <a:pt x="3947" y="121"/>
                    <a:pt x="4022" y="100"/>
                    <a:pt x="4098" y="100"/>
                  </a:cubicBezTo>
                  <a:close/>
                  <a:moveTo>
                    <a:pt x="4090" y="0"/>
                  </a:moveTo>
                  <a:cubicBezTo>
                    <a:pt x="3862" y="0"/>
                    <a:pt x="3655" y="163"/>
                    <a:pt x="3600" y="394"/>
                  </a:cubicBezTo>
                  <a:lnTo>
                    <a:pt x="3507" y="830"/>
                  </a:lnTo>
                  <a:cubicBezTo>
                    <a:pt x="3485" y="830"/>
                    <a:pt x="3464" y="829"/>
                    <a:pt x="3442" y="829"/>
                  </a:cubicBezTo>
                  <a:cubicBezTo>
                    <a:pt x="3122" y="829"/>
                    <a:pt x="2810" y="894"/>
                    <a:pt x="2514" y="1007"/>
                  </a:cubicBezTo>
                  <a:lnTo>
                    <a:pt x="2273" y="635"/>
                  </a:lnTo>
                  <a:cubicBezTo>
                    <a:pt x="2177" y="485"/>
                    <a:pt x="2010" y="401"/>
                    <a:pt x="1842" y="401"/>
                  </a:cubicBezTo>
                  <a:cubicBezTo>
                    <a:pt x="1751" y="401"/>
                    <a:pt x="1659" y="426"/>
                    <a:pt x="1577" y="478"/>
                  </a:cubicBezTo>
                  <a:cubicBezTo>
                    <a:pt x="1345" y="626"/>
                    <a:pt x="1280" y="942"/>
                    <a:pt x="1429" y="1173"/>
                  </a:cubicBezTo>
                  <a:lnTo>
                    <a:pt x="1670" y="1554"/>
                  </a:lnTo>
                  <a:cubicBezTo>
                    <a:pt x="1420" y="1786"/>
                    <a:pt x="1234" y="2064"/>
                    <a:pt x="1095" y="2379"/>
                  </a:cubicBezTo>
                  <a:lnTo>
                    <a:pt x="659" y="2287"/>
                  </a:lnTo>
                  <a:cubicBezTo>
                    <a:pt x="621" y="2279"/>
                    <a:pt x="582" y="2274"/>
                    <a:pt x="544" y="2274"/>
                  </a:cubicBezTo>
                  <a:cubicBezTo>
                    <a:pt x="450" y="2274"/>
                    <a:pt x="357" y="2299"/>
                    <a:pt x="279" y="2352"/>
                  </a:cubicBezTo>
                  <a:cubicBezTo>
                    <a:pt x="167" y="2426"/>
                    <a:pt x="84" y="2537"/>
                    <a:pt x="56" y="2667"/>
                  </a:cubicBezTo>
                  <a:cubicBezTo>
                    <a:pt x="0" y="2936"/>
                    <a:pt x="167" y="3205"/>
                    <a:pt x="445" y="3270"/>
                  </a:cubicBezTo>
                  <a:lnTo>
                    <a:pt x="881" y="3363"/>
                  </a:lnTo>
                  <a:cubicBezTo>
                    <a:pt x="872" y="3706"/>
                    <a:pt x="928" y="4040"/>
                    <a:pt x="1058" y="4355"/>
                  </a:cubicBezTo>
                  <a:lnTo>
                    <a:pt x="677" y="4597"/>
                  </a:lnTo>
                  <a:cubicBezTo>
                    <a:pt x="445" y="4745"/>
                    <a:pt x="381" y="5060"/>
                    <a:pt x="529" y="5292"/>
                  </a:cubicBezTo>
                  <a:cubicBezTo>
                    <a:pt x="624" y="5440"/>
                    <a:pt x="786" y="5520"/>
                    <a:pt x="952" y="5520"/>
                  </a:cubicBezTo>
                  <a:cubicBezTo>
                    <a:pt x="1046" y="5520"/>
                    <a:pt x="1141" y="5494"/>
                    <a:pt x="1225" y="5441"/>
                  </a:cubicBezTo>
                  <a:lnTo>
                    <a:pt x="1596" y="5200"/>
                  </a:lnTo>
                  <a:cubicBezTo>
                    <a:pt x="1837" y="5450"/>
                    <a:pt x="2115" y="5636"/>
                    <a:pt x="2431" y="5775"/>
                  </a:cubicBezTo>
                  <a:lnTo>
                    <a:pt x="2338" y="6211"/>
                  </a:lnTo>
                  <a:cubicBezTo>
                    <a:pt x="2273" y="6480"/>
                    <a:pt x="2449" y="6749"/>
                    <a:pt x="2718" y="6814"/>
                  </a:cubicBezTo>
                  <a:cubicBezTo>
                    <a:pt x="2755" y="6814"/>
                    <a:pt x="2792" y="6823"/>
                    <a:pt x="2820" y="6823"/>
                  </a:cubicBezTo>
                  <a:cubicBezTo>
                    <a:pt x="3052" y="6823"/>
                    <a:pt x="3266" y="6665"/>
                    <a:pt x="3312" y="6424"/>
                  </a:cubicBezTo>
                  <a:lnTo>
                    <a:pt x="3405" y="5988"/>
                  </a:lnTo>
                  <a:cubicBezTo>
                    <a:pt x="3427" y="5989"/>
                    <a:pt x="3449" y="5989"/>
                    <a:pt x="3471" y="5989"/>
                  </a:cubicBezTo>
                  <a:cubicBezTo>
                    <a:pt x="3798" y="5989"/>
                    <a:pt x="4102" y="5925"/>
                    <a:pt x="4407" y="5812"/>
                  </a:cubicBezTo>
                  <a:lnTo>
                    <a:pt x="4648" y="6183"/>
                  </a:lnTo>
                  <a:cubicBezTo>
                    <a:pt x="4743" y="6337"/>
                    <a:pt x="4903" y="6420"/>
                    <a:pt x="5067" y="6420"/>
                  </a:cubicBezTo>
                  <a:cubicBezTo>
                    <a:pt x="5158" y="6420"/>
                    <a:pt x="5251" y="6394"/>
                    <a:pt x="5334" y="6341"/>
                  </a:cubicBezTo>
                  <a:cubicBezTo>
                    <a:pt x="5566" y="6192"/>
                    <a:pt x="5640" y="5877"/>
                    <a:pt x="5483" y="5645"/>
                  </a:cubicBezTo>
                  <a:lnTo>
                    <a:pt x="5242" y="5274"/>
                  </a:lnTo>
                  <a:cubicBezTo>
                    <a:pt x="5492" y="5033"/>
                    <a:pt x="5687" y="4754"/>
                    <a:pt x="5826" y="4439"/>
                  </a:cubicBezTo>
                  <a:lnTo>
                    <a:pt x="6262" y="4532"/>
                  </a:lnTo>
                  <a:cubicBezTo>
                    <a:pt x="6300" y="4541"/>
                    <a:pt x="6338" y="4545"/>
                    <a:pt x="6375" y="4545"/>
                  </a:cubicBezTo>
                  <a:cubicBezTo>
                    <a:pt x="6602" y="4545"/>
                    <a:pt x="6808" y="4382"/>
                    <a:pt x="6856" y="4151"/>
                  </a:cubicBezTo>
                  <a:cubicBezTo>
                    <a:pt x="6911" y="3882"/>
                    <a:pt x="6744" y="3613"/>
                    <a:pt x="6475" y="3558"/>
                  </a:cubicBezTo>
                  <a:lnTo>
                    <a:pt x="6039" y="3456"/>
                  </a:lnTo>
                  <a:cubicBezTo>
                    <a:pt x="6049" y="3122"/>
                    <a:pt x="5984" y="2788"/>
                    <a:pt x="5863" y="2463"/>
                  </a:cubicBezTo>
                  <a:lnTo>
                    <a:pt x="6234" y="2222"/>
                  </a:lnTo>
                  <a:cubicBezTo>
                    <a:pt x="6466" y="2073"/>
                    <a:pt x="6540" y="1767"/>
                    <a:pt x="6383" y="1535"/>
                  </a:cubicBezTo>
                  <a:cubicBezTo>
                    <a:pt x="6286" y="1385"/>
                    <a:pt x="6124" y="1301"/>
                    <a:pt x="5958" y="1301"/>
                  </a:cubicBezTo>
                  <a:cubicBezTo>
                    <a:pt x="5868" y="1301"/>
                    <a:pt x="5778" y="1325"/>
                    <a:pt x="5696" y="1378"/>
                  </a:cubicBezTo>
                  <a:lnTo>
                    <a:pt x="5316" y="1619"/>
                  </a:lnTo>
                  <a:cubicBezTo>
                    <a:pt x="5084" y="1378"/>
                    <a:pt x="4806" y="1183"/>
                    <a:pt x="4490" y="1044"/>
                  </a:cubicBezTo>
                  <a:lnTo>
                    <a:pt x="4583" y="608"/>
                  </a:lnTo>
                  <a:cubicBezTo>
                    <a:pt x="4639" y="339"/>
                    <a:pt x="4472" y="70"/>
                    <a:pt x="4203" y="14"/>
                  </a:cubicBezTo>
                  <a:cubicBezTo>
                    <a:pt x="4165" y="5"/>
                    <a:pt x="4127" y="0"/>
                    <a:pt x="4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0"/>
            <p:cNvSpPr/>
            <p:nvPr/>
          </p:nvSpPr>
          <p:spPr>
            <a:xfrm>
              <a:off x="6714260" y="2368295"/>
              <a:ext cx="344437" cy="340436"/>
            </a:xfrm>
            <a:custGeom>
              <a:avLst/>
              <a:gdLst/>
              <a:ahLst/>
              <a:cxnLst/>
              <a:rect l="l" t="t" r="r" b="b"/>
              <a:pathLst>
                <a:path w="6801" h="6722" extrusionOk="0">
                  <a:moveTo>
                    <a:pt x="3401" y="1531"/>
                  </a:moveTo>
                  <a:cubicBezTo>
                    <a:pt x="4004" y="1531"/>
                    <a:pt x="4595" y="1828"/>
                    <a:pt x="4945" y="2368"/>
                  </a:cubicBezTo>
                  <a:cubicBezTo>
                    <a:pt x="5492" y="3222"/>
                    <a:pt x="5242" y="4354"/>
                    <a:pt x="4389" y="4901"/>
                  </a:cubicBezTo>
                  <a:cubicBezTo>
                    <a:pt x="4082" y="5098"/>
                    <a:pt x="3739" y="5191"/>
                    <a:pt x="3401" y="5191"/>
                  </a:cubicBezTo>
                  <a:cubicBezTo>
                    <a:pt x="2798" y="5191"/>
                    <a:pt x="2210" y="4894"/>
                    <a:pt x="1865" y="4354"/>
                  </a:cubicBezTo>
                  <a:cubicBezTo>
                    <a:pt x="1318" y="3500"/>
                    <a:pt x="1559" y="2368"/>
                    <a:pt x="2413" y="1821"/>
                  </a:cubicBezTo>
                  <a:cubicBezTo>
                    <a:pt x="2719" y="1624"/>
                    <a:pt x="3062" y="1531"/>
                    <a:pt x="3401" y="1531"/>
                  </a:cubicBezTo>
                  <a:close/>
                  <a:moveTo>
                    <a:pt x="4031" y="1"/>
                  </a:moveTo>
                  <a:cubicBezTo>
                    <a:pt x="3826" y="1"/>
                    <a:pt x="3640" y="147"/>
                    <a:pt x="3600" y="355"/>
                  </a:cubicBezTo>
                  <a:lnTo>
                    <a:pt x="3489" y="838"/>
                  </a:lnTo>
                  <a:cubicBezTo>
                    <a:pt x="3449" y="836"/>
                    <a:pt x="3410" y="835"/>
                    <a:pt x="3370" y="835"/>
                  </a:cubicBezTo>
                  <a:cubicBezTo>
                    <a:pt x="3056" y="835"/>
                    <a:pt x="2736" y="900"/>
                    <a:pt x="2431" y="1023"/>
                  </a:cubicBezTo>
                  <a:lnTo>
                    <a:pt x="2171" y="615"/>
                  </a:lnTo>
                  <a:cubicBezTo>
                    <a:pt x="2082" y="478"/>
                    <a:pt x="1940" y="406"/>
                    <a:pt x="1793" y="406"/>
                  </a:cubicBezTo>
                  <a:cubicBezTo>
                    <a:pt x="1711" y="406"/>
                    <a:pt x="1627" y="429"/>
                    <a:pt x="1550" y="476"/>
                  </a:cubicBezTo>
                  <a:cubicBezTo>
                    <a:pt x="1346" y="606"/>
                    <a:pt x="1281" y="884"/>
                    <a:pt x="1411" y="1097"/>
                  </a:cubicBezTo>
                  <a:lnTo>
                    <a:pt x="1680" y="1506"/>
                  </a:lnTo>
                  <a:cubicBezTo>
                    <a:pt x="1411" y="1756"/>
                    <a:pt x="1197" y="2062"/>
                    <a:pt x="1067" y="2387"/>
                  </a:cubicBezTo>
                  <a:lnTo>
                    <a:pt x="585" y="2285"/>
                  </a:lnTo>
                  <a:cubicBezTo>
                    <a:pt x="552" y="2277"/>
                    <a:pt x="519" y="2274"/>
                    <a:pt x="487" y="2274"/>
                  </a:cubicBezTo>
                  <a:cubicBezTo>
                    <a:pt x="282" y="2274"/>
                    <a:pt x="96" y="2420"/>
                    <a:pt x="56" y="2628"/>
                  </a:cubicBezTo>
                  <a:cubicBezTo>
                    <a:pt x="1" y="2869"/>
                    <a:pt x="149" y="3110"/>
                    <a:pt x="400" y="3166"/>
                  </a:cubicBezTo>
                  <a:lnTo>
                    <a:pt x="873" y="3268"/>
                  </a:lnTo>
                  <a:cubicBezTo>
                    <a:pt x="863" y="3621"/>
                    <a:pt x="919" y="3982"/>
                    <a:pt x="1067" y="4326"/>
                  </a:cubicBezTo>
                  <a:lnTo>
                    <a:pt x="650" y="4595"/>
                  </a:lnTo>
                  <a:cubicBezTo>
                    <a:pt x="446" y="4725"/>
                    <a:pt x="381" y="5003"/>
                    <a:pt x="520" y="5207"/>
                  </a:cubicBezTo>
                  <a:cubicBezTo>
                    <a:pt x="603" y="5344"/>
                    <a:pt x="747" y="5416"/>
                    <a:pt x="894" y="5416"/>
                  </a:cubicBezTo>
                  <a:cubicBezTo>
                    <a:pt x="976" y="5416"/>
                    <a:pt x="1059" y="5393"/>
                    <a:pt x="1132" y="5346"/>
                  </a:cubicBezTo>
                  <a:lnTo>
                    <a:pt x="1550" y="5086"/>
                  </a:lnTo>
                  <a:cubicBezTo>
                    <a:pt x="1800" y="5355"/>
                    <a:pt x="2106" y="5560"/>
                    <a:pt x="2431" y="5699"/>
                  </a:cubicBezTo>
                  <a:lnTo>
                    <a:pt x="2329" y="6172"/>
                  </a:lnTo>
                  <a:cubicBezTo>
                    <a:pt x="2273" y="6413"/>
                    <a:pt x="2431" y="6654"/>
                    <a:pt x="2672" y="6710"/>
                  </a:cubicBezTo>
                  <a:cubicBezTo>
                    <a:pt x="2705" y="6717"/>
                    <a:pt x="2738" y="6721"/>
                    <a:pt x="2770" y="6721"/>
                  </a:cubicBezTo>
                  <a:cubicBezTo>
                    <a:pt x="2976" y="6721"/>
                    <a:pt x="3161" y="6575"/>
                    <a:pt x="3201" y="6367"/>
                  </a:cubicBezTo>
                  <a:lnTo>
                    <a:pt x="3312" y="5884"/>
                  </a:lnTo>
                  <a:cubicBezTo>
                    <a:pt x="3352" y="5886"/>
                    <a:pt x="3391" y="5887"/>
                    <a:pt x="3431" y="5887"/>
                  </a:cubicBezTo>
                  <a:cubicBezTo>
                    <a:pt x="3746" y="5887"/>
                    <a:pt x="4065" y="5822"/>
                    <a:pt x="4370" y="5699"/>
                  </a:cubicBezTo>
                  <a:lnTo>
                    <a:pt x="4630" y="6107"/>
                  </a:lnTo>
                  <a:cubicBezTo>
                    <a:pt x="4719" y="6243"/>
                    <a:pt x="4865" y="6315"/>
                    <a:pt x="5012" y="6315"/>
                  </a:cubicBezTo>
                  <a:cubicBezTo>
                    <a:pt x="5095" y="6315"/>
                    <a:pt x="5178" y="6293"/>
                    <a:pt x="5251" y="6246"/>
                  </a:cubicBezTo>
                  <a:cubicBezTo>
                    <a:pt x="5465" y="6116"/>
                    <a:pt x="5520" y="5838"/>
                    <a:pt x="5390" y="5624"/>
                  </a:cubicBezTo>
                  <a:lnTo>
                    <a:pt x="5121" y="5216"/>
                  </a:lnTo>
                  <a:cubicBezTo>
                    <a:pt x="5390" y="4957"/>
                    <a:pt x="5604" y="4660"/>
                    <a:pt x="5734" y="4326"/>
                  </a:cubicBezTo>
                  <a:lnTo>
                    <a:pt x="6216" y="4437"/>
                  </a:lnTo>
                  <a:cubicBezTo>
                    <a:pt x="6246" y="4443"/>
                    <a:pt x="6275" y="4445"/>
                    <a:pt x="6305" y="4445"/>
                  </a:cubicBezTo>
                  <a:cubicBezTo>
                    <a:pt x="6514" y="4445"/>
                    <a:pt x="6705" y="4305"/>
                    <a:pt x="6754" y="4094"/>
                  </a:cubicBezTo>
                  <a:cubicBezTo>
                    <a:pt x="6800" y="3853"/>
                    <a:pt x="6652" y="3611"/>
                    <a:pt x="6411" y="3556"/>
                  </a:cubicBezTo>
                  <a:lnTo>
                    <a:pt x="5928" y="3454"/>
                  </a:lnTo>
                  <a:cubicBezTo>
                    <a:pt x="5938" y="3101"/>
                    <a:pt x="5882" y="2739"/>
                    <a:pt x="5734" y="2396"/>
                  </a:cubicBezTo>
                  <a:lnTo>
                    <a:pt x="6151" y="2127"/>
                  </a:lnTo>
                  <a:cubicBezTo>
                    <a:pt x="6355" y="1997"/>
                    <a:pt x="6420" y="1719"/>
                    <a:pt x="6290" y="1515"/>
                  </a:cubicBezTo>
                  <a:cubicBezTo>
                    <a:pt x="6201" y="1378"/>
                    <a:pt x="6055" y="1306"/>
                    <a:pt x="5908" y="1306"/>
                  </a:cubicBezTo>
                  <a:cubicBezTo>
                    <a:pt x="5825" y="1306"/>
                    <a:pt x="5742" y="1329"/>
                    <a:pt x="5669" y="1376"/>
                  </a:cubicBezTo>
                  <a:lnTo>
                    <a:pt x="5251" y="1635"/>
                  </a:lnTo>
                  <a:cubicBezTo>
                    <a:pt x="5001" y="1366"/>
                    <a:pt x="4704" y="1162"/>
                    <a:pt x="4370" y="1023"/>
                  </a:cubicBezTo>
                  <a:lnTo>
                    <a:pt x="4472" y="550"/>
                  </a:lnTo>
                  <a:cubicBezTo>
                    <a:pt x="4528" y="300"/>
                    <a:pt x="4370" y="68"/>
                    <a:pt x="4129" y="12"/>
                  </a:cubicBezTo>
                  <a:cubicBezTo>
                    <a:pt x="4096" y="5"/>
                    <a:pt x="4063" y="1"/>
                    <a:pt x="40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30"/>
            <p:cNvSpPr/>
            <p:nvPr/>
          </p:nvSpPr>
          <p:spPr>
            <a:xfrm>
              <a:off x="6711474" y="2365864"/>
              <a:ext cx="348640" cy="345551"/>
            </a:xfrm>
            <a:custGeom>
              <a:avLst/>
              <a:gdLst/>
              <a:ahLst/>
              <a:cxnLst/>
              <a:rect l="l" t="t" r="r" b="b"/>
              <a:pathLst>
                <a:path w="6884" h="6823" extrusionOk="0">
                  <a:moveTo>
                    <a:pt x="3453" y="1632"/>
                  </a:moveTo>
                  <a:cubicBezTo>
                    <a:pt x="3582" y="1632"/>
                    <a:pt x="3712" y="1646"/>
                    <a:pt x="3841" y="1674"/>
                  </a:cubicBezTo>
                  <a:cubicBezTo>
                    <a:pt x="4304" y="1776"/>
                    <a:pt x="4694" y="2055"/>
                    <a:pt x="4954" y="2453"/>
                  </a:cubicBezTo>
                  <a:cubicBezTo>
                    <a:pt x="5214" y="2852"/>
                    <a:pt x="5297" y="3325"/>
                    <a:pt x="5195" y="3789"/>
                  </a:cubicBezTo>
                  <a:cubicBezTo>
                    <a:pt x="5093" y="4253"/>
                    <a:pt x="4815" y="4652"/>
                    <a:pt x="4416" y="4902"/>
                  </a:cubicBezTo>
                  <a:cubicBezTo>
                    <a:pt x="4117" y="5094"/>
                    <a:pt x="3782" y="5186"/>
                    <a:pt x="3450" y="5186"/>
                  </a:cubicBezTo>
                  <a:cubicBezTo>
                    <a:pt x="2866" y="5186"/>
                    <a:pt x="2295" y="4901"/>
                    <a:pt x="1957" y="4374"/>
                  </a:cubicBezTo>
                  <a:cubicBezTo>
                    <a:pt x="1429" y="3548"/>
                    <a:pt x="1670" y="2444"/>
                    <a:pt x="2495" y="1915"/>
                  </a:cubicBezTo>
                  <a:cubicBezTo>
                    <a:pt x="2784" y="1728"/>
                    <a:pt x="3116" y="1632"/>
                    <a:pt x="3453" y="1632"/>
                  </a:cubicBezTo>
                  <a:close/>
                  <a:moveTo>
                    <a:pt x="3449" y="1526"/>
                  </a:moveTo>
                  <a:cubicBezTo>
                    <a:pt x="3095" y="1526"/>
                    <a:pt x="2748" y="1628"/>
                    <a:pt x="2440" y="1823"/>
                  </a:cubicBezTo>
                  <a:cubicBezTo>
                    <a:pt x="1568" y="2389"/>
                    <a:pt x="1308" y="3557"/>
                    <a:pt x="1874" y="4429"/>
                  </a:cubicBezTo>
                  <a:cubicBezTo>
                    <a:pt x="2236" y="4986"/>
                    <a:pt x="2839" y="5292"/>
                    <a:pt x="3460" y="5292"/>
                  </a:cubicBezTo>
                  <a:cubicBezTo>
                    <a:pt x="3803" y="5292"/>
                    <a:pt x="4156" y="5199"/>
                    <a:pt x="4471" y="4995"/>
                  </a:cubicBezTo>
                  <a:cubicBezTo>
                    <a:pt x="4898" y="4726"/>
                    <a:pt x="5186" y="4300"/>
                    <a:pt x="5297" y="3808"/>
                  </a:cubicBezTo>
                  <a:cubicBezTo>
                    <a:pt x="5399" y="3316"/>
                    <a:pt x="5316" y="2815"/>
                    <a:pt x="5037" y="2389"/>
                  </a:cubicBezTo>
                  <a:cubicBezTo>
                    <a:pt x="4768" y="1971"/>
                    <a:pt x="4351" y="1674"/>
                    <a:pt x="3859" y="1572"/>
                  </a:cubicBezTo>
                  <a:cubicBezTo>
                    <a:pt x="3722" y="1541"/>
                    <a:pt x="3585" y="1526"/>
                    <a:pt x="3449" y="1526"/>
                  </a:cubicBezTo>
                  <a:close/>
                  <a:moveTo>
                    <a:pt x="4080" y="103"/>
                  </a:moveTo>
                  <a:cubicBezTo>
                    <a:pt x="4111" y="103"/>
                    <a:pt x="4143" y="107"/>
                    <a:pt x="4175" y="116"/>
                  </a:cubicBezTo>
                  <a:cubicBezTo>
                    <a:pt x="4388" y="162"/>
                    <a:pt x="4527" y="375"/>
                    <a:pt x="4481" y="589"/>
                  </a:cubicBezTo>
                  <a:lnTo>
                    <a:pt x="4379" y="1062"/>
                  </a:lnTo>
                  <a:cubicBezTo>
                    <a:pt x="4369" y="1090"/>
                    <a:pt x="4388" y="1118"/>
                    <a:pt x="4406" y="1127"/>
                  </a:cubicBezTo>
                  <a:cubicBezTo>
                    <a:pt x="4740" y="1257"/>
                    <a:pt x="5028" y="1461"/>
                    <a:pt x="5269" y="1721"/>
                  </a:cubicBezTo>
                  <a:cubicBezTo>
                    <a:pt x="5281" y="1732"/>
                    <a:pt x="5296" y="1740"/>
                    <a:pt x="5310" y="1740"/>
                  </a:cubicBezTo>
                  <a:cubicBezTo>
                    <a:pt x="5319" y="1740"/>
                    <a:pt x="5327" y="1737"/>
                    <a:pt x="5334" y="1730"/>
                  </a:cubicBezTo>
                  <a:lnTo>
                    <a:pt x="5752" y="1470"/>
                  </a:lnTo>
                  <a:cubicBezTo>
                    <a:pt x="5818" y="1427"/>
                    <a:pt x="5892" y="1406"/>
                    <a:pt x="5965" y="1406"/>
                  </a:cubicBezTo>
                  <a:cubicBezTo>
                    <a:pt x="6095" y="1406"/>
                    <a:pt x="6222" y="1472"/>
                    <a:pt x="6299" y="1591"/>
                  </a:cubicBezTo>
                  <a:cubicBezTo>
                    <a:pt x="6419" y="1776"/>
                    <a:pt x="6364" y="2017"/>
                    <a:pt x="6178" y="2138"/>
                  </a:cubicBezTo>
                  <a:lnTo>
                    <a:pt x="5770" y="2398"/>
                  </a:lnTo>
                  <a:cubicBezTo>
                    <a:pt x="5742" y="2416"/>
                    <a:pt x="5742" y="2444"/>
                    <a:pt x="5752" y="2463"/>
                  </a:cubicBezTo>
                  <a:cubicBezTo>
                    <a:pt x="5881" y="2797"/>
                    <a:pt x="5946" y="3140"/>
                    <a:pt x="5937" y="3502"/>
                  </a:cubicBezTo>
                  <a:cubicBezTo>
                    <a:pt x="5928" y="3530"/>
                    <a:pt x="5946" y="3548"/>
                    <a:pt x="5974" y="3557"/>
                  </a:cubicBezTo>
                  <a:lnTo>
                    <a:pt x="6457" y="3659"/>
                  </a:lnTo>
                  <a:cubicBezTo>
                    <a:pt x="6559" y="3678"/>
                    <a:pt x="6642" y="3743"/>
                    <a:pt x="6698" y="3836"/>
                  </a:cubicBezTo>
                  <a:cubicBezTo>
                    <a:pt x="6763" y="3919"/>
                    <a:pt x="6781" y="4030"/>
                    <a:pt x="6753" y="4133"/>
                  </a:cubicBezTo>
                  <a:cubicBezTo>
                    <a:pt x="6713" y="4317"/>
                    <a:pt x="6549" y="4439"/>
                    <a:pt x="6367" y="4439"/>
                  </a:cubicBezTo>
                  <a:cubicBezTo>
                    <a:pt x="6339" y="4439"/>
                    <a:pt x="6309" y="4436"/>
                    <a:pt x="6280" y="4429"/>
                  </a:cubicBezTo>
                  <a:lnTo>
                    <a:pt x="5807" y="4327"/>
                  </a:lnTo>
                  <a:cubicBezTo>
                    <a:pt x="5779" y="4327"/>
                    <a:pt x="5752" y="4337"/>
                    <a:pt x="5742" y="4364"/>
                  </a:cubicBezTo>
                  <a:cubicBezTo>
                    <a:pt x="5603" y="4689"/>
                    <a:pt x="5408" y="4986"/>
                    <a:pt x="5139" y="5227"/>
                  </a:cubicBezTo>
                  <a:cubicBezTo>
                    <a:pt x="5121" y="5246"/>
                    <a:pt x="5121" y="5274"/>
                    <a:pt x="5139" y="5292"/>
                  </a:cubicBezTo>
                  <a:lnTo>
                    <a:pt x="5399" y="5700"/>
                  </a:lnTo>
                  <a:cubicBezTo>
                    <a:pt x="5455" y="5793"/>
                    <a:pt x="5473" y="5895"/>
                    <a:pt x="5455" y="6006"/>
                  </a:cubicBezTo>
                  <a:cubicBezTo>
                    <a:pt x="5427" y="6108"/>
                    <a:pt x="5371" y="6192"/>
                    <a:pt x="5278" y="6248"/>
                  </a:cubicBezTo>
                  <a:cubicBezTo>
                    <a:pt x="5211" y="6288"/>
                    <a:pt x="5138" y="6314"/>
                    <a:pt x="5063" y="6314"/>
                  </a:cubicBezTo>
                  <a:cubicBezTo>
                    <a:pt x="5036" y="6314"/>
                    <a:pt x="5009" y="6311"/>
                    <a:pt x="4982" y="6303"/>
                  </a:cubicBezTo>
                  <a:cubicBezTo>
                    <a:pt x="4880" y="6285"/>
                    <a:pt x="4787" y="6220"/>
                    <a:pt x="4731" y="6127"/>
                  </a:cubicBezTo>
                  <a:lnTo>
                    <a:pt x="4462" y="5719"/>
                  </a:lnTo>
                  <a:cubicBezTo>
                    <a:pt x="4455" y="5705"/>
                    <a:pt x="4439" y="5697"/>
                    <a:pt x="4423" y="5697"/>
                  </a:cubicBezTo>
                  <a:cubicBezTo>
                    <a:pt x="4417" y="5697"/>
                    <a:pt x="4411" y="5698"/>
                    <a:pt x="4406" y="5700"/>
                  </a:cubicBezTo>
                  <a:cubicBezTo>
                    <a:pt x="4096" y="5830"/>
                    <a:pt x="3770" y="5887"/>
                    <a:pt x="3442" y="5887"/>
                  </a:cubicBezTo>
                  <a:cubicBezTo>
                    <a:pt x="3417" y="5887"/>
                    <a:pt x="3392" y="5886"/>
                    <a:pt x="3367" y="5886"/>
                  </a:cubicBezTo>
                  <a:cubicBezTo>
                    <a:pt x="3340" y="5886"/>
                    <a:pt x="3321" y="5904"/>
                    <a:pt x="3312" y="5923"/>
                  </a:cubicBezTo>
                  <a:lnTo>
                    <a:pt x="3210" y="6405"/>
                  </a:lnTo>
                  <a:cubicBezTo>
                    <a:pt x="3182" y="6507"/>
                    <a:pt x="3126" y="6600"/>
                    <a:pt x="3033" y="6656"/>
                  </a:cubicBezTo>
                  <a:cubicBezTo>
                    <a:pt x="2971" y="6698"/>
                    <a:pt x="2893" y="6718"/>
                    <a:pt x="2814" y="6718"/>
                  </a:cubicBezTo>
                  <a:cubicBezTo>
                    <a:pt x="2788" y="6718"/>
                    <a:pt x="2762" y="6716"/>
                    <a:pt x="2737" y="6711"/>
                  </a:cubicBezTo>
                  <a:cubicBezTo>
                    <a:pt x="2635" y="6684"/>
                    <a:pt x="2542" y="6619"/>
                    <a:pt x="2486" y="6535"/>
                  </a:cubicBezTo>
                  <a:cubicBezTo>
                    <a:pt x="2431" y="6442"/>
                    <a:pt x="2412" y="6340"/>
                    <a:pt x="2431" y="6229"/>
                  </a:cubicBezTo>
                  <a:lnTo>
                    <a:pt x="2542" y="5756"/>
                  </a:lnTo>
                  <a:cubicBezTo>
                    <a:pt x="2542" y="5728"/>
                    <a:pt x="2533" y="5700"/>
                    <a:pt x="2505" y="5700"/>
                  </a:cubicBezTo>
                  <a:cubicBezTo>
                    <a:pt x="2171" y="5561"/>
                    <a:pt x="1883" y="5357"/>
                    <a:pt x="1642" y="5097"/>
                  </a:cubicBezTo>
                  <a:cubicBezTo>
                    <a:pt x="1633" y="5088"/>
                    <a:pt x="1614" y="5079"/>
                    <a:pt x="1605" y="5079"/>
                  </a:cubicBezTo>
                  <a:cubicBezTo>
                    <a:pt x="1596" y="5079"/>
                    <a:pt x="1586" y="5079"/>
                    <a:pt x="1577" y="5088"/>
                  </a:cubicBezTo>
                  <a:lnTo>
                    <a:pt x="1169" y="5348"/>
                  </a:lnTo>
                  <a:cubicBezTo>
                    <a:pt x="1102" y="5391"/>
                    <a:pt x="1027" y="5412"/>
                    <a:pt x="953" y="5412"/>
                  </a:cubicBezTo>
                  <a:cubicBezTo>
                    <a:pt x="820" y="5412"/>
                    <a:pt x="690" y="5346"/>
                    <a:pt x="612" y="5227"/>
                  </a:cubicBezTo>
                  <a:cubicBezTo>
                    <a:pt x="501" y="5051"/>
                    <a:pt x="547" y="4800"/>
                    <a:pt x="733" y="4680"/>
                  </a:cubicBezTo>
                  <a:lnTo>
                    <a:pt x="1150" y="4420"/>
                  </a:lnTo>
                  <a:cubicBezTo>
                    <a:pt x="1169" y="4402"/>
                    <a:pt x="1178" y="4374"/>
                    <a:pt x="1169" y="4355"/>
                  </a:cubicBezTo>
                  <a:cubicBezTo>
                    <a:pt x="1030" y="4021"/>
                    <a:pt x="974" y="3678"/>
                    <a:pt x="983" y="3316"/>
                  </a:cubicBezTo>
                  <a:cubicBezTo>
                    <a:pt x="983" y="3298"/>
                    <a:pt x="965" y="3270"/>
                    <a:pt x="946" y="3270"/>
                  </a:cubicBezTo>
                  <a:lnTo>
                    <a:pt x="464" y="3158"/>
                  </a:lnTo>
                  <a:cubicBezTo>
                    <a:pt x="250" y="3112"/>
                    <a:pt x="111" y="2899"/>
                    <a:pt x="158" y="2685"/>
                  </a:cubicBezTo>
                  <a:cubicBezTo>
                    <a:pt x="198" y="2501"/>
                    <a:pt x="362" y="2379"/>
                    <a:pt x="544" y="2379"/>
                  </a:cubicBezTo>
                  <a:cubicBezTo>
                    <a:pt x="573" y="2379"/>
                    <a:pt x="602" y="2382"/>
                    <a:pt x="631" y="2389"/>
                  </a:cubicBezTo>
                  <a:lnTo>
                    <a:pt x="1113" y="2491"/>
                  </a:lnTo>
                  <a:cubicBezTo>
                    <a:pt x="1132" y="2491"/>
                    <a:pt x="1160" y="2481"/>
                    <a:pt x="1169" y="2463"/>
                  </a:cubicBezTo>
                  <a:cubicBezTo>
                    <a:pt x="1308" y="2129"/>
                    <a:pt x="1512" y="1841"/>
                    <a:pt x="1772" y="1591"/>
                  </a:cubicBezTo>
                  <a:cubicBezTo>
                    <a:pt x="1790" y="1581"/>
                    <a:pt x="1790" y="1554"/>
                    <a:pt x="1781" y="1526"/>
                  </a:cubicBezTo>
                  <a:lnTo>
                    <a:pt x="1512" y="1118"/>
                  </a:lnTo>
                  <a:cubicBezTo>
                    <a:pt x="1401" y="932"/>
                    <a:pt x="1447" y="682"/>
                    <a:pt x="1633" y="570"/>
                  </a:cubicBezTo>
                  <a:cubicBezTo>
                    <a:pt x="1702" y="529"/>
                    <a:pt x="1777" y="508"/>
                    <a:pt x="1853" y="508"/>
                  </a:cubicBezTo>
                  <a:cubicBezTo>
                    <a:pt x="1879" y="508"/>
                    <a:pt x="1904" y="510"/>
                    <a:pt x="1930" y="515"/>
                  </a:cubicBezTo>
                  <a:cubicBezTo>
                    <a:pt x="2041" y="533"/>
                    <a:pt x="2124" y="598"/>
                    <a:pt x="2180" y="691"/>
                  </a:cubicBezTo>
                  <a:lnTo>
                    <a:pt x="2449" y="1099"/>
                  </a:lnTo>
                  <a:cubicBezTo>
                    <a:pt x="2456" y="1113"/>
                    <a:pt x="2473" y="1121"/>
                    <a:pt x="2492" y="1121"/>
                  </a:cubicBezTo>
                  <a:cubicBezTo>
                    <a:pt x="2499" y="1121"/>
                    <a:pt x="2507" y="1120"/>
                    <a:pt x="2514" y="1118"/>
                  </a:cubicBezTo>
                  <a:cubicBezTo>
                    <a:pt x="2818" y="996"/>
                    <a:pt x="3147" y="931"/>
                    <a:pt x="3477" y="931"/>
                  </a:cubicBezTo>
                  <a:cubicBezTo>
                    <a:pt x="3499" y="931"/>
                    <a:pt x="3522" y="931"/>
                    <a:pt x="3544" y="932"/>
                  </a:cubicBezTo>
                  <a:cubicBezTo>
                    <a:pt x="3549" y="934"/>
                    <a:pt x="3553" y="934"/>
                    <a:pt x="3558" y="934"/>
                  </a:cubicBezTo>
                  <a:cubicBezTo>
                    <a:pt x="3578" y="934"/>
                    <a:pt x="3592" y="918"/>
                    <a:pt x="3599" y="895"/>
                  </a:cubicBezTo>
                  <a:lnTo>
                    <a:pt x="3701" y="413"/>
                  </a:lnTo>
                  <a:cubicBezTo>
                    <a:pt x="3729" y="311"/>
                    <a:pt x="3785" y="227"/>
                    <a:pt x="3878" y="162"/>
                  </a:cubicBezTo>
                  <a:cubicBezTo>
                    <a:pt x="3942" y="124"/>
                    <a:pt x="4010" y="103"/>
                    <a:pt x="4080" y="103"/>
                  </a:cubicBezTo>
                  <a:close/>
                  <a:moveTo>
                    <a:pt x="4086" y="0"/>
                  </a:moveTo>
                  <a:cubicBezTo>
                    <a:pt x="3855" y="0"/>
                    <a:pt x="3655" y="163"/>
                    <a:pt x="3599" y="394"/>
                  </a:cubicBezTo>
                  <a:lnTo>
                    <a:pt x="3507" y="830"/>
                  </a:lnTo>
                  <a:cubicBezTo>
                    <a:pt x="3485" y="829"/>
                    <a:pt x="3463" y="829"/>
                    <a:pt x="3442" y="829"/>
                  </a:cubicBezTo>
                  <a:cubicBezTo>
                    <a:pt x="3121" y="829"/>
                    <a:pt x="2810" y="893"/>
                    <a:pt x="2514" y="1006"/>
                  </a:cubicBezTo>
                  <a:lnTo>
                    <a:pt x="2273" y="635"/>
                  </a:lnTo>
                  <a:cubicBezTo>
                    <a:pt x="2199" y="524"/>
                    <a:pt x="2087" y="440"/>
                    <a:pt x="1957" y="413"/>
                  </a:cubicBezTo>
                  <a:cubicBezTo>
                    <a:pt x="1923" y="405"/>
                    <a:pt x="1889" y="402"/>
                    <a:pt x="1854" y="402"/>
                  </a:cubicBezTo>
                  <a:cubicBezTo>
                    <a:pt x="1757" y="402"/>
                    <a:pt x="1659" y="430"/>
                    <a:pt x="1577" y="478"/>
                  </a:cubicBezTo>
                  <a:cubicBezTo>
                    <a:pt x="1345" y="626"/>
                    <a:pt x="1280" y="941"/>
                    <a:pt x="1429" y="1173"/>
                  </a:cubicBezTo>
                  <a:lnTo>
                    <a:pt x="1670" y="1554"/>
                  </a:lnTo>
                  <a:cubicBezTo>
                    <a:pt x="1419" y="1786"/>
                    <a:pt x="1225" y="2064"/>
                    <a:pt x="1095" y="2379"/>
                  </a:cubicBezTo>
                  <a:lnTo>
                    <a:pt x="659" y="2286"/>
                  </a:lnTo>
                  <a:cubicBezTo>
                    <a:pt x="619" y="2277"/>
                    <a:pt x="581" y="2273"/>
                    <a:pt x="542" y="2273"/>
                  </a:cubicBezTo>
                  <a:cubicBezTo>
                    <a:pt x="309" y="2273"/>
                    <a:pt x="103" y="2436"/>
                    <a:pt x="56" y="2667"/>
                  </a:cubicBezTo>
                  <a:cubicBezTo>
                    <a:pt x="0" y="2936"/>
                    <a:pt x="167" y="3205"/>
                    <a:pt x="436" y="3261"/>
                  </a:cubicBezTo>
                  <a:lnTo>
                    <a:pt x="872" y="3363"/>
                  </a:lnTo>
                  <a:cubicBezTo>
                    <a:pt x="872" y="3706"/>
                    <a:pt x="928" y="4040"/>
                    <a:pt x="1058" y="4355"/>
                  </a:cubicBezTo>
                  <a:lnTo>
                    <a:pt x="677" y="4596"/>
                  </a:lnTo>
                  <a:cubicBezTo>
                    <a:pt x="445" y="4745"/>
                    <a:pt x="380" y="5051"/>
                    <a:pt x="529" y="5292"/>
                  </a:cubicBezTo>
                  <a:cubicBezTo>
                    <a:pt x="623" y="5440"/>
                    <a:pt x="782" y="5520"/>
                    <a:pt x="945" y="5520"/>
                  </a:cubicBezTo>
                  <a:cubicBezTo>
                    <a:pt x="1038" y="5520"/>
                    <a:pt x="1131" y="5494"/>
                    <a:pt x="1215" y="5441"/>
                  </a:cubicBezTo>
                  <a:lnTo>
                    <a:pt x="1596" y="5199"/>
                  </a:lnTo>
                  <a:cubicBezTo>
                    <a:pt x="1837" y="5441"/>
                    <a:pt x="2115" y="5635"/>
                    <a:pt x="2431" y="5774"/>
                  </a:cubicBezTo>
                  <a:lnTo>
                    <a:pt x="2328" y="6210"/>
                  </a:lnTo>
                  <a:cubicBezTo>
                    <a:pt x="2301" y="6340"/>
                    <a:pt x="2328" y="6480"/>
                    <a:pt x="2403" y="6591"/>
                  </a:cubicBezTo>
                  <a:cubicBezTo>
                    <a:pt x="2468" y="6702"/>
                    <a:pt x="2579" y="6776"/>
                    <a:pt x="2718" y="6804"/>
                  </a:cubicBezTo>
                  <a:cubicBezTo>
                    <a:pt x="2746" y="6813"/>
                    <a:pt x="2783" y="6823"/>
                    <a:pt x="2820" y="6823"/>
                  </a:cubicBezTo>
                  <a:cubicBezTo>
                    <a:pt x="3052" y="6823"/>
                    <a:pt x="3256" y="6656"/>
                    <a:pt x="3312" y="6424"/>
                  </a:cubicBezTo>
                  <a:lnTo>
                    <a:pt x="3405" y="5988"/>
                  </a:lnTo>
                  <a:cubicBezTo>
                    <a:pt x="3429" y="5989"/>
                    <a:pt x="3453" y="5989"/>
                    <a:pt x="3478" y="5989"/>
                  </a:cubicBezTo>
                  <a:cubicBezTo>
                    <a:pt x="3795" y="5989"/>
                    <a:pt x="4104" y="5932"/>
                    <a:pt x="4397" y="5812"/>
                  </a:cubicBezTo>
                  <a:lnTo>
                    <a:pt x="4638" y="6192"/>
                  </a:lnTo>
                  <a:cubicBezTo>
                    <a:pt x="4713" y="6303"/>
                    <a:pt x="4824" y="6377"/>
                    <a:pt x="4954" y="6405"/>
                  </a:cubicBezTo>
                  <a:cubicBezTo>
                    <a:pt x="4992" y="6413"/>
                    <a:pt x="5030" y="6418"/>
                    <a:pt x="5069" y="6418"/>
                  </a:cubicBezTo>
                  <a:cubicBezTo>
                    <a:pt x="5162" y="6418"/>
                    <a:pt x="5255" y="6393"/>
                    <a:pt x="5334" y="6340"/>
                  </a:cubicBezTo>
                  <a:cubicBezTo>
                    <a:pt x="5445" y="6266"/>
                    <a:pt x="5520" y="6155"/>
                    <a:pt x="5557" y="6025"/>
                  </a:cubicBezTo>
                  <a:cubicBezTo>
                    <a:pt x="5585" y="5895"/>
                    <a:pt x="5557" y="5756"/>
                    <a:pt x="5483" y="5645"/>
                  </a:cubicBezTo>
                  <a:lnTo>
                    <a:pt x="5241" y="5274"/>
                  </a:lnTo>
                  <a:cubicBezTo>
                    <a:pt x="5492" y="5032"/>
                    <a:pt x="5687" y="4754"/>
                    <a:pt x="5826" y="4439"/>
                  </a:cubicBezTo>
                  <a:lnTo>
                    <a:pt x="6262" y="4531"/>
                  </a:lnTo>
                  <a:cubicBezTo>
                    <a:pt x="6300" y="4541"/>
                    <a:pt x="6337" y="4545"/>
                    <a:pt x="6375" y="4545"/>
                  </a:cubicBezTo>
                  <a:cubicBezTo>
                    <a:pt x="6602" y="4545"/>
                    <a:pt x="6808" y="4382"/>
                    <a:pt x="6855" y="4151"/>
                  </a:cubicBezTo>
                  <a:cubicBezTo>
                    <a:pt x="6883" y="4021"/>
                    <a:pt x="6865" y="3891"/>
                    <a:pt x="6791" y="3771"/>
                  </a:cubicBezTo>
                  <a:cubicBezTo>
                    <a:pt x="6716" y="3659"/>
                    <a:pt x="6605" y="3585"/>
                    <a:pt x="6475" y="3557"/>
                  </a:cubicBezTo>
                  <a:lnTo>
                    <a:pt x="6039" y="3465"/>
                  </a:lnTo>
                  <a:cubicBezTo>
                    <a:pt x="6048" y="3121"/>
                    <a:pt x="5983" y="2787"/>
                    <a:pt x="5863" y="2463"/>
                  </a:cubicBezTo>
                  <a:lnTo>
                    <a:pt x="6234" y="2222"/>
                  </a:lnTo>
                  <a:cubicBezTo>
                    <a:pt x="6466" y="2073"/>
                    <a:pt x="6531" y="1767"/>
                    <a:pt x="6382" y="1535"/>
                  </a:cubicBezTo>
                  <a:cubicBezTo>
                    <a:pt x="6286" y="1385"/>
                    <a:pt x="6123" y="1301"/>
                    <a:pt x="5958" y="1301"/>
                  </a:cubicBezTo>
                  <a:cubicBezTo>
                    <a:pt x="5868" y="1301"/>
                    <a:pt x="5777" y="1325"/>
                    <a:pt x="5696" y="1377"/>
                  </a:cubicBezTo>
                  <a:lnTo>
                    <a:pt x="5316" y="1619"/>
                  </a:lnTo>
                  <a:cubicBezTo>
                    <a:pt x="5084" y="1377"/>
                    <a:pt x="4805" y="1183"/>
                    <a:pt x="4490" y="1043"/>
                  </a:cubicBezTo>
                  <a:lnTo>
                    <a:pt x="4583" y="607"/>
                  </a:lnTo>
                  <a:cubicBezTo>
                    <a:pt x="4638" y="338"/>
                    <a:pt x="4471" y="69"/>
                    <a:pt x="4202" y="14"/>
                  </a:cubicBezTo>
                  <a:cubicBezTo>
                    <a:pt x="4163" y="5"/>
                    <a:pt x="4124" y="0"/>
                    <a:pt x="40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0"/>
            <p:cNvSpPr/>
            <p:nvPr/>
          </p:nvSpPr>
          <p:spPr>
            <a:xfrm>
              <a:off x="6650396" y="2651907"/>
              <a:ext cx="191691" cy="189463"/>
            </a:xfrm>
            <a:custGeom>
              <a:avLst/>
              <a:gdLst/>
              <a:ahLst/>
              <a:cxnLst/>
              <a:rect l="l" t="t" r="r" b="b"/>
              <a:pathLst>
                <a:path w="3785" h="3741" extrusionOk="0">
                  <a:moveTo>
                    <a:pt x="1898" y="852"/>
                  </a:moveTo>
                  <a:cubicBezTo>
                    <a:pt x="2084" y="852"/>
                    <a:pt x="2272" y="902"/>
                    <a:pt x="2440" y="1008"/>
                  </a:cubicBezTo>
                  <a:cubicBezTo>
                    <a:pt x="2913" y="1314"/>
                    <a:pt x="3052" y="1945"/>
                    <a:pt x="2755" y="2418"/>
                  </a:cubicBezTo>
                  <a:cubicBezTo>
                    <a:pt x="2558" y="2723"/>
                    <a:pt x="2225" y="2889"/>
                    <a:pt x="1887" y="2889"/>
                  </a:cubicBezTo>
                  <a:cubicBezTo>
                    <a:pt x="1701" y="2889"/>
                    <a:pt x="1513" y="2839"/>
                    <a:pt x="1345" y="2733"/>
                  </a:cubicBezTo>
                  <a:cubicBezTo>
                    <a:pt x="872" y="2427"/>
                    <a:pt x="733" y="1796"/>
                    <a:pt x="1030" y="1323"/>
                  </a:cubicBezTo>
                  <a:cubicBezTo>
                    <a:pt x="1227" y="1018"/>
                    <a:pt x="1560" y="852"/>
                    <a:pt x="1898" y="852"/>
                  </a:cubicBezTo>
                  <a:close/>
                  <a:moveTo>
                    <a:pt x="1528" y="1"/>
                  </a:moveTo>
                  <a:cubicBezTo>
                    <a:pt x="1511" y="1"/>
                    <a:pt x="1493" y="2"/>
                    <a:pt x="1475" y="6"/>
                  </a:cubicBezTo>
                  <a:cubicBezTo>
                    <a:pt x="1345" y="34"/>
                    <a:pt x="1262" y="173"/>
                    <a:pt x="1289" y="303"/>
                  </a:cubicBezTo>
                  <a:lnTo>
                    <a:pt x="1345" y="572"/>
                  </a:lnTo>
                  <a:cubicBezTo>
                    <a:pt x="1169" y="646"/>
                    <a:pt x="993" y="767"/>
                    <a:pt x="853" y="915"/>
                  </a:cubicBezTo>
                  <a:lnTo>
                    <a:pt x="631" y="767"/>
                  </a:lnTo>
                  <a:cubicBezTo>
                    <a:pt x="588" y="740"/>
                    <a:pt x="541" y="728"/>
                    <a:pt x="494" y="728"/>
                  </a:cubicBezTo>
                  <a:cubicBezTo>
                    <a:pt x="409" y="728"/>
                    <a:pt x="326" y="769"/>
                    <a:pt x="278" y="841"/>
                  </a:cubicBezTo>
                  <a:cubicBezTo>
                    <a:pt x="204" y="961"/>
                    <a:pt x="241" y="1119"/>
                    <a:pt x="362" y="1193"/>
                  </a:cubicBezTo>
                  <a:lnTo>
                    <a:pt x="584" y="1332"/>
                  </a:lnTo>
                  <a:cubicBezTo>
                    <a:pt x="510" y="1527"/>
                    <a:pt x="473" y="1731"/>
                    <a:pt x="482" y="1926"/>
                  </a:cubicBezTo>
                  <a:lnTo>
                    <a:pt x="213" y="1982"/>
                  </a:lnTo>
                  <a:cubicBezTo>
                    <a:pt x="84" y="2019"/>
                    <a:pt x="0" y="2149"/>
                    <a:pt x="28" y="2288"/>
                  </a:cubicBezTo>
                  <a:cubicBezTo>
                    <a:pt x="52" y="2401"/>
                    <a:pt x="161" y="2479"/>
                    <a:pt x="274" y="2479"/>
                  </a:cubicBezTo>
                  <a:cubicBezTo>
                    <a:pt x="291" y="2479"/>
                    <a:pt x="308" y="2477"/>
                    <a:pt x="325" y="2473"/>
                  </a:cubicBezTo>
                  <a:lnTo>
                    <a:pt x="594" y="2418"/>
                  </a:lnTo>
                  <a:cubicBezTo>
                    <a:pt x="668" y="2594"/>
                    <a:pt x="779" y="2770"/>
                    <a:pt x="937" y="2909"/>
                  </a:cubicBezTo>
                  <a:lnTo>
                    <a:pt x="789" y="3132"/>
                  </a:lnTo>
                  <a:cubicBezTo>
                    <a:pt x="714" y="3253"/>
                    <a:pt x="751" y="3410"/>
                    <a:pt x="863" y="3485"/>
                  </a:cubicBezTo>
                  <a:cubicBezTo>
                    <a:pt x="905" y="3510"/>
                    <a:pt x="950" y="3523"/>
                    <a:pt x="995" y="3523"/>
                  </a:cubicBezTo>
                  <a:cubicBezTo>
                    <a:pt x="1078" y="3523"/>
                    <a:pt x="1158" y="3480"/>
                    <a:pt x="1206" y="3401"/>
                  </a:cubicBezTo>
                  <a:lnTo>
                    <a:pt x="1354" y="3179"/>
                  </a:lnTo>
                  <a:cubicBezTo>
                    <a:pt x="1530" y="3245"/>
                    <a:pt x="1712" y="3282"/>
                    <a:pt x="1889" y="3282"/>
                  </a:cubicBezTo>
                  <a:cubicBezTo>
                    <a:pt x="1909" y="3282"/>
                    <a:pt x="1928" y="3281"/>
                    <a:pt x="1948" y="3281"/>
                  </a:cubicBezTo>
                  <a:lnTo>
                    <a:pt x="2004" y="3550"/>
                  </a:lnTo>
                  <a:cubicBezTo>
                    <a:pt x="2036" y="3663"/>
                    <a:pt x="2139" y="3740"/>
                    <a:pt x="2250" y="3740"/>
                  </a:cubicBezTo>
                  <a:cubicBezTo>
                    <a:pt x="2267" y="3740"/>
                    <a:pt x="2284" y="3739"/>
                    <a:pt x="2301" y="3735"/>
                  </a:cubicBezTo>
                  <a:cubicBezTo>
                    <a:pt x="2440" y="3707"/>
                    <a:pt x="2523" y="3568"/>
                    <a:pt x="2495" y="3438"/>
                  </a:cubicBezTo>
                  <a:lnTo>
                    <a:pt x="2440" y="3169"/>
                  </a:lnTo>
                  <a:cubicBezTo>
                    <a:pt x="2616" y="3095"/>
                    <a:pt x="2783" y="2984"/>
                    <a:pt x="2922" y="2826"/>
                  </a:cubicBezTo>
                  <a:lnTo>
                    <a:pt x="3154" y="2974"/>
                  </a:lnTo>
                  <a:cubicBezTo>
                    <a:pt x="3197" y="3001"/>
                    <a:pt x="3243" y="3013"/>
                    <a:pt x="3288" y="3013"/>
                  </a:cubicBezTo>
                  <a:cubicBezTo>
                    <a:pt x="3371" y="3013"/>
                    <a:pt x="3449" y="2972"/>
                    <a:pt x="3497" y="2900"/>
                  </a:cubicBezTo>
                  <a:cubicBezTo>
                    <a:pt x="3572" y="2780"/>
                    <a:pt x="3544" y="2631"/>
                    <a:pt x="3423" y="2557"/>
                  </a:cubicBezTo>
                  <a:lnTo>
                    <a:pt x="3191" y="2409"/>
                  </a:lnTo>
                  <a:cubicBezTo>
                    <a:pt x="3275" y="2214"/>
                    <a:pt x="3312" y="2010"/>
                    <a:pt x="3303" y="1815"/>
                  </a:cubicBezTo>
                  <a:lnTo>
                    <a:pt x="3562" y="1759"/>
                  </a:lnTo>
                  <a:cubicBezTo>
                    <a:pt x="3701" y="1722"/>
                    <a:pt x="3785" y="1592"/>
                    <a:pt x="3757" y="1462"/>
                  </a:cubicBezTo>
                  <a:cubicBezTo>
                    <a:pt x="3733" y="1341"/>
                    <a:pt x="3624" y="1262"/>
                    <a:pt x="3511" y="1262"/>
                  </a:cubicBezTo>
                  <a:cubicBezTo>
                    <a:pt x="3494" y="1262"/>
                    <a:pt x="3477" y="1264"/>
                    <a:pt x="3460" y="1268"/>
                  </a:cubicBezTo>
                  <a:lnTo>
                    <a:pt x="3191" y="1323"/>
                  </a:lnTo>
                  <a:cubicBezTo>
                    <a:pt x="3117" y="1147"/>
                    <a:pt x="2996" y="980"/>
                    <a:pt x="2848" y="841"/>
                  </a:cubicBezTo>
                  <a:lnTo>
                    <a:pt x="2996" y="609"/>
                  </a:lnTo>
                  <a:cubicBezTo>
                    <a:pt x="3071" y="488"/>
                    <a:pt x="3034" y="340"/>
                    <a:pt x="2922" y="266"/>
                  </a:cubicBezTo>
                  <a:cubicBezTo>
                    <a:pt x="2878" y="238"/>
                    <a:pt x="2828" y="225"/>
                    <a:pt x="2779" y="225"/>
                  </a:cubicBezTo>
                  <a:cubicBezTo>
                    <a:pt x="2696" y="225"/>
                    <a:pt x="2616" y="264"/>
                    <a:pt x="2570" y="340"/>
                  </a:cubicBezTo>
                  <a:lnTo>
                    <a:pt x="2431" y="572"/>
                  </a:lnTo>
                  <a:cubicBezTo>
                    <a:pt x="2255" y="497"/>
                    <a:pt x="2072" y="459"/>
                    <a:pt x="1896" y="459"/>
                  </a:cubicBezTo>
                  <a:cubicBezTo>
                    <a:pt x="1876" y="459"/>
                    <a:pt x="1856" y="460"/>
                    <a:pt x="1837" y="460"/>
                  </a:cubicBezTo>
                  <a:lnTo>
                    <a:pt x="1781" y="201"/>
                  </a:lnTo>
                  <a:cubicBezTo>
                    <a:pt x="1749" y="80"/>
                    <a:pt x="1646" y="1"/>
                    <a:pt x="1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0"/>
            <p:cNvSpPr/>
            <p:nvPr/>
          </p:nvSpPr>
          <p:spPr>
            <a:xfrm>
              <a:off x="6647104" y="2648969"/>
              <a:ext cx="197364" cy="194933"/>
            </a:xfrm>
            <a:custGeom>
              <a:avLst/>
              <a:gdLst/>
              <a:ahLst/>
              <a:cxnLst/>
              <a:rect l="l" t="t" r="r" b="b"/>
              <a:pathLst>
                <a:path w="3897" h="3849" extrusionOk="0">
                  <a:moveTo>
                    <a:pt x="1957" y="964"/>
                  </a:moveTo>
                  <a:cubicBezTo>
                    <a:pt x="2143" y="964"/>
                    <a:pt x="2319" y="1010"/>
                    <a:pt x="2477" y="1112"/>
                  </a:cubicBezTo>
                  <a:cubicBezTo>
                    <a:pt x="2932" y="1400"/>
                    <a:pt x="3061" y="2003"/>
                    <a:pt x="2774" y="2448"/>
                  </a:cubicBezTo>
                  <a:cubicBezTo>
                    <a:pt x="2635" y="2671"/>
                    <a:pt x="2421" y="2819"/>
                    <a:pt x="2162" y="2875"/>
                  </a:cubicBezTo>
                  <a:cubicBezTo>
                    <a:pt x="2092" y="2890"/>
                    <a:pt x="2023" y="2898"/>
                    <a:pt x="1953" y="2898"/>
                  </a:cubicBezTo>
                  <a:cubicBezTo>
                    <a:pt x="1771" y="2898"/>
                    <a:pt x="1592" y="2846"/>
                    <a:pt x="1438" y="2745"/>
                  </a:cubicBezTo>
                  <a:cubicBezTo>
                    <a:pt x="1215" y="2606"/>
                    <a:pt x="1067" y="2392"/>
                    <a:pt x="1011" y="2133"/>
                  </a:cubicBezTo>
                  <a:cubicBezTo>
                    <a:pt x="956" y="1882"/>
                    <a:pt x="1002" y="1622"/>
                    <a:pt x="1141" y="1409"/>
                  </a:cubicBezTo>
                  <a:cubicBezTo>
                    <a:pt x="1280" y="1186"/>
                    <a:pt x="1494" y="1038"/>
                    <a:pt x="1744" y="982"/>
                  </a:cubicBezTo>
                  <a:cubicBezTo>
                    <a:pt x="1818" y="964"/>
                    <a:pt x="1893" y="964"/>
                    <a:pt x="1957" y="964"/>
                  </a:cubicBezTo>
                  <a:close/>
                  <a:moveTo>
                    <a:pt x="1959" y="853"/>
                  </a:moveTo>
                  <a:cubicBezTo>
                    <a:pt x="1881" y="853"/>
                    <a:pt x="1803" y="862"/>
                    <a:pt x="1726" y="880"/>
                  </a:cubicBezTo>
                  <a:cubicBezTo>
                    <a:pt x="1447" y="945"/>
                    <a:pt x="1206" y="1112"/>
                    <a:pt x="1058" y="1353"/>
                  </a:cubicBezTo>
                  <a:cubicBezTo>
                    <a:pt x="900" y="1595"/>
                    <a:pt x="844" y="1882"/>
                    <a:pt x="909" y="2160"/>
                  </a:cubicBezTo>
                  <a:cubicBezTo>
                    <a:pt x="974" y="2439"/>
                    <a:pt x="1141" y="2680"/>
                    <a:pt x="1382" y="2828"/>
                  </a:cubicBezTo>
                  <a:cubicBezTo>
                    <a:pt x="1549" y="2940"/>
                    <a:pt x="1753" y="3005"/>
                    <a:pt x="1957" y="3005"/>
                  </a:cubicBezTo>
                  <a:cubicBezTo>
                    <a:pt x="2032" y="3005"/>
                    <a:pt x="2106" y="2995"/>
                    <a:pt x="2189" y="2977"/>
                  </a:cubicBezTo>
                  <a:cubicBezTo>
                    <a:pt x="2468" y="2912"/>
                    <a:pt x="2709" y="2745"/>
                    <a:pt x="2857" y="2504"/>
                  </a:cubicBezTo>
                  <a:cubicBezTo>
                    <a:pt x="3182" y="2003"/>
                    <a:pt x="3034" y="1344"/>
                    <a:pt x="2533" y="1019"/>
                  </a:cubicBezTo>
                  <a:cubicBezTo>
                    <a:pt x="2359" y="912"/>
                    <a:pt x="2160" y="853"/>
                    <a:pt x="1959" y="853"/>
                  </a:cubicBezTo>
                  <a:close/>
                  <a:moveTo>
                    <a:pt x="1595" y="107"/>
                  </a:moveTo>
                  <a:cubicBezTo>
                    <a:pt x="1632" y="107"/>
                    <a:pt x="1672" y="117"/>
                    <a:pt x="1707" y="138"/>
                  </a:cubicBezTo>
                  <a:cubicBezTo>
                    <a:pt x="1753" y="166"/>
                    <a:pt x="1781" y="203"/>
                    <a:pt x="1791" y="259"/>
                  </a:cubicBezTo>
                  <a:lnTo>
                    <a:pt x="1855" y="565"/>
                  </a:lnTo>
                  <a:lnTo>
                    <a:pt x="1902" y="565"/>
                  </a:lnTo>
                  <a:cubicBezTo>
                    <a:pt x="2106" y="565"/>
                    <a:pt x="2291" y="593"/>
                    <a:pt x="2477" y="667"/>
                  </a:cubicBezTo>
                  <a:lnTo>
                    <a:pt x="2514" y="685"/>
                  </a:lnTo>
                  <a:lnTo>
                    <a:pt x="2681" y="416"/>
                  </a:lnTo>
                  <a:cubicBezTo>
                    <a:pt x="2709" y="370"/>
                    <a:pt x="2755" y="342"/>
                    <a:pt x="2811" y="333"/>
                  </a:cubicBezTo>
                  <a:cubicBezTo>
                    <a:pt x="2823" y="331"/>
                    <a:pt x="2835" y="329"/>
                    <a:pt x="2847" y="329"/>
                  </a:cubicBezTo>
                  <a:cubicBezTo>
                    <a:pt x="2885" y="329"/>
                    <a:pt x="2925" y="340"/>
                    <a:pt x="2959" y="361"/>
                  </a:cubicBezTo>
                  <a:cubicBezTo>
                    <a:pt x="3052" y="416"/>
                    <a:pt x="3080" y="537"/>
                    <a:pt x="3015" y="630"/>
                  </a:cubicBezTo>
                  <a:lnTo>
                    <a:pt x="2848" y="899"/>
                  </a:lnTo>
                  <a:lnTo>
                    <a:pt x="2876" y="927"/>
                  </a:lnTo>
                  <a:cubicBezTo>
                    <a:pt x="3024" y="1066"/>
                    <a:pt x="3136" y="1223"/>
                    <a:pt x="3210" y="1400"/>
                  </a:cubicBezTo>
                  <a:lnTo>
                    <a:pt x="3228" y="1446"/>
                  </a:lnTo>
                  <a:lnTo>
                    <a:pt x="3535" y="1372"/>
                  </a:lnTo>
                  <a:cubicBezTo>
                    <a:pt x="3548" y="1370"/>
                    <a:pt x="3562" y="1368"/>
                    <a:pt x="3575" y="1368"/>
                  </a:cubicBezTo>
                  <a:cubicBezTo>
                    <a:pt x="3613" y="1368"/>
                    <a:pt x="3648" y="1379"/>
                    <a:pt x="3683" y="1400"/>
                  </a:cubicBezTo>
                  <a:cubicBezTo>
                    <a:pt x="3729" y="1428"/>
                    <a:pt x="3757" y="1474"/>
                    <a:pt x="3776" y="1530"/>
                  </a:cubicBezTo>
                  <a:cubicBezTo>
                    <a:pt x="3785" y="1576"/>
                    <a:pt x="3776" y="1632"/>
                    <a:pt x="3748" y="1678"/>
                  </a:cubicBezTo>
                  <a:cubicBezTo>
                    <a:pt x="3720" y="1724"/>
                    <a:pt x="3674" y="1752"/>
                    <a:pt x="3618" y="1762"/>
                  </a:cubicBezTo>
                  <a:lnTo>
                    <a:pt x="3312" y="1826"/>
                  </a:lnTo>
                  <a:lnTo>
                    <a:pt x="3312" y="1873"/>
                  </a:lnTo>
                  <a:cubicBezTo>
                    <a:pt x="3321" y="2068"/>
                    <a:pt x="3284" y="2262"/>
                    <a:pt x="3210" y="2439"/>
                  </a:cubicBezTo>
                  <a:lnTo>
                    <a:pt x="3191" y="2485"/>
                  </a:lnTo>
                  <a:lnTo>
                    <a:pt x="3460" y="2652"/>
                  </a:lnTo>
                  <a:cubicBezTo>
                    <a:pt x="3507" y="2680"/>
                    <a:pt x="3535" y="2726"/>
                    <a:pt x="3553" y="2782"/>
                  </a:cubicBezTo>
                  <a:cubicBezTo>
                    <a:pt x="3562" y="2828"/>
                    <a:pt x="3553" y="2884"/>
                    <a:pt x="3525" y="2930"/>
                  </a:cubicBezTo>
                  <a:cubicBezTo>
                    <a:pt x="3484" y="2989"/>
                    <a:pt x="3421" y="3021"/>
                    <a:pt x="3357" y="3021"/>
                  </a:cubicBezTo>
                  <a:cubicBezTo>
                    <a:pt x="3320" y="3021"/>
                    <a:pt x="3281" y="3010"/>
                    <a:pt x="3247" y="2986"/>
                  </a:cubicBezTo>
                  <a:lnTo>
                    <a:pt x="2978" y="2819"/>
                  </a:lnTo>
                  <a:lnTo>
                    <a:pt x="2950" y="2847"/>
                  </a:lnTo>
                  <a:cubicBezTo>
                    <a:pt x="2820" y="2995"/>
                    <a:pt x="2663" y="3107"/>
                    <a:pt x="2477" y="3181"/>
                  </a:cubicBezTo>
                  <a:lnTo>
                    <a:pt x="2440" y="3199"/>
                  </a:lnTo>
                  <a:lnTo>
                    <a:pt x="2505" y="3506"/>
                  </a:lnTo>
                  <a:cubicBezTo>
                    <a:pt x="2514" y="3561"/>
                    <a:pt x="2514" y="3608"/>
                    <a:pt x="2477" y="3654"/>
                  </a:cubicBezTo>
                  <a:cubicBezTo>
                    <a:pt x="2449" y="3700"/>
                    <a:pt x="2412" y="3728"/>
                    <a:pt x="2356" y="3747"/>
                  </a:cubicBezTo>
                  <a:cubicBezTo>
                    <a:pt x="2342" y="3749"/>
                    <a:pt x="2329" y="3750"/>
                    <a:pt x="2316" y="3750"/>
                  </a:cubicBezTo>
                  <a:cubicBezTo>
                    <a:pt x="2278" y="3750"/>
                    <a:pt x="2243" y="3740"/>
                    <a:pt x="2208" y="3719"/>
                  </a:cubicBezTo>
                  <a:cubicBezTo>
                    <a:pt x="2162" y="3691"/>
                    <a:pt x="2134" y="3645"/>
                    <a:pt x="2124" y="3589"/>
                  </a:cubicBezTo>
                  <a:lnTo>
                    <a:pt x="2050" y="3283"/>
                  </a:lnTo>
                  <a:lnTo>
                    <a:pt x="2004" y="3283"/>
                  </a:lnTo>
                  <a:cubicBezTo>
                    <a:pt x="1984" y="3284"/>
                    <a:pt x="1965" y="3284"/>
                    <a:pt x="1945" y="3284"/>
                  </a:cubicBezTo>
                  <a:cubicBezTo>
                    <a:pt x="1772" y="3284"/>
                    <a:pt x="1605" y="3248"/>
                    <a:pt x="1438" y="3181"/>
                  </a:cubicBezTo>
                  <a:lnTo>
                    <a:pt x="1401" y="3162"/>
                  </a:lnTo>
                  <a:lnTo>
                    <a:pt x="1225" y="3431"/>
                  </a:lnTo>
                  <a:cubicBezTo>
                    <a:pt x="1188" y="3492"/>
                    <a:pt x="1124" y="3525"/>
                    <a:pt x="1058" y="3525"/>
                  </a:cubicBezTo>
                  <a:cubicBezTo>
                    <a:pt x="1023" y="3525"/>
                    <a:pt x="988" y="3516"/>
                    <a:pt x="956" y="3496"/>
                  </a:cubicBezTo>
                  <a:cubicBezTo>
                    <a:pt x="909" y="3468"/>
                    <a:pt x="881" y="3422"/>
                    <a:pt x="872" y="3366"/>
                  </a:cubicBezTo>
                  <a:cubicBezTo>
                    <a:pt x="854" y="3320"/>
                    <a:pt x="863" y="3264"/>
                    <a:pt x="891" y="3218"/>
                  </a:cubicBezTo>
                  <a:lnTo>
                    <a:pt x="1067" y="2949"/>
                  </a:lnTo>
                  <a:lnTo>
                    <a:pt x="1030" y="2921"/>
                  </a:lnTo>
                  <a:cubicBezTo>
                    <a:pt x="891" y="2791"/>
                    <a:pt x="779" y="2634"/>
                    <a:pt x="705" y="2448"/>
                  </a:cubicBezTo>
                  <a:lnTo>
                    <a:pt x="687" y="2411"/>
                  </a:lnTo>
                  <a:lnTo>
                    <a:pt x="380" y="2476"/>
                  </a:lnTo>
                  <a:cubicBezTo>
                    <a:pt x="364" y="2480"/>
                    <a:pt x="349" y="2482"/>
                    <a:pt x="333" y="2482"/>
                  </a:cubicBezTo>
                  <a:cubicBezTo>
                    <a:pt x="241" y="2482"/>
                    <a:pt x="163" y="2415"/>
                    <a:pt x="139" y="2327"/>
                  </a:cubicBezTo>
                  <a:cubicBezTo>
                    <a:pt x="121" y="2216"/>
                    <a:pt x="186" y="2114"/>
                    <a:pt x="288" y="2086"/>
                  </a:cubicBezTo>
                  <a:lnTo>
                    <a:pt x="603" y="2021"/>
                  </a:lnTo>
                  <a:lnTo>
                    <a:pt x="603" y="1975"/>
                  </a:lnTo>
                  <a:cubicBezTo>
                    <a:pt x="594" y="1780"/>
                    <a:pt x="622" y="1585"/>
                    <a:pt x="696" y="1409"/>
                  </a:cubicBezTo>
                  <a:lnTo>
                    <a:pt x="714" y="1372"/>
                  </a:lnTo>
                  <a:lnTo>
                    <a:pt x="445" y="1196"/>
                  </a:lnTo>
                  <a:cubicBezTo>
                    <a:pt x="408" y="1168"/>
                    <a:pt x="371" y="1121"/>
                    <a:pt x="362" y="1075"/>
                  </a:cubicBezTo>
                  <a:cubicBezTo>
                    <a:pt x="353" y="1019"/>
                    <a:pt x="362" y="964"/>
                    <a:pt x="390" y="927"/>
                  </a:cubicBezTo>
                  <a:cubicBezTo>
                    <a:pt x="426" y="866"/>
                    <a:pt x="494" y="833"/>
                    <a:pt x="560" y="833"/>
                  </a:cubicBezTo>
                  <a:cubicBezTo>
                    <a:pt x="595" y="833"/>
                    <a:pt x="630" y="842"/>
                    <a:pt x="659" y="862"/>
                  </a:cubicBezTo>
                  <a:lnTo>
                    <a:pt x="928" y="1038"/>
                  </a:lnTo>
                  <a:lnTo>
                    <a:pt x="956" y="1001"/>
                  </a:lnTo>
                  <a:cubicBezTo>
                    <a:pt x="1095" y="862"/>
                    <a:pt x="1252" y="750"/>
                    <a:pt x="1429" y="667"/>
                  </a:cubicBezTo>
                  <a:lnTo>
                    <a:pt x="1475" y="658"/>
                  </a:lnTo>
                  <a:lnTo>
                    <a:pt x="1401" y="342"/>
                  </a:lnTo>
                  <a:cubicBezTo>
                    <a:pt x="1392" y="296"/>
                    <a:pt x="1401" y="240"/>
                    <a:pt x="1429" y="194"/>
                  </a:cubicBezTo>
                  <a:cubicBezTo>
                    <a:pt x="1457" y="147"/>
                    <a:pt x="1503" y="120"/>
                    <a:pt x="1559" y="110"/>
                  </a:cubicBezTo>
                  <a:cubicBezTo>
                    <a:pt x="1570" y="108"/>
                    <a:pt x="1582" y="107"/>
                    <a:pt x="1595" y="107"/>
                  </a:cubicBezTo>
                  <a:close/>
                  <a:moveTo>
                    <a:pt x="1598" y="1"/>
                  </a:moveTo>
                  <a:cubicBezTo>
                    <a:pt x="1575" y="1"/>
                    <a:pt x="1553" y="3"/>
                    <a:pt x="1531" y="8"/>
                  </a:cubicBezTo>
                  <a:cubicBezTo>
                    <a:pt x="1457" y="27"/>
                    <a:pt x="1392" y="73"/>
                    <a:pt x="1345" y="138"/>
                  </a:cubicBezTo>
                  <a:cubicBezTo>
                    <a:pt x="1299" y="212"/>
                    <a:pt x="1290" y="287"/>
                    <a:pt x="1308" y="370"/>
                  </a:cubicBezTo>
                  <a:lnTo>
                    <a:pt x="1354" y="593"/>
                  </a:lnTo>
                  <a:cubicBezTo>
                    <a:pt x="1188" y="667"/>
                    <a:pt x="1039" y="769"/>
                    <a:pt x="918" y="899"/>
                  </a:cubicBezTo>
                  <a:lnTo>
                    <a:pt x="724" y="778"/>
                  </a:lnTo>
                  <a:cubicBezTo>
                    <a:pt x="673" y="744"/>
                    <a:pt x="614" y="728"/>
                    <a:pt x="556" y="728"/>
                  </a:cubicBezTo>
                  <a:cubicBezTo>
                    <a:pt x="457" y="728"/>
                    <a:pt x="359" y="777"/>
                    <a:pt x="306" y="871"/>
                  </a:cubicBezTo>
                  <a:cubicBezTo>
                    <a:pt x="213" y="1010"/>
                    <a:pt x="251" y="1196"/>
                    <a:pt x="399" y="1288"/>
                  </a:cubicBezTo>
                  <a:lnTo>
                    <a:pt x="585" y="1409"/>
                  </a:lnTo>
                  <a:cubicBezTo>
                    <a:pt x="529" y="1576"/>
                    <a:pt x="492" y="1752"/>
                    <a:pt x="492" y="1938"/>
                  </a:cubicBezTo>
                  <a:lnTo>
                    <a:pt x="269" y="1984"/>
                  </a:lnTo>
                  <a:cubicBezTo>
                    <a:pt x="102" y="2021"/>
                    <a:pt x="0" y="2188"/>
                    <a:pt x="37" y="2346"/>
                  </a:cubicBezTo>
                  <a:cubicBezTo>
                    <a:pt x="69" y="2490"/>
                    <a:pt x="198" y="2585"/>
                    <a:pt x="333" y="2585"/>
                  </a:cubicBezTo>
                  <a:cubicBezTo>
                    <a:pt x="355" y="2585"/>
                    <a:pt x="377" y="2583"/>
                    <a:pt x="399" y="2578"/>
                  </a:cubicBezTo>
                  <a:lnTo>
                    <a:pt x="622" y="2531"/>
                  </a:lnTo>
                  <a:cubicBezTo>
                    <a:pt x="696" y="2698"/>
                    <a:pt x="807" y="2838"/>
                    <a:pt x="928" y="2967"/>
                  </a:cubicBezTo>
                  <a:lnTo>
                    <a:pt x="807" y="3162"/>
                  </a:lnTo>
                  <a:cubicBezTo>
                    <a:pt x="761" y="3227"/>
                    <a:pt x="752" y="3311"/>
                    <a:pt x="770" y="3394"/>
                  </a:cubicBezTo>
                  <a:cubicBezTo>
                    <a:pt x="789" y="3468"/>
                    <a:pt x="835" y="3533"/>
                    <a:pt x="900" y="3580"/>
                  </a:cubicBezTo>
                  <a:cubicBezTo>
                    <a:pt x="949" y="3613"/>
                    <a:pt x="1004" y="3628"/>
                    <a:pt x="1059" y="3628"/>
                  </a:cubicBezTo>
                  <a:cubicBezTo>
                    <a:pt x="1159" y="3628"/>
                    <a:pt x="1257" y="3577"/>
                    <a:pt x="1317" y="3487"/>
                  </a:cubicBezTo>
                  <a:lnTo>
                    <a:pt x="1438" y="3292"/>
                  </a:lnTo>
                  <a:cubicBezTo>
                    <a:pt x="1596" y="3350"/>
                    <a:pt x="1755" y="3386"/>
                    <a:pt x="1913" y="3386"/>
                  </a:cubicBezTo>
                  <a:cubicBezTo>
                    <a:pt x="1931" y="3386"/>
                    <a:pt x="1949" y="3386"/>
                    <a:pt x="1967" y="3385"/>
                  </a:cubicBezTo>
                  <a:lnTo>
                    <a:pt x="2022" y="3617"/>
                  </a:lnTo>
                  <a:cubicBezTo>
                    <a:pt x="2032" y="3691"/>
                    <a:pt x="2078" y="3765"/>
                    <a:pt x="2152" y="3802"/>
                  </a:cubicBezTo>
                  <a:cubicBezTo>
                    <a:pt x="2199" y="3839"/>
                    <a:pt x="2254" y="3849"/>
                    <a:pt x="2310" y="3849"/>
                  </a:cubicBezTo>
                  <a:lnTo>
                    <a:pt x="2384" y="3849"/>
                  </a:lnTo>
                  <a:cubicBezTo>
                    <a:pt x="2458" y="3830"/>
                    <a:pt x="2523" y="3784"/>
                    <a:pt x="2570" y="3710"/>
                  </a:cubicBezTo>
                  <a:cubicBezTo>
                    <a:pt x="2616" y="3645"/>
                    <a:pt x="2625" y="3561"/>
                    <a:pt x="2607" y="3487"/>
                  </a:cubicBezTo>
                  <a:lnTo>
                    <a:pt x="2560" y="3255"/>
                  </a:lnTo>
                  <a:cubicBezTo>
                    <a:pt x="2727" y="3181"/>
                    <a:pt x="2876" y="3079"/>
                    <a:pt x="2996" y="2949"/>
                  </a:cubicBezTo>
                  <a:lnTo>
                    <a:pt x="3191" y="3079"/>
                  </a:lnTo>
                  <a:cubicBezTo>
                    <a:pt x="3241" y="3112"/>
                    <a:pt x="3297" y="3127"/>
                    <a:pt x="3353" y="3127"/>
                  </a:cubicBezTo>
                  <a:cubicBezTo>
                    <a:pt x="3454" y="3127"/>
                    <a:pt x="3555" y="3076"/>
                    <a:pt x="3609" y="2986"/>
                  </a:cubicBezTo>
                  <a:cubicBezTo>
                    <a:pt x="3655" y="2921"/>
                    <a:pt x="3674" y="2838"/>
                    <a:pt x="3655" y="2754"/>
                  </a:cubicBezTo>
                  <a:cubicBezTo>
                    <a:pt x="3637" y="2680"/>
                    <a:pt x="3590" y="2606"/>
                    <a:pt x="3516" y="2569"/>
                  </a:cubicBezTo>
                  <a:lnTo>
                    <a:pt x="3330" y="2439"/>
                  </a:lnTo>
                  <a:cubicBezTo>
                    <a:pt x="3386" y="2272"/>
                    <a:pt x="3423" y="2095"/>
                    <a:pt x="3423" y="1919"/>
                  </a:cubicBezTo>
                  <a:lnTo>
                    <a:pt x="3646" y="1864"/>
                  </a:lnTo>
                  <a:cubicBezTo>
                    <a:pt x="3720" y="1845"/>
                    <a:pt x="3794" y="1799"/>
                    <a:pt x="3831" y="1734"/>
                  </a:cubicBezTo>
                  <a:cubicBezTo>
                    <a:pt x="3878" y="1669"/>
                    <a:pt x="3896" y="1585"/>
                    <a:pt x="3878" y="1502"/>
                  </a:cubicBezTo>
                  <a:cubicBezTo>
                    <a:pt x="3859" y="1428"/>
                    <a:pt x="3813" y="1363"/>
                    <a:pt x="3748" y="1316"/>
                  </a:cubicBezTo>
                  <a:cubicBezTo>
                    <a:pt x="3690" y="1280"/>
                    <a:pt x="3627" y="1267"/>
                    <a:pt x="3567" y="1267"/>
                  </a:cubicBezTo>
                  <a:cubicBezTo>
                    <a:pt x="3550" y="1267"/>
                    <a:pt x="3533" y="1268"/>
                    <a:pt x="3516" y="1270"/>
                  </a:cubicBezTo>
                  <a:lnTo>
                    <a:pt x="3293" y="1326"/>
                  </a:lnTo>
                  <a:cubicBezTo>
                    <a:pt x="3219" y="1159"/>
                    <a:pt x="3108" y="1010"/>
                    <a:pt x="2987" y="880"/>
                  </a:cubicBezTo>
                  <a:lnTo>
                    <a:pt x="3108" y="685"/>
                  </a:lnTo>
                  <a:cubicBezTo>
                    <a:pt x="3201" y="546"/>
                    <a:pt x="3154" y="361"/>
                    <a:pt x="3015" y="268"/>
                  </a:cubicBezTo>
                  <a:cubicBezTo>
                    <a:pt x="2967" y="241"/>
                    <a:pt x="2910" y="224"/>
                    <a:pt x="2850" y="224"/>
                  </a:cubicBezTo>
                  <a:cubicBezTo>
                    <a:pt x="2828" y="224"/>
                    <a:pt x="2805" y="226"/>
                    <a:pt x="2783" y="231"/>
                  </a:cubicBezTo>
                  <a:cubicBezTo>
                    <a:pt x="2709" y="249"/>
                    <a:pt x="2644" y="296"/>
                    <a:pt x="2598" y="361"/>
                  </a:cubicBezTo>
                  <a:lnTo>
                    <a:pt x="2477" y="556"/>
                  </a:lnTo>
                  <a:cubicBezTo>
                    <a:pt x="2301" y="491"/>
                    <a:pt x="2124" y="463"/>
                    <a:pt x="1948" y="463"/>
                  </a:cubicBezTo>
                  <a:lnTo>
                    <a:pt x="1893" y="240"/>
                  </a:lnTo>
                  <a:cubicBezTo>
                    <a:pt x="1874" y="157"/>
                    <a:pt x="1828" y="92"/>
                    <a:pt x="1763" y="45"/>
                  </a:cubicBezTo>
                  <a:cubicBezTo>
                    <a:pt x="1715" y="18"/>
                    <a:pt x="1658" y="1"/>
                    <a:pt x="15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0"/>
            <p:cNvSpPr/>
            <p:nvPr/>
          </p:nvSpPr>
          <p:spPr>
            <a:xfrm>
              <a:off x="6548904" y="2480423"/>
              <a:ext cx="190780" cy="188501"/>
            </a:xfrm>
            <a:custGeom>
              <a:avLst/>
              <a:gdLst/>
              <a:ahLst/>
              <a:cxnLst/>
              <a:rect l="l" t="t" r="r" b="b"/>
              <a:pathLst>
                <a:path w="3767" h="3722" extrusionOk="0">
                  <a:moveTo>
                    <a:pt x="1881" y="849"/>
                  </a:moveTo>
                  <a:cubicBezTo>
                    <a:pt x="2069" y="849"/>
                    <a:pt x="2260" y="901"/>
                    <a:pt x="2431" y="1008"/>
                  </a:cubicBezTo>
                  <a:cubicBezTo>
                    <a:pt x="2895" y="1314"/>
                    <a:pt x="3034" y="1935"/>
                    <a:pt x="2737" y="2409"/>
                  </a:cubicBezTo>
                  <a:cubicBezTo>
                    <a:pt x="2547" y="2711"/>
                    <a:pt x="2220" y="2877"/>
                    <a:pt x="1885" y="2877"/>
                  </a:cubicBezTo>
                  <a:cubicBezTo>
                    <a:pt x="1697" y="2877"/>
                    <a:pt x="1506" y="2825"/>
                    <a:pt x="1336" y="2715"/>
                  </a:cubicBezTo>
                  <a:cubicBezTo>
                    <a:pt x="863" y="2418"/>
                    <a:pt x="724" y="1787"/>
                    <a:pt x="1030" y="1314"/>
                  </a:cubicBezTo>
                  <a:cubicBezTo>
                    <a:pt x="1220" y="1011"/>
                    <a:pt x="1546" y="849"/>
                    <a:pt x="1881" y="849"/>
                  </a:cubicBezTo>
                  <a:close/>
                  <a:moveTo>
                    <a:pt x="1526" y="1"/>
                  </a:moveTo>
                  <a:cubicBezTo>
                    <a:pt x="1509" y="1"/>
                    <a:pt x="1492" y="2"/>
                    <a:pt x="1475" y="6"/>
                  </a:cubicBezTo>
                  <a:cubicBezTo>
                    <a:pt x="1336" y="34"/>
                    <a:pt x="1253" y="173"/>
                    <a:pt x="1290" y="303"/>
                  </a:cubicBezTo>
                  <a:lnTo>
                    <a:pt x="1345" y="572"/>
                  </a:lnTo>
                  <a:cubicBezTo>
                    <a:pt x="1160" y="646"/>
                    <a:pt x="993" y="757"/>
                    <a:pt x="854" y="915"/>
                  </a:cubicBezTo>
                  <a:lnTo>
                    <a:pt x="631" y="767"/>
                  </a:lnTo>
                  <a:cubicBezTo>
                    <a:pt x="586" y="739"/>
                    <a:pt x="538" y="726"/>
                    <a:pt x="491" y="726"/>
                  </a:cubicBezTo>
                  <a:cubicBezTo>
                    <a:pt x="411" y="726"/>
                    <a:pt x="335" y="765"/>
                    <a:pt x="288" y="841"/>
                  </a:cubicBezTo>
                  <a:cubicBezTo>
                    <a:pt x="214" y="952"/>
                    <a:pt x="241" y="1110"/>
                    <a:pt x="362" y="1184"/>
                  </a:cubicBezTo>
                  <a:lnTo>
                    <a:pt x="585" y="1332"/>
                  </a:lnTo>
                  <a:cubicBezTo>
                    <a:pt x="510" y="1518"/>
                    <a:pt x="473" y="1722"/>
                    <a:pt x="483" y="1917"/>
                  </a:cubicBezTo>
                  <a:lnTo>
                    <a:pt x="223" y="1973"/>
                  </a:lnTo>
                  <a:cubicBezTo>
                    <a:pt x="84" y="2000"/>
                    <a:pt x="0" y="2140"/>
                    <a:pt x="28" y="2269"/>
                  </a:cubicBezTo>
                  <a:cubicBezTo>
                    <a:pt x="51" y="2386"/>
                    <a:pt x="153" y="2464"/>
                    <a:pt x="262" y="2464"/>
                  </a:cubicBezTo>
                  <a:cubicBezTo>
                    <a:pt x="283" y="2464"/>
                    <a:pt x="304" y="2461"/>
                    <a:pt x="325" y="2455"/>
                  </a:cubicBezTo>
                  <a:lnTo>
                    <a:pt x="594" y="2399"/>
                  </a:lnTo>
                  <a:cubicBezTo>
                    <a:pt x="668" y="2585"/>
                    <a:pt x="780" y="2752"/>
                    <a:pt x="928" y="2891"/>
                  </a:cubicBezTo>
                  <a:lnTo>
                    <a:pt x="789" y="3114"/>
                  </a:lnTo>
                  <a:cubicBezTo>
                    <a:pt x="715" y="3234"/>
                    <a:pt x="742" y="3383"/>
                    <a:pt x="863" y="3457"/>
                  </a:cubicBezTo>
                  <a:cubicBezTo>
                    <a:pt x="904" y="3484"/>
                    <a:pt x="952" y="3498"/>
                    <a:pt x="999" y="3498"/>
                  </a:cubicBezTo>
                  <a:cubicBezTo>
                    <a:pt x="1080" y="3498"/>
                    <a:pt x="1159" y="3459"/>
                    <a:pt x="1206" y="3383"/>
                  </a:cubicBezTo>
                  <a:lnTo>
                    <a:pt x="1355" y="3160"/>
                  </a:lnTo>
                  <a:cubicBezTo>
                    <a:pt x="1521" y="3227"/>
                    <a:pt x="1696" y="3263"/>
                    <a:pt x="1878" y="3263"/>
                  </a:cubicBezTo>
                  <a:cubicBezTo>
                    <a:pt x="1898" y="3263"/>
                    <a:pt x="1918" y="3263"/>
                    <a:pt x="1939" y="3262"/>
                  </a:cubicBezTo>
                  <a:lnTo>
                    <a:pt x="1995" y="3522"/>
                  </a:lnTo>
                  <a:cubicBezTo>
                    <a:pt x="2019" y="3643"/>
                    <a:pt x="2121" y="3722"/>
                    <a:pt x="2238" y="3722"/>
                  </a:cubicBezTo>
                  <a:cubicBezTo>
                    <a:pt x="2256" y="3722"/>
                    <a:pt x="2274" y="3720"/>
                    <a:pt x="2292" y="3717"/>
                  </a:cubicBezTo>
                  <a:cubicBezTo>
                    <a:pt x="2421" y="3679"/>
                    <a:pt x="2514" y="3550"/>
                    <a:pt x="2477" y="3420"/>
                  </a:cubicBezTo>
                  <a:lnTo>
                    <a:pt x="2421" y="3151"/>
                  </a:lnTo>
                  <a:cubicBezTo>
                    <a:pt x="2607" y="3076"/>
                    <a:pt x="2774" y="2965"/>
                    <a:pt x="2913" y="2807"/>
                  </a:cubicBezTo>
                  <a:lnTo>
                    <a:pt x="3136" y="2956"/>
                  </a:lnTo>
                  <a:cubicBezTo>
                    <a:pt x="3180" y="2983"/>
                    <a:pt x="3229" y="2997"/>
                    <a:pt x="3276" y="2997"/>
                  </a:cubicBezTo>
                  <a:cubicBezTo>
                    <a:pt x="3356" y="2997"/>
                    <a:pt x="3432" y="2958"/>
                    <a:pt x="3479" y="2882"/>
                  </a:cubicBezTo>
                  <a:cubicBezTo>
                    <a:pt x="3553" y="2770"/>
                    <a:pt x="3525" y="2613"/>
                    <a:pt x="3405" y="2538"/>
                  </a:cubicBezTo>
                  <a:lnTo>
                    <a:pt x="3182" y="2390"/>
                  </a:lnTo>
                  <a:cubicBezTo>
                    <a:pt x="3256" y="2204"/>
                    <a:pt x="3293" y="2000"/>
                    <a:pt x="3284" y="1806"/>
                  </a:cubicBezTo>
                  <a:lnTo>
                    <a:pt x="3544" y="1750"/>
                  </a:lnTo>
                  <a:cubicBezTo>
                    <a:pt x="3683" y="1722"/>
                    <a:pt x="3767" y="1583"/>
                    <a:pt x="3739" y="1453"/>
                  </a:cubicBezTo>
                  <a:cubicBezTo>
                    <a:pt x="3715" y="1336"/>
                    <a:pt x="3614" y="1259"/>
                    <a:pt x="3505" y="1259"/>
                  </a:cubicBezTo>
                  <a:cubicBezTo>
                    <a:pt x="3484" y="1259"/>
                    <a:pt x="3463" y="1262"/>
                    <a:pt x="3442" y="1268"/>
                  </a:cubicBezTo>
                  <a:lnTo>
                    <a:pt x="3173" y="1323"/>
                  </a:lnTo>
                  <a:cubicBezTo>
                    <a:pt x="3099" y="1138"/>
                    <a:pt x="2987" y="971"/>
                    <a:pt x="2830" y="832"/>
                  </a:cubicBezTo>
                  <a:lnTo>
                    <a:pt x="2978" y="609"/>
                  </a:lnTo>
                  <a:cubicBezTo>
                    <a:pt x="3052" y="488"/>
                    <a:pt x="3024" y="340"/>
                    <a:pt x="2904" y="266"/>
                  </a:cubicBezTo>
                  <a:cubicBezTo>
                    <a:pt x="2863" y="238"/>
                    <a:pt x="2815" y="225"/>
                    <a:pt x="2768" y="225"/>
                  </a:cubicBezTo>
                  <a:cubicBezTo>
                    <a:pt x="2687" y="225"/>
                    <a:pt x="2607" y="264"/>
                    <a:pt x="2561" y="340"/>
                  </a:cubicBezTo>
                  <a:lnTo>
                    <a:pt x="2412" y="563"/>
                  </a:lnTo>
                  <a:cubicBezTo>
                    <a:pt x="2245" y="496"/>
                    <a:pt x="2064" y="459"/>
                    <a:pt x="1887" y="459"/>
                  </a:cubicBezTo>
                  <a:cubicBezTo>
                    <a:pt x="1867" y="459"/>
                    <a:pt x="1847" y="460"/>
                    <a:pt x="1828" y="460"/>
                  </a:cubicBezTo>
                  <a:lnTo>
                    <a:pt x="1772" y="201"/>
                  </a:lnTo>
                  <a:cubicBezTo>
                    <a:pt x="1748" y="80"/>
                    <a:pt x="1639" y="1"/>
                    <a:pt x="15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0"/>
            <p:cNvSpPr/>
            <p:nvPr/>
          </p:nvSpPr>
          <p:spPr>
            <a:xfrm>
              <a:off x="6546068" y="2477941"/>
              <a:ext cx="196452" cy="193565"/>
            </a:xfrm>
            <a:custGeom>
              <a:avLst/>
              <a:gdLst/>
              <a:ahLst/>
              <a:cxnLst/>
              <a:rect l="l" t="t" r="r" b="b"/>
              <a:pathLst>
                <a:path w="3879" h="3822" extrusionOk="0">
                  <a:moveTo>
                    <a:pt x="1939" y="945"/>
                  </a:moveTo>
                  <a:cubicBezTo>
                    <a:pt x="2116" y="945"/>
                    <a:pt x="2301" y="1001"/>
                    <a:pt x="2459" y="1103"/>
                  </a:cubicBezTo>
                  <a:cubicBezTo>
                    <a:pt x="2904" y="1381"/>
                    <a:pt x="3034" y="1984"/>
                    <a:pt x="2747" y="2430"/>
                  </a:cubicBezTo>
                  <a:cubicBezTo>
                    <a:pt x="2563" y="2715"/>
                    <a:pt x="2253" y="2870"/>
                    <a:pt x="1938" y="2870"/>
                  </a:cubicBezTo>
                  <a:cubicBezTo>
                    <a:pt x="1760" y="2870"/>
                    <a:pt x="1580" y="2821"/>
                    <a:pt x="1420" y="2717"/>
                  </a:cubicBezTo>
                  <a:cubicBezTo>
                    <a:pt x="975" y="2430"/>
                    <a:pt x="845" y="1836"/>
                    <a:pt x="1132" y="1391"/>
                  </a:cubicBezTo>
                  <a:cubicBezTo>
                    <a:pt x="1309" y="1103"/>
                    <a:pt x="1624" y="945"/>
                    <a:pt x="1939" y="945"/>
                  </a:cubicBezTo>
                  <a:close/>
                  <a:moveTo>
                    <a:pt x="1941" y="844"/>
                  </a:moveTo>
                  <a:cubicBezTo>
                    <a:pt x="1863" y="844"/>
                    <a:pt x="1785" y="853"/>
                    <a:pt x="1708" y="871"/>
                  </a:cubicBezTo>
                  <a:cubicBezTo>
                    <a:pt x="1429" y="927"/>
                    <a:pt x="1197" y="1094"/>
                    <a:pt x="1040" y="1335"/>
                  </a:cubicBezTo>
                  <a:cubicBezTo>
                    <a:pt x="891" y="1576"/>
                    <a:pt x="836" y="1864"/>
                    <a:pt x="900" y="2142"/>
                  </a:cubicBezTo>
                  <a:cubicBezTo>
                    <a:pt x="956" y="2420"/>
                    <a:pt x="1123" y="2652"/>
                    <a:pt x="1364" y="2810"/>
                  </a:cubicBezTo>
                  <a:cubicBezTo>
                    <a:pt x="1541" y="2921"/>
                    <a:pt x="1735" y="2977"/>
                    <a:pt x="1939" y="2977"/>
                  </a:cubicBezTo>
                  <a:cubicBezTo>
                    <a:pt x="2014" y="2977"/>
                    <a:pt x="2088" y="2968"/>
                    <a:pt x="2171" y="2949"/>
                  </a:cubicBezTo>
                  <a:cubicBezTo>
                    <a:pt x="2440" y="2894"/>
                    <a:pt x="2682" y="2727"/>
                    <a:pt x="2839" y="2485"/>
                  </a:cubicBezTo>
                  <a:cubicBezTo>
                    <a:pt x="3155" y="1994"/>
                    <a:pt x="3006" y="1326"/>
                    <a:pt x="2515" y="1010"/>
                  </a:cubicBezTo>
                  <a:cubicBezTo>
                    <a:pt x="2340" y="903"/>
                    <a:pt x="2142" y="844"/>
                    <a:pt x="1941" y="844"/>
                  </a:cubicBezTo>
                  <a:close/>
                  <a:moveTo>
                    <a:pt x="1592" y="104"/>
                  </a:moveTo>
                  <a:cubicBezTo>
                    <a:pt x="1682" y="104"/>
                    <a:pt x="1758" y="165"/>
                    <a:pt x="1782" y="259"/>
                  </a:cubicBezTo>
                  <a:lnTo>
                    <a:pt x="1847" y="565"/>
                  </a:lnTo>
                  <a:lnTo>
                    <a:pt x="1893" y="565"/>
                  </a:lnTo>
                  <a:cubicBezTo>
                    <a:pt x="1916" y="564"/>
                    <a:pt x="1939" y="563"/>
                    <a:pt x="1962" y="563"/>
                  </a:cubicBezTo>
                  <a:cubicBezTo>
                    <a:pt x="2126" y="563"/>
                    <a:pt x="2295" y="593"/>
                    <a:pt x="2450" y="658"/>
                  </a:cubicBezTo>
                  <a:lnTo>
                    <a:pt x="2496" y="676"/>
                  </a:lnTo>
                  <a:lnTo>
                    <a:pt x="2663" y="417"/>
                  </a:lnTo>
                  <a:cubicBezTo>
                    <a:pt x="2691" y="370"/>
                    <a:pt x="2737" y="342"/>
                    <a:pt x="2784" y="324"/>
                  </a:cubicBezTo>
                  <a:cubicBezTo>
                    <a:pt x="2798" y="322"/>
                    <a:pt x="2811" y="320"/>
                    <a:pt x="2824" y="320"/>
                  </a:cubicBezTo>
                  <a:cubicBezTo>
                    <a:pt x="2862" y="320"/>
                    <a:pt x="2897" y="331"/>
                    <a:pt x="2932" y="352"/>
                  </a:cubicBezTo>
                  <a:cubicBezTo>
                    <a:pt x="2978" y="380"/>
                    <a:pt x="3006" y="426"/>
                    <a:pt x="3016" y="472"/>
                  </a:cubicBezTo>
                  <a:cubicBezTo>
                    <a:pt x="3025" y="528"/>
                    <a:pt x="3016" y="584"/>
                    <a:pt x="2988" y="621"/>
                  </a:cubicBezTo>
                  <a:lnTo>
                    <a:pt x="2821" y="890"/>
                  </a:lnTo>
                  <a:lnTo>
                    <a:pt x="2858" y="918"/>
                  </a:lnTo>
                  <a:cubicBezTo>
                    <a:pt x="2997" y="1057"/>
                    <a:pt x="3108" y="1214"/>
                    <a:pt x="3183" y="1391"/>
                  </a:cubicBezTo>
                  <a:lnTo>
                    <a:pt x="3201" y="1428"/>
                  </a:lnTo>
                  <a:lnTo>
                    <a:pt x="3507" y="1363"/>
                  </a:lnTo>
                  <a:cubicBezTo>
                    <a:pt x="3519" y="1361"/>
                    <a:pt x="3531" y="1360"/>
                    <a:pt x="3543" y="1360"/>
                  </a:cubicBezTo>
                  <a:cubicBezTo>
                    <a:pt x="3634" y="1360"/>
                    <a:pt x="3723" y="1421"/>
                    <a:pt x="3739" y="1511"/>
                  </a:cubicBezTo>
                  <a:cubicBezTo>
                    <a:pt x="3767" y="1623"/>
                    <a:pt x="3693" y="1725"/>
                    <a:pt x="3591" y="1743"/>
                  </a:cubicBezTo>
                  <a:lnTo>
                    <a:pt x="3285" y="1817"/>
                  </a:lnTo>
                  <a:lnTo>
                    <a:pt x="3285" y="1855"/>
                  </a:lnTo>
                  <a:cubicBezTo>
                    <a:pt x="3294" y="2049"/>
                    <a:pt x="3257" y="2244"/>
                    <a:pt x="3183" y="2420"/>
                  </a:cubicBezTo>
                  <a:lnTo>
                    <a:pt x="3173" y="2467"/>
                  </a:lnTo>
                  <a:lnTo>
                    <a:pt x="3433" y="2634"/>
                  </a:lnTo>
                  <a:cubicBezTo>
                    <a:pt x="3479" y="2662"/>
                    <a:pt x="3507" y="2708"/>
                    <a:pt x="3516" y="2754"/>
                  </a:cubicBezTo>
                  <a:cubicBezTo>
                    <a:pt x="3535" y="2810"/>
                    <a:pt x="3526" y="2856"/>
                    <a:pt x="3498" y="2903"/>
                  </a:cubicBezTo>
                  <a:cubicBezTo>
                    <a:pt x="3470" y="2949"/>
                    <a:pt x="3424" y="2977"/>
                    <a:pt x="3368" y="2986"/>
                  </a:cubicBezTo>
                  <a:cubicBezTo>
                    <a:pt x="3356" y="2989"/>
                    <a:pt x="3344" y="2990"/>
                    <a:pt x="3332" y="2990"/>
                  </a:cubicBezTo>
                  <a:cubicBezTo>
                    <a:pt x="3294" y="2990"/>
                    <a:pt x="3254" y="2979"/>
                    <a:pt x="3220" y="2959"/>
                  </a:cubicBezTo>
                  <a:lnTo>
                    <a:pt x="2960" y="2792"/>
                  </a:lnTo>
                  <a:lnTo>
                    <a:pt x="2923" y="2829"/>
                  </a:lnTo>
                  <a:cubicBezTo>
                    <a:pt x="2793" y="2968"/>
                    <a:pt x="2635" y="3079"/>
                    <a:pt x="2459" y="3153"/>
                  </a:cubicBezTo>
                  <a:lnTo>
                    <a:pt x="2422" y="3172"/>
                  </a:lnTo>
                  <a:lnTo>
                    <a:pt x="2487" y="3478"/>
                  </a:lnTo>
                  <a:cubicBezTo>
                    <a:pt x="2505" y="3580"/>
                    <a:pt x="2440" y="3691"/>
                    <a:pt x="2338" y="3710"/>
                  </a:cubicBezTo>
                  <a:cubicBezTo>
                    <a:pt x="2322" y="3714"/>
                    <a:pt x="2306" y="3716"/>
                    <a:pt x="2291" y="3716"/>
                  </a:cubicBezTo>
                  <a:cubicBezTo>
                    <a:pt x="2199" y="3716"/>
                    <a:pt x="2121" y="3649"/>
                    <a:pt x="2097" y="3561"/>
                  </a:cubicBezTo>
                  <a:lnTo>
                    <a:pt x="2032" y="3255"/>
                  </a:lnTo>
                  <a:lnTo>
                    <a:pt x="1995" y="3255"/>
                  </a:lnTo>
                  <a:cubicBezTo>
                    <a:pt x="1975" y="3256"/>
                    <a:pt x="1956" y="3257"/>
                    <a:pt x="1936" y="3257"/>
                  </a:cubicBezTo>
                  <a:cubicBezTo>
                    <a:pt x="1761" y="3257"/>
                    <a:pt x="1588" y="3220"/>
                    <a:pt x="1429" y="3153"/>
                  </a:cubicBezTo>
                  <a:lnTo>
                    <a:pt x="1392" y="3144"/>
                  </a:lnTo>
                  <a:lnTo>
                    <a:pt x="1216" y="3404"/>
                  </a:lnTo>
                  <a:cubicBezTo>
                    <a:pt x="1179" y="3464"/>
                    <a:pt x="1115" y="3497"/>
                    <a:pt x="1049" y="3497"/>
                  </a:cubicBezTo>
                  <a:cubicBezTo>
                    <a:pt x="1015" y="3497"/>
                    <a:pt x="979" y="3488"/>
                    <a:pt x="947" y="3469"/>
                  </a:cubicBezTo>
                  <a:cubicBezTo>
                    <a:pt x="900" y="3441"/>
                    <a:pt x="873" y="3395"/>
                    <a:pt x="863" y="3339"/>
                  </a:cubicBezTo>
                  <a:cubicBezTo>
                    <a:pt x="854" y="3292"/>
                    <a:pt x="863" y="3237"/>
                    <a:pt x="891" y="3190"/>
                  </a:cubicBezTo>
                  <a:lnTo>
                    <a:pt x="1058" y="2931"/>
                  </a:lnTo>
                  <a:lnTo>
                    <a:pt x="1021" y="2903"/>
                  </a:lnTo>
                  <a:cubicBezTo>
                    <a:pt x="882" y="2764"/>
                    <a:pt x="771" y="2606"/>
                    <a:pt x="696" y="2430"/>
                  </a:cubicBezTo>
                  <a:lnTo>
                    <a:pt x="678" y="2393"/>
                  </a:lnTo>
                  <a:lnTo>
                    <a:pt x="372" y="2458"/>
                  </a:lnTo>
                  <a:cubicBezTo>
                    <a:pt x="360" y="2460"/>
                    <a:pt x="348" y="2461"/>
                    <a:pt x="336" y="2461"/>
                  </a:cubicBezTo>
                  <a:cubicBezTo>
                    <a:pt x="245" y="2461"/>
                    <a:pt x="156" y="2399"/>
                    <a:pt x="140" y="2309"/>
                  </a:cubicBezTo>
                  <a:cubicBezTo>
                    <a:pt x="112" y="2198"/>
                    <a:pt x="186" y="2096"/>
                    <a:pt x="288" y="2068"/>
                  </a:cubicBezTo>
                  <a:lnTo>
                    <a:pt x="594" y="2003"/>
                  </a:lnTo>
                  <a:lnTo>
                    <a:pt x="594" y="1957"/>
                  </a:lnTo>
                  <a:cubicBezTo>
                    <a:pt x="585" y="1771"/>
                    <a:pt x="622" y="1576"/>
                    <a:pt x="696" y="1400"/>
                  </a:cubicBezTo>
                  <a:lnTo>
                    <a:pt x="706" y="1354"/>
                  </a:lnTo>
                  <a:lnTo>
                    <a:pt x="446" y="1187"/>
                  </a:lnTo>
                  <a:cubicBezTo>
                    <a:pt x="353" y="1131"/>
                    <a:pt x="325" y="1010"/>
                    <a:pt x="381" y="918"/>
                  </a:cubicBezTo>
                  <a:cubicBezTo>
                    <a:pt x="409" y="871"/>
                    <a:pt x="455" y="843"/>
                    <a:pt x="511" y="834"/>
                  </a:cubicBezTo>
                  <a:cubicBezTo>
                    <a:pt x="527" y="828"/>
                    <a:pt x="545" y="825"/>
                    <a:pt x="563" y="825"/>
                  </a:cubicBezTo>
                  <a:cubicBezTo>
                    <a:pt x="595" y="825"/>
                    <a:pt x="629" y="835"/>
                    <a:pt x="659" y="853"/>
                  </a:cubicBezTo>
                  <a:lnTo>
                    <a:pt x="919" y="1029"/>
                  </a:lnTo>
                  <a:lnTo>
                    <a:pt x="947" y="992"/>
                  </a:lnTo>
                  <a:cubicBezTo>
                    <a:pt x="1086" y="853"/>
                    <a:pt x="1244" y="741"/>
                    <a:pt x="1420" y="667"/>
                  </a:cubicBezTo>
                  <a:lnTo>
                    <a:pt x="1457" y="649"/>
                  </a:lnTo>
                  <a:lnTo>
                    <a:pt x="1392" y="342"/>
                  </a:lnTo>
                  <a:cubicBezTo>
                    <a:pt x="1374" y="240"/>
                    <a:pt x="1439" y="129"/>
                    <a:pt x="1541" y="111"/>
                  </a:cubicBezTo>
                  <a:cubicBezTo>
                    <a:pt x="1558" y="106"/>
                    <a:pt x="1575" y="104"/>
                    <a:pt x="1592" y="104"/>
                  </a:cubicBezTo>
                  <a:close/>
                  <a:moveTo>
                    <a:pt x="1588" y="1"/>
                  </a:moveTo>
                  <a:cubicBezTo>
                    <a:pt x="1566" y="1"/>
                    <a:pt x="1544" y="3"/>
                    <a:pt x="1522" y="9"/>
                  </a:cubicBezTo>
                  <a:cubicBezTo>
                    <a:pt x="1364" y="46"/>
                    <a:pt x="1253" y="203"/>
                    <a:pt x="1290" y="361"/>
                  </a:cubicBezTo>
                  <a:lnTo>
                    <a:pt x="1346" y="584"/>
                  </a:lnTo>
                  <a:cubicBezTo>
                    <a:pt x="1179" y="658"/>
                    <a:pt x="1030" y="760"/>
                    <a:pt x="910" y="890"/>
                  </a:cubicBezTo>
                  <a:lnTo>
                    <a:pt x="715" y="769"/>
                  </a:lnTo>
                  <a:cubicBezTo>
                    <a:pt x="671" y="738"/>
                    <a:pt x="618" y="723"/>
                    <a:pt x="562" y="723"/>
                  </a:cubicBezTo>
                  <a:cubicBezTo>
                    <a:pt x="536" y="723"/>
                    <a:pt x="509" y="726"/>
                    <a:pt x="483" y="732"/>
                  </a:cubicBezTo>
                  <a:cubicBezTo>
                    <a:pt x="409" y="741"/>
                    <a:pt x="344" y="797"/>
                    <a:pt x="297" y="862"/>
                  </a:cubicBezTo>
                  <a:cubicBezTo>
                    <a:pt x="205" y="1001"/>
                    <a:pt x="251" y="1187"/>
                    <a:pt x="390" y="1279"/>
                  </a:cubicBezTo>
                  <a:lnTo>
                    <a:pt x="585" y="1400"/>
                  </a:lnTo>
                  <a:cubicBezTo>
                    <a:pt x="520" y="1567"/>
                    <a:pt x="483" y="1743"/>
                    <a:pt x="492" y="1920"/>
                  </a:cubicBezTo>
                  <a:lnTo>
                    <a:pt x="270" y="1966"/>
                  </a:lnTo>
                  <a:cubicBezTo>
                    <a:pt x="103" y="2003"/>
                    <a:pt x="1" y="2170"/>
                    <a:pt x="38" y="2328"/>
                  </a:cubicBezTo>
                  <a:cubicBezTo>
                    <a:pt x="70" y="2472"/>
                    <a:pt x="191" y="2567"/>
                    <a:pt x="325" y="2567"/>
                  </a:cubicBezTo>
                  <a:cubicBezTo>
                    <a:pt x="347" y="2567"/>
                    <a:pt x="368" y="2565"/>
                    <a:pt x="390" y="2560"/>
                  </a:cubicBezTo>
                  <a:lnTo>
                    <a:pt x="622" y="2513"/>
                  </a:lnTo>
                  <a:cubicBezTo>
                    <a:pt x="687" y="2671"/>
                    <a:pt x="789" y="2819"/>
                    <a:pt x="919" y="2949"/>
                  </a:cubicBezTo>
                  <a:lnTo>
                    <a:pt x="798" y="3135"/>
                  </a:lnTo>
                  <a:cubicBezTo>
                    <a:pt x="752" y="3209"/>
                    <a:pt x="743" y="3283"/>
                    <a:pt x="761" y="3367"/>
                  </a:cubicBezTo>
                  <a:cubicBezTo>
                    <a:pt x="780" y="3441"/>
                    <a:pt x="826" y="3506"/>
                    <a:pt x="891" y="3552"/>
                  </a:cubicBezTo>
                  <a:cubicBezTo>
                    <a:pt x="940" y="3585"/>
                    <a:pt x="996" y="3600"/>
                    <a:pt x="1050" y="3600"/>
                  </a:cubicBezTo>
                  <a:cubicBezTo>
                    <a:pt x="1150" y="3600"/>
                    <a:pt x="1249" y="3549"/>
                    <a:pt x="1309" y="3459"/>
                  </a:cubicBezTo>
                  <a:lnTo>
                    <a:pt x="1429" y="3265"/>
                  </a:lnTo>
                  <a:cubicBezTo>
                    <a:pt x="1596" y="3330"/>
                    <a:pt x="1772" y="3357"/>
                    <a:pt x="1949" y="3357"/>
                  </a:cubicBezTo>
                  <a:lnTo>
                    <a:pt x="2004" y="3580"/>
                  </a:lnTo>
                  <a:cubicBezTo>
                    <a:pt x="2032" y="3728"/>
                    <a:pt x="2153" y="3821"/>
                    <a:pt x="2292" y="3821"/>
                  </a:cubicBezTo>
                  <a:cubicBezTo>
                    <a:pt x="2320" y="3821"/>
                    <a:pt x="2338" y="3821"/>
                    <a:pt x="2357" y="3812"/>
                  </a:cubicBezTo>
                  <a:cubicBezTo>
                    <a:pt x="2524" y="3775"/>
                    <a:pt x="2626" y="3617"/>
                    <a:pt x="2589" y="3459"/>
                  </a:cubicBezTo>
                  <a:lnTo>
                    <a:pt x="2542" y="3237"/>
                  </a:lnTo>
                  <a:cubicBezTo>
                    <a:pt x="2700" y="3163"/>
                    <a:pt x="2849" y="3061"/>
                    <a:pt x="2978" y="2931"/>
                  </a:cubicBezTo>
                  <a:lnTo>
                    <a:pt x="3164" y="3051"/>
                  </a:lnTo>
                  <a:cubicBezTo>
                    <a:pt x="3215" y="3083"/>
                    <a:pt x="3265" y="3097"/>
                    <a:pt x="3319" y="3097"/>
                  </a:cubicBezTo>
                  <a:cubicBezTo>
                    <a:pt x="3344" y="3097"/>
                    <a:pt x="3369" y="3094"/>
                    <a:pt x="3396" y="3088"/>
                  </a:cubicBezTo>
                  <a:cubicBezTo>
                    <a:pt x="3470" y="3079"/>
                    <a:pt x="3544" y="3023"/>
                    <a:pt x="3581" y="2959"/>
                  </a:cubicBezTo>
                  <a:cubicBezTo>
                    <a:pt x="3674" y="2819"/>
                    <a:pt x="3628" y="2634"/>
                    <a:pt x="3489" y="2541"/>
                  </a:cubicBezTo>
                  <a:lnTo>
                    <a:pt x="3303" y="2420"/>
                  </a:lnTo>
                  <a:cubicBezTo>
                    <a:pt x="3359" y="2253"/>
                    <a:pt x="3396" y="2077"/>
                    <a:pt x="3396" y="1901"/>
                  </a:cubicBezTo>
                  <a:lnTo>
                    <a:pt x="3619" y="1855"/>
                  </a:lnTo>
                  <a:cubicBezTo>
                    <a:pt x="3776" y="1817"/>
                    <a:pt x="3878" y="1650"/>
                    <a:pt x="3841" y="1493"/>
                  </a:cubicBezTo>
                  <a:cubicBezTo>
                    <a:pt x="3809" y="1349"/>
                    <a:pt x="3688" y="1253"/>
                    <a:pt x="3554" y="1253"/>
                  </a:cubicBezTo>
                  <a:cubicBezTo>
                    <a:pt x="3532" y="1253"/>
                    <a:pt x="3510" y="1256"/>
                    <a:pt x="3489" y="1261"/>
                  </a:cubicBezTo>
                  <a:lnTo>
                    <a:pt x="3266" y="1307"/>
                  </a:lnTo>
                  <a:cubicBezTo>
                    <a:pt x="3192" y="1150"/>
                    <a:pt x="3090" y="1001"/>
                    <a:pt x="2960" y="871"/>
                  </a:cubicBezTo>
                  <a:lnTo>
                    <a:pt x="3080" y="686"/>
                  </a:lnTo>
                  <a:cubicBezTo>
                    <a:pt x="3127" y="612"/>
                    <a:pt x="3136" y="537"/>
                    <a:pt x="3127" y="454"/>
                  </a:cubicBezTo>
                  <a:cubicBezTo>
                    <a:pt x="3108" y="380"/>
                    <a:pt x="3062" y="315"/>
                    <a:pt x="2988" y="268"/>
                  </a:cubicBezTo>
                  <a:cubicBezTo>
                    <a:pt x="2943" y="237"/>
                    <a:pt x="2890" y="222"/>
                    <a:pt x="2837" y="222"/>
                  </a:cubicBezTo>
                  <a:cubicBezTo>
                    <a:pt x="2813" y="222"/>
                    <a:pt x="2789" y="225"/>
                    <a:pt x="2765" y="231"/>
                  </a:cubicBezTo>
                  <a:cubicBezTo>
                    <a:pt x="2682" y="240"/>
                    <a:pt x="2617" y="296"/>
                    <a:pt x="2580" y="361"/>
                  </a:cubicBezTo>
                  <a:lnTo>
                    <a:pt x="2450" y="556"/>
                  </a:lnTo>
                  <a:cubicBezTo>
                    <a:pt x="2300" y="498"/>
                    <a:pt x="2142" y="462"/>
                    <a:pt x="1984" y="462"/>
                  </a:cubicBezTo>
                  <a:cubicBezTo>
                    <a:pt x="1966" y="462"/>
                    <a:pt x="1948" y="462"/>
                    <a:pt x="1930" y="463"/>
                  </a:cubicBezTo>
                  <a:lnTo>
                    <a:pt x="1884" y="240"/>
                  </a:lnTo>
                  <a:cubicBezTo>
                    <a:pt x="1852" y="97"/>
                    <a:pt x="1723" y="1"/>
                    <a:pt x="15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73E65F23-935D-998A-502C-F6D61BC63EE9}"/>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329C17FE-52A5-9C5E-0875-2A24F74561F8}"/>
              </a:ext>
            </a:extLst>
          </p:cNvPr>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Challenge</a:t>
            </a:r>
            <a:endParaRPr dirty="0"/>
          </a:p>
        </p:txBody>
      </p:sp>
      <p:sp>
        <p:nvSpPr>
          <p:cNvPr id="1290" name="Google Shape;1290;p28">
            <a:extLst>
              <a:ext uri="{FF2B5EF4-FFF2-40B4-BE49-F238E27FC236}">
                <a16:creationId xmlns:a16="http://schemas.microsoft.com/office/drawing/2014/main" id="{9D62695E-2EFA-B930-A95E-D18B1BED5ABE}"/>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grpSp>
        <p:nvGrpSpPr>
          <p:cNvPr id="1291" name="Google Shape;1291;p28">
            <a:extLst>
              <a:ext uri="{FF2B5EF4-FFF2-40B4-BE49-F238E27FC236}">
                <a16:creationId xmlns:a16="http://schemas.microsoft.com/office/drawing/2014/main" id="{62F881C1-F822-266A-8974-9CE5C5606B4A}"/>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3543EF2B-4912-5A03-75F9-26C0B72F8904}"/>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7326CC4C-A4F9-D7AE-0680-ED51BFB4E351}"/>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8B2DDD2C-9DD2-3A0F-629B-EE49A74970AE}"/>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7E0E5B42-1992-FB54-4D3C-77B933669ECC}"/>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70AD0FD5-6443-EEB7-D36A-6EB2A0378422}"/>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72165B22-1731-EE3C-E43C-4E551E2393E7}"/>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7A317F58-84E9-4306-7FFA-38C51FC16E40}"/>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66E8FEF3-5E21-B854-9E3A-65A0D690E0A2}"/>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58A37092-F726-C2F5-88AB-A870BC7A5477}"/>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4FFC2616-27FD-E7B1-FF2D-23BD921C102C}"/>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DA8D742A-4CAB-07A5-7B2F-DD901FFB9185}"/>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036BA484-9F45-2FB3-333B-B0F8D44C9DD3}"/>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42C8127A-4D0E-D572-9AB7-C9F2A049CF9B}"/>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70823AC1-ED64-3A6E-A32F-F906B28ED54D}"/>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1E333B1E-FE14-3E40-8959-CF4A8DB6D589}"/>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01A0E8C2-C7EB-5C1C-6F9B-C1487AC581E9}"/>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8791839E-B763-D50A-3DAF-8556F31FAFE1}"/>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7E464FBC-E896-FA1E-B219-ADBA7752A8EE}"/>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1368A5DD-FCC4-4ACB-62B4-CEC4661A6D2C}"/>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09C1E5E9-8225-8AAB-51DC-7EB86965C458}"/>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B6C70873-477C-83DC-A315-8DE69110E89B}"/>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D4EDFC90-D3FA-EC45-6EA0-FE340F6E22AF}"/>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453937BD-5DD6-19E8-D22E-6A8919703FCC}"/>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68E529BD-33CE-825F-EACF-B8BB6191DBAD}"/>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0A5ACAB5-4E65-15CC-A26C-2A2F533B7D88}"/>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EF5FE79D-0CB3-565D-D611-E423B7414BC2}"/>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A0F5F26F-5A84-E793-FC2F-41A9F93689AD}"/>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7A1479CF-E594-000A-3338-FE7B33502E32}"/>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9C66E869-7851-E082-6077-A06F79E813FF}"/>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41FD288D-2091-7660-79A0-A939B7E5173C}"/>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2E17042F-14A9-2FDF-A44F-678656CCEED8}"/>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DEBF6606-CF65-467C-A2CC-A2AF9804B7AA}"/>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818055D0-C11C-B886-01ED-5B46094B2F0D}"/>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88275642-FFEF-1C5E-BE98-35266CBFED9E}"/>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F9FCCBAE-4884-F1B9-72F2-5EA5C181CE96}"/>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89F8593A-6A1F-06F4-210E-18AB37DA205B}"/>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6AF93BCD-8F96-1BAB-C9FD-23F4CFAF3410}"/>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F4B77AEF-F19E-F416-DCA8-D3C08ADBC606}"/>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975FFAA2-BC9B-85F0-0541-6C998BB504FC}"/>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CDCD85D8-EEE5-18ED-EA74-C461BFB9BE9B}"/>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E4E6C560-5295-2C9C-EAB8-67FB11970E46}"/>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E5357EF9-B746-8149-153C-B75EFC73CCAF}"/>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B1E497B1-6307-A294-4E68-853AC5F83729}"/>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3B4E0215-E6E5-D851-2EB4-47E2BF224958}"/>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B59DA353-FE07-BCB4-2839-CC58FFD1790F}"/>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D536EA8D-7829-ADB7-9CA8-682F2D46B425}"/>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5FC92C73-31D5-9802-F0BE-E382115F53F2}"/>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CF0725BE-5959-9D7E-4131-D4B03D156E58}"/>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D916585F-9D81-6612-57AA-C2D40F700206}"/>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0B6CEDFF-0BE8-E933-E0A8-B0E9F53E3433}"/>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B0E4E204-0C05-AE1A-F00B-1041FC84617E}"/>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8BEAD30A-48DE-5B65-0E6A-D9FEDA4121D0}"/>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8131A112-5A4C-E2FF-67B3-89A959DB2EF5}"/>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D5E737D7-10AA-3EE1-5DCC-3CC002512319}"/>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4DBF1857-9E36-ABFC-4A42-C72E33174529}"/>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1D831FA9-1B91-5E0E-EA5C-25AB9705C5F7}"/>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DA40369C-7E74-049C-6784-15195ED462C5}"/>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C97D317F-275A-8C60-763E-68E95DC1D3E6}"/>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73A3F153-2DF9-9522-F8EB-E0638F843958}"/>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36685EBA-C281-F5E5-866E-FBDA0AA451DD}"/>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61D8DC06-DEC7-0245-C814-7560386E5A08}"/>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D10E87E5-5FA2-792C-E119-D71F5439E53E}"/>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D2374A82-57B0-C83D-B8F8-1F805C051B1B}"/>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FD5B99E2-9052-A72A-31D3-6038CB863095}"/>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621A1815-5E3D-6AD1-DEE0-CBBF36F89B5B}"/>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2E625310-F537-0C6A-43FD-FD3C7341A980}"/>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9E1696F7-CB1F-2A52-F4AB-AAB377F3518C}"/>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AF16BD6E-1DFF-67B0-C4A0-CF69B12B9418}"/>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01599A25-FCBC-8916-549A-D1454D30DD38}"/>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36E4E3CD-6812-45C7-1743-C622EEC661D6}"/>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4A90FDED-A2C6-959B-97CC-7AB78A0D5C10}"/>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0D41C3E4-5B7F-8E71-0671-A79360146368}"/>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936A1FEB-0F77-194D-1ECF-1BFECB77FEA9}"/>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24FD4F60-8A06-5B91-B721-8CD756877D61}"/>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747AA399-8FAA-FC75-F397-2E72A29C92C6}"/>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CB31F6AB-C686-6D18-D3B5-B8B246C5049A}"/>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2787B994-6D26-4853-8C9D-4AE933EEEB84}"/>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2FF408C7-EEB0-C6AE-C896-9101563F4808}"/>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C395661F-BD20-D203-E8C7-7735550278E4}"/>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39C72296-98B2-6D4E-D958-8B8EC6166988}"/>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8E3FD1E8-B425-E7C6-5692-8A54BFF5E166}"/>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C3A16B2A-740B-5FA5-8C24-22BE9031181F}"/>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0E664B34-C0A9-7BCC-C040-2B953E441154}"/>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E946C23B-A776-90E5-AF39-498DB2DCB146}"/>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30452613-D7F2-B971-A937-C746821AC7EF}"/>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B9032B85-3BDC-2F39-2CE7-19360DA7283F}"/>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0565AEA8-D8B3-33B1-AFCB-0366884D3A89}"/>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177C73D0-6A2F-9568-1A97-C67B82BAB20E}"/>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275D090F-7860-A77E-2BB2-DD120BE9F1F8}"/>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5C262066-FDE7-0ED6-C992-9FF0128BD569}"/>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66C72181-6DF6-CA87-6AFA-9A28A7024042}"/>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02FD3B25-B33E-26E8-A663-4E324277ED56}"/>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12A1F219-B43B-BC37-115E-5158138794B2}"/>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33A26588-03D6-0E2E-0536-D00CDE1D648E}"/>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3E31BA83-36A7-0BF9-9487-D65ACE5C061C}"/>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F3E2CF92-B2C5-25EF-DBB3-395C868BA777}"/>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8B9583F8-CAC8-3102-E9AD-5233BDCB2C7B}"/>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94713DE0-61AF-AF50-7FA2-1EDE78E685D2}"/>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01E4519E-10EE-F075-A5D0-DB50525644AC}"/>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D1FDC4A3-1C7B-61CD-B646-D43127256D07}"/>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46BFC014-9A49-4B93-CAFB-A00BED04F4B2}"/>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36CF1A9B-62FB-386D-2A64-24EF8B6B4F0F}"/>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A7832B4E-9BE7-EA60-1B63-D49C1BBE0E95}"/>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5B5C8846-F57A-BE3A-4B46-39ABBA3EDD1D}"/>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74D370DC-855F-15BD-2A00-FF3A77298A35}"/>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0CBA540B-8915-8354-E8F9-BC21F53FC2B1}"/>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A33DF8C4-A301-61A2-51B6-70E0639270D4}"/>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F4CB338E-73DD-5724-D881-838D28AA4512}"/>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39A8BFC5-1AD4-C045-6EBF-BE4D9693B0FE}"/>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7603C218-B76C-15BA-4C87-14397EFFE190}"/>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ABA1149C-0D07-1502-91F9-1377DF504068}"/>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083332F6-70C3-C068-6A46-B567C39DEFB6}"/>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5898EDB3-3EB2-C9F8-A67A-5E9D25A87888}"/>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F5D0D113-29EC-DBB0-E1C7-34B7561D6C25}"/>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5BFD6126-96ED-AC0C-6490-A7FEEAF3C73E}"/>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DDF9855C-2407-B62C-B1F2-7857B38E52FB}"/>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399E9C2F-404E-26A2-BC1B-784E145ED9B3}"/>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A56A2970-A8BA-937A-8F56-9DD5F02DB226}"/>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DA432193-2278-76DB-FB7F-1E3D39C88CCD}"/>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782FA58C-53AE-65C3-8575-F097E5031EAE}"/>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6B9B00C9-A208-4510-2B73-2F41AF0AC91B}"/>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16E676E7-318A-C1F4-5EB0-F7EA304674B6}"/>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7EDCBF24-9665-2ADF-58AD-C3AEDA7A1644}"/>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ED301DCE-A805-FBEF-F8F3-C5865E147700}"/>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2004F223-C7C5-30F6-557A-7490BB354A88}"/>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8BC317BD-7D49-6AFE-6E54-C54B5071F382}"/>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C3EFB6F1-1585-B604-FD53-7127B1233773}"/>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DF8ECBAB-7C73-D963-7797-685073E4BC94}"/>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54601EB9-5395-02FC-276C-FCF0603FFDEF}"/>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7C8C2865-CA80-7231-CA90-27FD64E771AB}"/>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E6509B7D-8270-6512-24C1-BA274FC8C29F}"/>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24FCE71F-056A-73B1-6A65-F69A009792BF}"/>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E35F0B8A-39A6-48E3-F08D-E37C750471B4}"/>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62188E04-F5F5-767B-25DB-30E4A27D0502}"/>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EE068549-F472-3F9C-3B20-09F9E67262DE}"/>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FBF52025-7EC6-983C-F37B-FD60B393D681}"/>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212BB2AB-2B53-C327-3CEC-C5DD758BB402}"/>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54AD411C-7181-34D7-95E5-AC4B61FD264B}"/>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C5557F5C-2D2C-36B6-627E-E32EE31DF0F2}"/>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D96E7934-202D-10B5-5141-F256BABD5105}"/>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5190374D-FA50-BE00-0392-0D53BD1CFDFE}"/>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0DAD291A-0A70-5B43-EBC9-35ED50D45F54}"/>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95190BBB-EE64-7A0C-FF92-C1C60A6CD927}"/>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49937D08-F22A-C360-7868-50946FB9B801}"/>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23C34D0D-E445-32C5-D2AD-8101EC43923E}"/>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B80C748B-7E7C-F90F-C4D4-CC85F54B0BE3}"/>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5B5E507F-9660-FB82-C8C1-94653058F88E}"/>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199132BD-7128-EBF5-490B-916553413008}"/>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EC8F596C-2A96-39E6-00D7-E495790B06EE}"/>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8EBBD164-32FB-785E-A7C2-5D75D2A75203}"/>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2C10BC5E-C292-DCC4-A9AE-A57C5BEB19D8}"/>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64D5D117-4561-CDFD-F618-10707FD0B239}"/>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6A2DCCC3-3A6A-1760-33FE-7CDE724CF9A8}"/>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AC51EE66-4FBC-7B54-D45B-25E7FFB57A31}"/>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B2A5B134-68FE-B078-1944-AD7B44E6440C}"/>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ADED5E13-C9D1-4152-B1FC-C2AF351B91A0}"/>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66FC55FB-F5D2-E3ED-0C1C-51807F9A0CB1}"/>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5E090584-241F-86BD-13F6-FD5168CDAB8C}"/>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B052475B-B4CC-05E0-1FBA-2FD3D47BE129}"/>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8FEDAF6D-91A6-C92D-D42E-95504B02BBA3}"/>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7007761D-24FF-1380-B2A5-B8AA4562B910}"/>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C7C0ED56-2FF1-93E5-C6DB-FD4811898E21}"/>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A2028C48-45C8-B04D-8DA5-58424ED67526}"/>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C733790C-E584-EECB-7694-3DEA4B7D20D1}"/>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E1E7742E-A182-1F75-1340-EE3C1B352E3E}"/>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41353683-FBAC-DF72-E930-34C328EB0316}"/>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354C611B-0365-6FFE-77A7-9ECEA49CDC03}"/>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91A85474-5921-9854-4279-B0C520250AA8}"/>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C67BEC9F-0D49-857A-66AA-F5596DBD1D3B}"/>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5859F12D-903F-0FA3-4269-1EACBCC95A5C}"/>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112E6A56-DF81-5258-40CF-630EB26A7DC9}"/>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99C831AE-5389-5ECB-FE19-75CE4ACD43EE}"/>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D4D2BD8F-2A87-0914-720D-6DB1155862BF}"/>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68B9C5FF-E5E0-C2F9-94FB-A59E11B84876}"/>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019EF1CB-20D1-FE04-1378-9F1E7BB0D5A1}"/>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5C9B8BD4-3485-C9AC-0DAB-3DBC71E73A7F}"/>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45153611-2C8B-0E1E-C5A4-3D5E5199AAB9}"/>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9A848375-DDB7-3F92-8466-44B4E559CF16}"/>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FF5CAC13-A872-1F91-6943-D98203AE1B84}"/>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5E380EB8-DF33-ABBF-FC9E-CCD1A9F7FE0A}"/>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359C730A-C0D3-C709-7F23-2E82869C1700}"/>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EA36DD56-9083-5663-4F26-8FF56E06E3F3}"/>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0A5F35E2-1B93-66DC-E0F3-E20AA3696E1B}"/>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58595B63-F412-23EA-9CDB-BF9431458FCE}"/>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BFC390F1-9402-9FD9-9E7F-7B79B3A9D3D3}"/>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903B6D48-8023-A8F1-70BF-1B6412CB5E8D}"/>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6D8F6766-F185-A311-6878-ADED526FD380}"/>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664A4118-2061-4AA0-296A-E2A39FA7F84F}"/>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3E3E6B14-94F5-3A22-C689-E56AFEDF9F61}"/>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A0A6BAEF-DF64-5BCB-12A4-E926B4C86667}"/>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8A94F70F-E623-18A0-8817-EA7CEF7AF4DD}"/>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902777AB-4CB8-B77F-249C-9A7BD4A6CEA3}"/>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64B58835-8148-2D8D-C487-20EFB528DDAE}"/>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A52264B7-B785-BF04-201F-1E77B1EE3106}"/>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A8112E4D-BA36-1D4D-E97A-4FEF7C3BFB3D}"/>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075693B4-354E-CDA9-69C5-AA76793A9786}"/>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33295318-6A03-5691-5E67-EB10982DED6A}"/>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55FC38C2-FA4F-CE79-7495-45A76B2704D0}"/>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D37197BE-5ED3-C9AD-2F02-761E4F49F214}"/>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B8024F65-2AD8-90AC-CCDF-0BB512B9B0DF}"/>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CC110FD2-1D8D-843B-7526-AA9353ACA13D}"/>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5D043004-8BF9-032F-2AE9-ADFF40919FFB}"/>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3B05B7F8-4469-AECB-70EA-3D52F09A75B3}"/>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77972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8"/>
        <p:cNvGrpSpPr/>
        <p:nvPr/>
      </p:nvGrpSpPr>
      <p:grpSpPr>
        <a:xfrm>
          <a:off x="0" y="0"/>
          <a:ext cx="0" cy="0"/>
          <a:chOff x="0" y="0"/>
          <a:chExt cx="0" cy="0"/>
        </a:xfrm>
      </p:grpSpPr>
      <p:sp>
        <p:nvSpPr>
          <p:cNvPr id="1500" name="Google Shape;1500;p29"/>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Your Challenge</a:t>
            </a:r>
            <a:endParaRPr dirty="0"/>
          </a:p>
        </p:txBody>
      </p:sp>
      <p:sp>
        <p:nvSpPr>
          <p:cNvPr id="1501" name="Google Shape;1501;p29"/>
          <p:cNvSpPr txBox="1">
            <a:spLocks noGrp="1"/>
          </p:cNvSpPr>
          <p:nvPr>
            <p:ph type="subTitle" idx="1"/>
          </p:nvPr>
        </p:nvSpPr>
        <p:spPr>
          <a:xfrm>
            <a:off x="216599" y="1477815"/>
            <a:ext cx="6151640" cy="1664700"/>
          </a:xfrm>
          <a:prstGeom prst="rect">
            <a:avLst/>
          </a:prstGeom>
        </p:spPr>
        <p:txBody>
          <a:bodyPr spcFirstLastPara="1" wrap="square" lIns="91425" tIns="91425" rIns="91425" bIns="91425" anchor="t" anchorCtr="0">
            <a:noAutofit/>
          </a:bodyPr>
          <a:lstStyle/>
          <a:p>
            <a:r>
              <a:rPr lang="en-CA" dirty="0"/>
              <a:t>	In this hackathon, you will design and build a proof-of-concept agentic AI solution using IBM </a:t>
            </a:r>
            <a:r>
              <a:rPr lang="en-CA" dirty="0" err="1"/>
              <a:t>watsonx</a:t>
            </a:r>
            <a:r>
              <a:rPr lang="en-CA" dirty="0"/>
              <a:t> products — a series of no-code and low-code products designed to orchestrate AI agents across business workflows. With </a:t>
            </a:r>
            <a:r>
              <a:rPr lang="en-CA" dirty="0" err="1"/>
              <a:t>watsonx</a:t>
            </a:r>
            <a:r>
              <a:rPr lang="en-CA" dirty="0"/>
              <a:t>, you can create, deploy, and manage intelligent agents and assistants that automate tasks, streamline processes, and enhance productivity.</a:t>
            </a:r>
          </a:p>
        </p:txBody>
      </p:sp>
      <p:sp>
        <p:nvSpPr>
          <p:cNvPr id="1502" name="Google Shape;1502;p29"/>
          <p:cNvSpPr txBox="1">
            <a:spLocks noGrp="1"/>
          </p:cNvSpPr>
          <p:nvPr>
            <p:ph type="subTitle" idx="2"/>
          </p:nvPr>
        </p:nvSpPr>
        <p:spPr>
          <a:xfrm>
            <a:off x="699713" y="2882297"/>
            <a:ext cx="5909359" cy="1664700"/>
          </a:xfrm>
          <a:prstGeom prst="rect">
            <a:avLst/>
          </a:prstGeom>
        </p:spPr>
        <p:txBody>
          <a:bodyPr spcFirstLastPara="1" wrap="square" lIns="91425" tIns="91425" rIns="91425" bIns="91425" anchor="t" anchorCtr="0">
            <a:noAutofit/>
          </a:bodyPr>
          <a:lstStyle/>
          <a:p>
            <a:pPr marL="0" indent="0"/>
            <a:r>
              <a:rPr lang="en" dirty="0"/>
              <a:t>In groups of 4-5, we invite you to explore </a:t>
            </a:r>
            <a:r>
              <a:rPr lang="en-CA" dirty="0"/>
              <a:t>creating </a:t>
            </a:r>
            <a:r>
              <a:rPr lang="en-US" dirty="0"/>
              <a:t>an AI-powered solution that transforms how organizations work, make decisions, or solve real-world problems in Newfoundland &amp; Labrador. Your project must use at least one IBM </a:t>
            </a:r>
            <a:r>
              <a:rPr lang="en-US" dirty="0" err="1"/>
              <a:t>watsonx</a:t>
            </a:r>
            <a:r>
              <a:rPr lang="en-US" dirty="0"/>
              <a:t> service—and your imagination is the only limit.</a:t>
            </a:r>
          </a:p>
          <a:p>
            <a:pPr marL="0" indent="0"/>
            <a:endParaRPr lang="en-US" b="1" dirty="0"/>
          </a:p>
          <a:p>
            <a:pPr marL="0" indent="0"/>
            <a:r>
              <a:rPr lang="en-US" dirty="0"/>
              <a:t>You must solve</a:t>
            </a:r>
            <a:r>
              <a:rPr lang="en-CA" dirty="0"/>
              <a:t> a business challenge in industries such as Ocean, Defense, Energy/Utilities, Mining, Manufacturing. Optional: Other sectors if justified.</a:t>
            </a:r>
            <a:endParaRPr lang="en-CA" b="1" dirty="0"/>
          </a:p>
          <a:p>
            <a:pPr marL="0" indent="0"/>
            <a:endParaRPr lang="en-CA" b="1" dirty="0"/>
          </a:p>
          <a:p>
            <a:pPr marL="0" lvl="0" indent="0" algn="l" rtl="0">
              <a:spcBef>
                <a:spcPts val="0"/>
              </a:spcBef>
              <a:spcAft>
                <a:spcPts val="0"/>
              </a:spcAft>
              <a:buNone/>
            </a:pPr>
            <a:endParaRPr dirty="0"/>
          </a:p>
        </p:txBody>
      </p:sp>
      <p:grpSp>
        <p:nvGrpSpPr>
          <p:cNvPr id="1504" name="Google Shape;1504;p29"/>
          <p:cNvGrpSpPr/>
          <p:nvPr/>
        </p:nvGrpSpPr>
        <p:grpSpPr>
          <a:xfrm>
            <a:off x="7225068" y="3582212"/>
            <a:ext cx="1155488" cy="930983"/>
            <a:chOff x="7225068" y="3582212"/>
            <a:chExt cx="1155488" cy="930983"/>
          </a:xfrm>
        </p:grpSpPr>
        <p:grpSp>
          <p:nvGrpSpPr>
            <p:cNvPr id="1505" name="Google Shape;1505;p29"/>
            <p:cNvGrpSpPr/>
            <p:nvPr/>
          </p:nvGrpSpPr>
          <p:grpSpPr>
            <a:xfrm>
              <a:off x="8190795" y="3582212"/>
              <a:ext cx="189761" cy="189761"/>
              <a:chOff x="5448853" y="3419595"/>
              <a:chExt cx="78736" cy="78736"/>
            </a:xfrm>
          </p:grpSpPr>
          <p:sp>
            <p:nvSpPr>
              <p:cNvPr id="1506" name="Google Shape;1506;p29"/>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p:cNvGrpSpPr/>
          <p:nvPr/>
        </p:nvGrpSpPr>
        <p:grpSpPr>
          <a:xfrm>
            <a:off x="6959933" y="2357479"/>
            <a:ext cx="1298848" cy="1015848"/>
            <a:chOff x="781983" y="2939892"/>
            <a:chExt cx="1298848" cy="1015848"/>
          </a:xfrm>
        </p:grpSpPr>
        <p:sp>
          <p:nvSpPr>
            <p:cNvPr id="1516" name="Google Shape;1516;p29"/>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9"/>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p:cNvGrpSpPr/>
          <p:nvPr/>
        </p:nvGrpSpPr>
        <p:grpSpPr>
          <a:xfrm>
            <a:off x="6414297" y="1204526"/>
            <a:ext cx="1469314" cy="944106"/>
            <a:chOff x="5423018" y="1213448"/>
            <a:chExt cx="1203665" cy="773414"/>
          </a:xfrm>
        </p:grpSpPr>
        <p:sp>
          <p:nvSpPr>
            <p:cNvPr id="1545" name="Google Shape;1545;p29"/>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9"/>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D73AE03D-84E9-C50B-372C-524696BB58A9}"/>
            </a:ext>
          </a:extLst>
        </p:cNvPr>
        <p:cNvGrpSpPr/>
        <p:nvPr/>
      </p:nvGrpSpPr>
      <p:grpSpPr>
        <a:xfrm>
          <a:off x="0" y="0"/>
          <a:ext cx="0" cy="0"/>
          <a:chOff x="0" y="0"/>
          <a:chExt cx="0" cy="0"/>
        </a:xfrm>
      </p:grpSpPr>
      <p:sp>
        <p:nvSpPr>
          <p:cNvPr id="1500" name="Google Shape;1500;p29">
            <a:extLst>
              <a:ext uri="{FF2B5EF4-FFF2-40B4-BE49-F238E27FC236}">
                <a16:creationId xmlns:a16="http://schemas.microsoft.com/office/drawing/2014/main" id="{A9AAD98C-0621-311D-5949-A169047F6C02}"/>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Submission Deadline</a:t>
            </a:r>
            <a:endParaRPr dirty="0"/>
          </a:p>
        </p:txBody>
      </p:sp>
      <p:sp>
        <p:nvSpPr>
          <p:cNvPr id="1501" name="Google Shape;1501;p29">
            <a:extLst>
              <a:ext uri="{FF2B5EF4-FFF2-40B4-BE49-F238E27FC236}">
                <a16:creationId xmlns:a16="http://schemas.microsoft.com/office/drawing/2014/main" id="{1D9EB1A0-1E17-F850-E0D6-B3B18EEB8733}"/>
              </a:ext>
            </a:extLst>
          </p:cNvPr>
          <p:cNvSpPr txBox="1">
            <a:spLocks noGrp="1"/>
          </p:cNvSpPr>
          <p:nvPr>
            <p:ph type="subTitle" idx="1"/>
          </p:nvPr>
        </p:nvSpPr>
        <p:spPr>
          <a:xfrm>
            <a:off x="320206" y="1203720"/>
            <a:ext cx="6151640" cy="3592115"/>
          </a:xfrm>
          <a:prstGeom prst="rect">
            <a:avLst/>
          </a:prstGeom>
        </p:spPr>
        <p:txBody>
          <a:bodyPr spcFirstLastPara="1" wrap="square" lIns="91425" tIns="91425" rIns="91425" bIns="91425" anchor="t" anchorCtr="0">
            <a:noAutofit/>
          </a:bodyPr>
          <a:lstStyle/>
          <a:p>
            <a:r>
              <a:rPr lang="en-CA" dirty="0"/>
              <a:t>Video Submissions are due on Sunday May 31</a:t>
            </a:r>
            <a:r>
              <a:rPr lang="en-CA" baseline="30000" dirty="0"/>
              <a:t>st</a:t>
            </a:r>
            <a:r>
              <a:rPr lang="en-CA" dirty="0"/>
              <a:t>, 2026 11am NST</a:t>
            </a:r>
          </a:p>
          <a:p>
            <a:endParaRPr lang="en-CA" dirty="0"/>
          </a:p>
          <a:p>
            <a:pPr>
              <a:buFont typeface="Arial" panose="020B0604020202020204" pitchFamily="34" charset="0"/>
              <a:buChar char="•"/>
            </a:pPr>
            <a:r>
              <a:rPr lang="en-CA" dirty="0"/>
              <a:t>3-5 minutes long outlining your solution</a:t>
            </a:r>
          </a:p>
          <a:p>
            <a:endParaRPr lang="en-CA" dirty="0"/>
          </a:p>
          <a:p>
            <a:endParaRPr lang="en-CA" dirty="0"/>
          </a:p>
          <a:p>
            <a:r>
              <a:rPr lang="en-CA" dirty="0"/>
              <a:t>Judging Panel </a:t>
            </a:r>
          </a:p>
          <a:p>
            <a:endParaRPr lang="en-CA" dirty="0"/>
          </a:p>
          <a:p>
            <a:pPr>
              <a:buFont typeface="Arial" panose="020B0604020202020204" pitchFamily="34" charset="0"/>
              <a:buChar char="•"/>
            </a:pPr>
            <a:r>
              <a:rPr lang="en-CA" dirty="0"/>
              <a:t>Syed Faruk (Memorial PhD Candidate - Computer Science) </a:t>
            </a:r>
          </a:p>
          <a:p>
            <a:pPr>
              <a:buFont typeface="Arial" panose="020B0604020202020204" pitchFamily="34" charset="0"/>
              <a:buChar char="•"/>
            </a:pPr>
            <a:r>
              <a:rPr lang="en-CA" dirty="0"/>
              <a:t>Jacqueline French (Associate Director – CAIR) </a:t>
            </a:r>
          </a:p>
          <a:p>
            <a:pPr>
              <a:buFont typeface="Arial" panose="020B0604020202020204" pitchFamily="34" charset="0"/>
              <a:buChar char="•"/>
            </a:pPr>
            <a:r>
              <a:rPr lang="en-CA" dirty="0"/>
              <a:t>Randy Giffen (IBM Health Solutions Architect)  </a:t>
            </a:r>
          </a:p>
          <a:p>
            <a:pPr>
              <a:buFont typeface="Arial" panose="020B0604020202020204" pitchFamily="34" charset="0"/>
              <a:buChar char="•"/>
            </a:pPr>
            <a:r>
              <a:rPr lang="en-CA" dirty="0"/>
              <a:t>Kevin Critch (Technology Sales Leader) </a:t>
            </a:r>
          </a:p>
          <a:p>
            <a:pPr>
              <a:buFont typeface="Arial" panose="020B0604020202020204" pitchFamily="34" charset="0"/>
              <a:buChar char="•"/>
            </a:pPr>
            <a:r>
              <a:rPr lang="en-CA" dirty="0"/>
              <a:t>Rick Power (Innovation Leader) </a:t>
            </a:r>
          </a:p>
          <a:p>
            <a:pPr>
              <a:buFont typeface="Arial" panose="020B0604020202020204" pitchFamily="34" charset="0"/>
              <a:buChar char="•"/>
            </a:pPr>
            <a:endParaRPr lang="en-CA" dirty="0"/>
          </a:p>
          <a:p>
            <a:pPr marL="152400" indent="0"/>
            <a:r>
              <a:rPr lang="en-CA" dirty="0"/>
              <a:t>Judges will select their top 3 each for an in person judging panel. </a:t>
            </a:r>
          </a:p>
        </p:txBody>
      </p:sp>
      <p:grpSp>
        <p:nvGrpSpPr>
          <p:cNvPr id="1504" name="Google Shape;1504;p29">
            <a:extLst>
              <a:ext uri="{FF2B5EF4-FFF2-40B4-BE49-F238E27FC236}">
                <a16:creationId xmlns:a16="http://schemas.microsoft.com/office/drawing/2014/main" id="{93F91D8A-1158-CC1F-2D72-9740E72FBFDD}"/>
              </a:ext>
            </a:extLst>
          </p:cNvPr>
          <p:cNvGrpSpPr/>
          <p:nvPr/>
        </p:nvGrpSpPr>
        <p:grpSpPr>
          <a:xfrm>
            <a:off x="7225068" y="3582212"/>
            <a:ext cx="1155488" cy="930983"/>
            <a:chOff x="7225068" y="3582212"/>
            <a:chExt cx="1155488" cy="930983"/>
          </a:xfrm>
        </p:grpSpPr>
        <p:grpSp>
          <p:nvGrpSpPr>
            <p:cNvPr id="1505" name="Google Shape;1505;p29">
              <a:extLst>
                <a:ext uri="{FF2B5EF4-FFF2-40B4-BE49-F238E27FC236}">
                  <a16:creationId xmlns:a16="http://schemas.microsoft.com/office/drawing/2014/main" id="{3574A284-EA64-63B4-DD0E-299D96A33AC4}"/>
                </a:ext>
              </a:extLst>
            </p:cNvPr>
            <p:cNvGrpSpPr/>
            <p:nvPr/>
          </p:nvGrpSpPr>
          <p:grpSpPr>
            <a:xfrm>
              <a:off x="8190795" y="3582212"/>
              <a:ext cx="189761" cy="189761"/>
              <a:chOff x="5448853" y="3419595"/>
              <a:chExt cx="78736" cy="78736"/>
            </a:xfrm>
          </p:grpSpPr>
          <p:sp>
            <p:nvSpPr>
              <p:cNvPr id="1506" name="Google Shape;1506;p29">
                <a:extLst>
                  <a:ext uri="{FF2B5EF4-FFF2-40B4-BE49-F238E27FC236}">
                    <a16:creationId xmlns:a16="http://schemas.microsoft.com/office/drawing/2014/main" id="{4556EED5-762A-866E-BF8D-DCB05792AEC2}"/>
                  </a:ext>
                </a:extLst>
              </p:cNvPr>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a:extLst>
                  <a:ext uri="{FF2B5EF4-FFF2-40B4-BE49-F238E27FC236}">
                    <a16:creationId xmlns:a16="http://schemas.microsoft.com/office/drawing/2014/main" id="{4990D9C1-953A-EDBE-BC8F-F0AEB946DEB6}"/>
                  </a:ext>
                </a:extLst>
              </p:cNvPr>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a:extLst>
                  <a:ext uri="{FF2B5EF4-FFF2-40B4-BE49-F238E27FC236}">
                    <a16:creationId xmlns:a16="http://schemas.microsoft.com/office/drawing/2014/main" id="{4A428D0C-F4D9-2E69-9359-D22F3B117BE4}"/>
                  </a:ext>
                </a:extLst>
              </p:cNvPr>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a:extLst>
                  <a:ext uri="{FF2B5EF4-FFF2-40B4-BE49-F238E27FC236}">
                    <a16:creationId xmlns:a16="http://schemas.microsoft.com/office/drawing/2014/main" id="{6A35E2DA-696A-DDED-63C2-B374E6E0C232}"/>
                  </a:ext>
                </a:extLst>
              </p:cNvPr>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a:extLst>
                  <a:ext uri="{FF2B5EF4-FFF2-40B4-BE49-F238E27FC236}">
                    <a16:creationId xmlns:a16="http://schemas.microsoft.com/office/drawing/2014/main" id="{7EF3BC72-D877-24B4-6EBF-F8E3B529B84F}"/>
                  </a:ext>
                </a:extLst>
              </p:cNvPr>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a:extLst>
                  <a:ext uri="{FF2B5EF4-FFF2-40B4-BE49-F238E27FC236}">
                    <a16:creationId xmlns:a16="http://schemas.microsoft.com/office/drawing/2014/main" id="{7C604FFF-1E93-F85B-5A85-A1849F04F2C6}"/>
                  </a:ext>
                </a:extLst>
              </p:cNvPr>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a:extLst>
                  <a:ext uri="{FF2B5EF4-FFF2-40B4-BE49-F238E27FC236}">
                    <a16:creationId xmlns:a16="http://schemas.microsoft.com/office/drawing/2014/main" id="{2690729F-56A7-0FC5-279D-AD89A888A231}"/>
                  </a:ext>
                </a:extLst>
              </p:cNvPr>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a:extLst>
                  <a:ext uri="{FF2B5EF4-FFF2-40B4-BE49-F238E27FC236}">
                    <a16:creationId xmlns:a16="http://schemas.microsoft.com/office/drawing/2014/main" id="{430ACC1A-B2CB-17DB-8F58-99132779F4F8}"/>
                  </a:ext>
                </a:extLst>
              </p:cNvPr>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a:extLst>
                <a:ext uri="{FF2B5EF4-FFF2-40B4-BE49-F238E27FC236}">
                  <a16:creationId xmlns:a16="http://schemas.microsoft.com/office/drawing/2014/main" id="{79ADBB2D-7581-89A5-E654-A71336D4EC2D}"/>
                </a:ext>
              </a:extLst>
            </p:cNvPr>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a:extLst>
              <a:ext uri="{FF2B5EF4-FFF2-40B4-BE49-F238E27FC236}">
                <a16:creationId xmlns:a16="http://schemas.microsoft.com/office/drawing/2014/main" id="{FFD27C08-D74C-2F2C-ACBF-1C26D049415F}"/>
              </a:ext>
            </a:extLst>
          </p:cNvPr>
          <p:cNvGrpSpPr/>
          <p:nvPr/>
        </p:nvGrpSpPr>
        <p:grpSpPr>
          <a:xfrm>
            <a:off x="6959933" y="2357479"/>
            <a:ext cx="1298848" cy="1015848"/>
            <a:chOff x="781983" y="2939892"/>
            <a:chExt cx="1298848" cy="1015848"/>
          </a:xfrm>
        </p:grpSpPr>
        <p:sp>
          <p:nvSpPr>
            <p:cNvPr id="1516" name="Google Shape;1516;p29">
              <a:extLst>
                <a:ext uri="{FF2B5EF4-FFF2-40B4-BE49-F238E27FC236}">
                  <a16:creationId xmlns:a16="http://schemas.microsoft.com/office/drawing/2014/main" id="{7875545F-4E69-7A3D-E970-4B75D8F21126}"/>
                </a:ext>
              </a:extLst>
            </p:cNvPr>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a:extLst>
                <a:ext uri="{FF2B5EF4-FFF2-40B4-BE49-F238E27FC236}">
                  <a16:creationId xmlns:a16="http://schemas.microsoft.com/office/drawing/2014/main" id="{E9F06781-EB1F-E60F-8069-B4599FA9E445}"/>
                </a:ext>
              </a:extLst>
            </p:cNvPr>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a:extLst>
                <a:ext uri="{FF2B5EF4-FFF2-40B4-BE49-F238E27FC236}">
                  <a16:creationId xmlns:a16="http://schemas.microsoft.com/office/drawing/2014/main" id="{4797B97B-8ABD-F978-B844-E7CD4F322E8C}"/>
                </a:ext>
              </a:extLst>
            </p:cNvPr>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a:extLst>
                <a:ext uri="{FF2B5EF4-FFF2-40B4-BE49-F238E27FC236}">
                  <a16:creationId xmlns:a16="http://schemas.microsoft.com/office/drawing/2014/main" id="{552A8FBC-821F-C6A3-4FB8-7EBA3ACBC937}"/>
                </a:ext>
              </a:extLst>
            </p:cNvPr>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a:extLst>
                <a:ext uri="{FF2B5EF4-FFF2-40B4-BE49-F238E27FC236}">
                  <a16:creationId xmlns:a16="http://schemas.microsoft.com/office/drawing/2014/main" id="{5B2C287E-E777-FCA2-2EB9-23279966EEF5}"/>
                </a:ext>
              </a:extLst>
            </p:cNvPr>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a:extLst>
                <a:ext uri="{FF2B5EF4-FFF2-40B4-BE49-F238E27FC236}">
                  <a16:creationId xmlns:a16="http://schemas.microsoft.com/office/drawing/2014/main" id="{E87F2FDD-FBAF-2C13-89B3-F4BB6131D6C6}"/>
                </a:ext>
              </a:extLst>
            </p:cNvPr>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a:extLst>
                <a:ext uri="{FF2B5EF4-FFF2-40B4-BE49-F238E27FC236}">
                  <a16:creationId xmlns:a16="http://schemas.microsoft.com/office/drawing/2014/main" id="{9E99DD68-E5D8-F61C-B0FB-9BB9C9ECD413}"/>
                </a:ext>
              </a:extLst>
            </p:cNvPr>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a:extLst>
                <a:ext uri="{FF2B5EF4-FFF2-40B4-BE49-F238E27FC236}">
                  <a16:creationId xmlns:a16="http://schemas.microsoft.com/office/drawing/2014/main" id="{E381CC86-4AA4-5ED8-929E-013F3D6C4211}"/>
                </a:ext>
              </a:extLst>
            </p:cNvPr>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9">
              <a:extLst>
                <a:ext uri="{FF2B5EF4-FFF2-40B4-BE49-F238E27FC236}">
                  <a16:creationId xmlns:a16="http://schemas.microsoft.com/office/drawing/2014/main" id="{EFD7F7C6-6631-4F1D-4945-C31DE68380A5}"/>
                </a:ext>
              </a:extLst>
            </p:cNvPr>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a:extLst>
                <a:ext uri="{FF2B5EF4-FFF2-40B4-BE49-F238E27FC236}">
                  <a16:creationId xmlns:a16="http://schemas.microsoft.com/office/drawing/2014/main" id="{44CB0722-0EEC-4848-3024-FF7D06C57BED}"/>
                </a:ext>
              </a:extLst>
            </p:cNvPr>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a:extLst>
                <a:ext uri="{FF2B5EF4-FFF2-40B4-BE49-F238E27FC236}">
                  <a16:creationId xmlns:a16="http://schemas.microsoft.com/office/drawing/2014/main" id="{9E7D9EC6-FD17-D31A-96A6-838A83496799}"/>
                </a:ext>
              </a:extLst>
            </p:cNvPr>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a:extLst>
                <a:ext uri="{FF2B5EF4-FFF2-40B4-BE49-F238E27FC236}">
                  <a16:creationId xmlns:a16="http://schemas.microsoft.com/office/drawing/2014/main" id="{F5FD752C-17DA-5D9B-2421-4ECB40CA8B2B}"/>
                </a:ext>
              </a:extLst>
            </p:cNvPr>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a:extLst>
                <a:ext uri="{FF2B5EF4-FFF2-40B4-BE49-F238E27FC236}">
                  <a16:creationId xmlns:a16="http://schemas.microsoft.com/office/drawing/2014/main" id="{574F1E9D-1744-023A-4F23-AB3A6C2D7C12}"/>
                </a:ext>
              </a:extLst>
            </p:cNvPr>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a:extLst>
                <a:ext uri="{FF2B5EF4-FFF2-40B4-BE49-F238E27FC236}">
                  <a16:creationId xmlns:a16="http://schemas.microsoft.com/office/drawing/2014/main" id="{EBBC4137-9D12-16CF-D807-8F0C1581E510}"/>
                </a:ext>
              </a:extLst>
            </p:cNvPr>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a:extLst>
                <a:ext uri="{FF2B5EF4-FFF2-40B4-BE49-F238E27FC236}">
                  <a16:creationId xmlns:a16="http://schemas.microsoft.com/office/drawing/2014/main" id="{90EB864C-001C-F87B-6686-1DFED46D51CA}"/>
                </a:ext>
              </a:extLst>
            </p:cNvPr>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a:extLst>
                <a:ext uri="{FF2B5EF4-FFF2-40B4-BE49-F238E27FC236}">
                  <a16:creationId xmlns:a16="http://schemas.microsoft.com/office/drawing/2014/main" id="{220789F2-579C-2358-6329-2A7F7530F5F9}"/>
                </a:ext>
              </a:extLst>
            </p:cNvPr>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a:extLst>
                <a:ext uri="{FF2B5EF4-FFF2-40B4-BE49-F238E27FC236}">
                  <a16:creationId xmlns:a16="http://schemas.microsoft.com/office/drawing/2014/main" id="{9309F2CE-C93F-585D-600F-CC2BDC0BBE4D}"/>
                </a:ext>
              </a:extLst>
            </p:cNvPr>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a:extLst>
                <a:ext uri="{FF2B5EF4-FFF2-40B4-BE49-F238E27FC236}">
                  <a16:creationId xmlns:a16="http://schemas.microsoft.com/office/drawing/2014/main" id="{25838DF5-86C1-4360-ED48-6C800307357B}"/>
                </a:ext>
              </a:extLst>
            </p:cNvPr>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a:extLst>
                <a:ext uri="{FF2B5EF4-FFF2-40B4-BE49-F238E27FC236}">
                  <a16:creationId xmlns:a16="http://schemas.microsoft.com/office/drawing/2014/main" id="{D1D0D091-EE15-E109-2E0C-E2C23D88D797}"/>
                </a:ext>
              </a:extLst>
            </p:cNvPr>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a:extLst>
                <a:ext uri="{FF2B5EF4-FFF2-40B4-BE49-F238E27FC236}">
                  <a16:creationId xmlns:a16="http://schemas.microsoft.com/office/drawing/2014/main" id="{C48179CF-6FE5-CD44-2526-827C2391ED2A}"/>
                </a:ext>
              </a:extLst>
            </p:cNvPr>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a:extLst>
                <a:ext uri="{FF2B5EF4-FFF2-40B4-BE49-F238E27FC236}">
                  <a16:creationId xmlns:a16="http://schemas.microsoft.com/office/drawing/2014/main" id="{5B2CFCF3-E95D-AAE1-0816-B2E3FC625F38}"/>
                </a:ext>
              </a:extLst>
            </p:cNvPr>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a:extLst>
                <a:ext uri="{FF2B5EF4-FFF2-40B4-BE49-F238E27FC236}">
                  <a16:creationId xmlns:a16="http://schemas.microsoft.com/office/drawing/2014/main" id="{01662D8F-311F-FFFD-3D31-EF1E794D2B08}"/>
                </a:ext>
              </a:extLst>
            </p:cNvPr>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a:extLst>
                <a:ext uri="{FF2B5EF4-FFF2-40B4-BE49-F238E27FC236}">
                  <a16:creationId xmlns:a16="http://schemas.microsoft.com/office/drawing/2014/main" id="{4E2748BE-51F1-3049-FF5E-C549DB6F6E33}"/>
                </a:ext>
              </a:extLst>
            </p:cNvPr>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a:extLst>
                <a:ext uri="{FF2B5EF4-FFF2-40B4-BE49-F238E27FC236}">
                  <a16:creationId xmlns:a16="http://schemas.microsoft.com/office/drawing/2014/main" id="{C41517F9-E203-6065-CB81-33714F6560E2}"/>
                </a:ext>
              </a:extLst>
            </p:cNvPr>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a:extLst>
                <a:ext uri="{FF2B5EF4-FFF2-40B4-BE49-F238E27FC236}">
                  <a16:creationId xmlns:a16="http://schemas.microsoft.com/office/drawing/2014/main" id="{607AAEA5-EDAF-B1FF-2099-9CA6D66D3A4C}"/>
                </a:ext>
              </a:extLst>
            </p:cNvPr>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a:extLst>
                <a:ext uri="{FF2B5EF4-FFF2-40B4-BE49-F238E27FC236}">
                  <a16:creationId xmlns:a16="http://schemas.microsoft.com/office/drawing/2014/main" id="{03C4B25B-340A-3F88-3889-8D6BBF2F58CB}"/>
                </a:ext>
              </a:extLst>
            </p:cNvPr>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a:extLst>
                <a:ext uri="{FF2B5EF4-FFF2-40B4-BE49-F238E27FC236}">
                  <a16:creationId xmlns:a16="http://schemas.microsoft.com/office/drawing/2014/main" id="{6E877FE2-E8AE-50D8-FD5E-E4DC486E03CC}"/>
                </a:ext>
              </a:extLst>
            </p:cNvPr>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a:extLst>
                <a:ext uri="{FF2B5EF4-FFF2-40B4-BE49-F238E27FC236}">
                  <a16:creationId xmlns:a16="http://schemas.microsoft.com/office/drawing/2014/main" id="{616A23BD-C425-FF74-C134-6BA48CA1E1F0}"/>
                </a:ext>
              </a:extLst>
            </p:cNvPr>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a:extLst>
              <a:ext uri="{FF2B5EF4-FFF2-40B4-BE49-F238E27FC236}">
                <a16:creationId xmlns:a16="http://schemas.microsoft.com/office/drawing/2014/main" id="{5F7D0687-E457-F51D-80FC-688B9963F668}"/>
              </a:ext>
            </a:extLst>
          </p:cNvPr>
          <p:cNvGrpSpPr/>
          <p:nvPr/>
        </p:nvGrpSpPr>
        <p:grpSpPr>
          <a:xfrm>
            <a:off x="6414297" y="1204526"/>
            <a:ext cx="1469314" cy="944106"/>
            <a:chOff x="5423018" y="1213448"/>
            <a:chExt cx="1203665" cy="773414"/>
          </a:xfrm>
        </p:grpSpPr>
        <p:sp>
          <p:nvSpPr>
            <p:cNvPr id="1545" name="Google Shape;1545;p29">
              <a:extLst>
                <a:ext uri="{FF2B5EF4-FFF2-40B4-BE49-F238E27FC236}">
                  <a16:creationId xmlns:a16="http://schemas.microsoft.com/office/drawing/2014/main" id="{9760BC10-9EB7-EF5A-2F9C-FA2943BEF482}"/>
                </a:ext>
              </a:extLst>
            </p:cNvPr>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a:extLst>
                <a:ext uri="{FF2B5EF4-FFF2-40B4-BE49-F238E27FC236}">
                  <a16:creationId xmlns:a16="http://schemas.microsoft.com/office/drawing/2014/main" id="{5F59D9E1-13E4-0596-E9F2-24B4CFC711F2}"/>
                </a:ext>
              </a:extLst>
            </p:cNvPr>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a:extLst>
                <a:ext uri="{FF2B5EF4-FFF2-40B4-BE49-F238E27FC236}">
                  <a16:creationId xmlns:a16="http://schemas.microsoft.com/office/drawing/2014/main" id="{1086F36E-5A68-862B-A552-2498CFC158E6}"/>
                </a:ext>
              </a:extLst>
            </p:cNvPr>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a:extLst>
                <a:ext uri="{FF2B5EF4-FFF2-40B4-BE49-F238E27FC236}">
                  <a16:creationId xmlns:a16="http://schemas.microsoft.com/office/drawing/2014/main" id="{2586AE1C-1491-DB8B-EC67-F829A6DD345A}"/>
                </a:ext>
              </a:extLst>
            </p:cNvPr>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a:extLst>
                <a:ext uri="{FF2B5EF4-FFF2-40B4-BE49-F238E27FC236}">
                  <a16:creationId xmlns:a16="http://schemas.microsoft.com/office/drawing/2014/main" id="{00503472-F254-782D-A9A8-1CFA89196563}"/>
                </a:ext>
              </a:extLst>
            </p:cNvPr>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a:extLst>
                <a:ext uri="{FF2B5EF4-FFF2-40B4-BE49-F238E27FC236}">
                  <a16:creationId xmlns:a16="http://schemas.microsoft.com/office/drawing/2014/main" id="{5683D361-3045-2FBD-11E4-60611655D211}"/>
                </a:ext>
              </a:extLst>
            </p:cNvPr>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a:extLst>
                <a:ext uri="{FF2B5EF4-FFF2-40B4-BE49-F238E27FC236}">
                  <a16:creationId xmlns:a16="http://schemas.microsoft.com/office/drawing/2014/main" id="{7DB6D2DD-D3C9-0AAD-DD5F-750B71928834}"/>
                </a:ext>
              </a:extLst>
            </p:cNvPr>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a:extLst>
                <a:ext uri="{FF2B5EF4-FFF2-40B4-BE49-F238E27FC236}">
                  <a16:creationId xmlns:a16="http://schemas.microsoft.com/office/drawing/2014/main" id="{5B735DD4-A638-F45A-6220-D44E275A4839}"/>
                </a:ext>
              </a:extLst>
            </p:cNvPr>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a:extLst>
                <a:ext uri="{FF2B5EF4-FFF2-40B4-BE49-F238E27FC236}">
                  <a16:creationId xmlns:a16="http://schemas.microsoft.com/office/drawing/2014/main" id="{4D607C2F-D7E8-5C96-DFDB-4095A72369A1}"/>
                </a:ext>
              </a:extLst>
            </p:cNvPr>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a:extLst>
                <a:ext uri="{FF2B5EF4-FFF2-40B4-BE49-F238E27FC236}">
                  <a16:creationId xmlns:a16="http://schemas.microsoft.com/office/drawing/2014/main" id="{79AAFB59-BB83-FA2D-3CD7-D74AC23CFBC8}"/>
                </a:ext>
              </a:extLst>
            </p:cNvPr>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a:extLst>
                <a:ext uri="{FF2B5EF4-FFF2-40B4-BE49-F238E27FC236}">
                  <a16:creationId xmlns:a16="http://schemas.microsoft.com/office/drawing/2014/main" id="{7840FE1D-6371-D103-95CF-5D3A4769F4AA}"/>
                </a:ext>
              </a:extLst>
            </p:cNvPr>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a:extLst>
                <a:ext uri="{FF2B5EF4-FFF2-40B4-BE49-F238E27FC236}">
                  <a16:creationId xmlns:a16="http://schemas.microsoft.com/office/drawing/2014/main" id="{6F79AC18-54C5-0F15-9B66-20C068DF9F0D}"/>
                </a:ext>
              </a:extLst>
            </p:cNvPr>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a:extLst>
                <a:ext uri="{FF2B5EF4-FFF2-40B4-BE49-F238E27FC236}">
                  <a16:creationId xmlns:a16="http://schemas.microsoft.com/office/drawing/2014/main" id="{9CFA014F-07B6-83F4-498D-2F22FDD56ED7}"/>
                </a:ext>
              </a:extLst>
            </p:cNvPr>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a:extLst>
                <a:ext uri="{FF2B5EF4-FFF2-40B4-BE49-F238E27FC236}">
                  <a16:creationId xmlns:a16="http://schemas.microsoft.com/office/drawing/2014/main" id="{408A5AE1-B91D-2D4C-B205-BCDF5163E58B}"/>
                </a:ext>
              </a:extLst>
            </p:cNvPr>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a:extLst>
                <a:ext uri="{FF2B5EF4-FFF2-40B4-BE49-F238E27FC236}">
                  <a16:creationId xmlns:a16="http://schemas.microsoft.com/office/drawing/2014/main" id="{2A4F903C-4ED2-3D90-DFF6-52060C1DED4B}"/>
                </a:ext>
              </a:extLst>
            </p:cNvPr>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a:extLst>
                <a:ext uri="{FF2B5EF4-FFF2-40B4-BE49-F238E27FC236}">
                  <a16:creationId xmlns:a16="http://schemas.microsoft.com/office/drawing/2014/main" id="{C49D3705-FA61-85D5-661B-BE862C49839F}"/>
                </a:ext>
              </a:extLst>
            </p:cNvPr>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a:extLst>
                <a:ext uri="{FF2B5EF4-FFF2-40B4-BE49-F238E27FC236}">
                  <a16:creationId xmlns:a16="http://schemas.microsoft.com/office/drawing/2014/main" id="{492C6DFB-672B-BC23-3C12-B5DE3DE357D3}"/>
                </a:ext>
              </a:extLst>
            </p:cNvPr>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a:extLst>
                <a:ext uri="{FF2B5EF4-FFF2-40B4-BE49-F238E27FC236}">
                  <a16:creationId xmlns:a16="http://schemas.microsoft.com/office/drawing/2014/main" id="{BF644CAB-CCFD-1A9E-EC68-F1508D1CECF5}"/>
                </a:ext>
              </a:extLst>
            </p:cNvPr>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a:extLst>
                <a:ext uri="{FF2B5EF4-FFF2-40B4-BE49-F238E27FC236}">
                  <a16:creationId xmlns:a16="http://schemas.microsoft.com/office/drawing/2014/main" id="{B281E325-1A1A-FD34-4C2B-A5B513D652A8}"/>
                </a:ext>
              </a:extLst>
            </p:cNvPr>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a:extLst>
                <a:ext uri="{FF2B5EF4-FFF2-40B4-BE49-F238E27FC236}">
                  <a16:creationId xmlns:a16="http://schemas.microsoft.com/office/drawing/2014/main" id="{BE85E82D-D8DE-F33D-9CA9-83AE6CFCB909}"/>
                </a:ext>
              </a:extLst>
            </p:cNvPr>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a:extLst>
                <a:ext uri="{FF2B5EF4-FFF2-40B4-BE49-F238E27FC236}">
                  <a16:creationId xmlns:a16="http://schemas.microsoft.com/office/drawing/2014/main" id="{A3ABEEF5-2E7B-A026-0930-8CD492D97D97}"/>
                </a:ext>
              </a:extLst>
            </p:cNvPr>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a:extLst>
                <a:ext uri="{FF2B5EF4-FFF2-40B4-BE49-F238E27FC236}">
                  <a16:creationId xmlns:a16="http://schemas.microsoft.com/office/drawing/2014/main" id="{0C9A1AEE-B175-EB77-80D0-1D0C2E881D07}"/>
                </a:ext>
              </a:extLst>
            </p:cNvPr>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a:extLst>
                <a:ext uri="{FF2B5EF4-FFF2-40B4-BE49-F238E27FC236}">
                  <a16:creationId xmlns:a16="http://schemas.microsoft.com/office/drawing/2014/main" id="{96E519D4-62C3-B576-02A2-50C067F7905F}"/>
                </a:ext>
              </a:extLst>
            </p:cNvPr>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9">
              <a:extLst>
                <a:ext uri="{FF2B5EF4-FFF2-40B4-BE49-F238E27FC236}">
                  <a16:creationId xmlns:a16="http://schemas.microsoft.com/office/drawing/2014/main" id="{577920E1-6B3E-2F95-42D6-0A933625BCCB}"/>
                </a:ext>
              </a:extLst>
            </p:cNvPr>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a:extLst>
                <a:ext uri="{FF2B5EF4-FFF2-40B4-BE49-F238E27FC236}">
                  <a16:creationId xmlns:a16="http://schemas.microsoft.com/office/drawing/2014/main" id="{C313B9CC-896A-F4F1-0013-A64AD44BE9CF}"/>
                </a:ext>
              </a:extLst>
            </p:cNvPr>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a:extLst>
                <a:ext uri="{FF2B5EF4-FFF2-40B4-BE49-F238E27FC236}">
                  <a16:creationId xmlns:a16="http://schemas.microsoft.com/office/drawing/2014/main" id="{67072B1E-0592-D854-F16D-19EA7E8789B6}"/>
                </a:ext>
              </a:extLst>
            </p:cNvPr>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a:extLst>
                <a:ext uri="{FF2B5EF4-FFF2-40B4-BE49-F238E27FC236}">
                  <a16:creationId xmlns:a16="http://schemas.microsoft.com/office/drawing/2014/main" id="{11B4E91C-F182-3C16-5412-A147E1068747}"/>
                </a:ext>
              </a:extLst>
            </p:cNvPr>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a:extLst>
                <a:ext uri="{FF2B5EF4-FFF2-40B4-BE49-F238E27FC236}">
                  <a16:creationId xmlns:a16="http://schemas.microsoft.com/office/drawing/2014/main" id="{D8A28ACB-A0F6-E7B2-2E1E-E5802716F56C}"/>
                </a:ext>
              </a:extLst>
            </p:cNvPr>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a:extLst>
                <a:ext uri="{FF2B5EF4-FFF2-40B4-BE49-F238E27FC236}">
                  <a16:creationId xmlns:a16="http://schemas.microsoft.com/office/drawing/2014/main" id="{B14736DC-0752-3EB3-817C-E2F0F1954030}"/>
                </a:ext>
              </a:extLst>
            </p:cNvPr>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a:extLst>
                <a:ext uri="{FF2B5EF4-FFF2-40B4-BE49-F238E27FC236}">
                  <a16:creationId xmlns:a16="http://schemas.microsoft.com/office/drawing/2014/main" id="{5EBA6029-AC3B-32B5-EA95-8DCD90D775B6}"/>
                </a:ext>
              </a:extLst>
            </p:cNvPr>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a:extLst>
                <a:ext uri="{FF2B5EF4-FFF2-40B4-BE49-F238E27FC236}">
                  <a16:creationId xmlns:a16="http://schemas.microsoft.com/office/drawing/2014/main" id="{83D1368E-2F94-B8D0-2084-445CC4B56F98}"/>
                </a:ext>
              </a:extLst>
            </p:cNvPr>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a:extLst>
                <a:ext uri="{FF2B5EF4-FFF2-40B4-BE49-F238E27FC236}">
                  <a16:creationId xmlns:a16="http://schemas.microsoft.com/office/drawing/2014/main" id="{8FFC82EE-8520-394A-25BB-9735933FF63B}"/>
                </a:ext>
              </a:extLst>
            </p:cNvPr>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a:extLst>
                <a:ext uri="{FF2B5EF4-FFF2-40B4-BE49-F238E27FC236}">
                  <a16:creationId xmlns:a16="http://schemas.microsoft.com/office/drawing/2014/main" id="{50C95AEA-FC1F-152B-CE31-B06733E719F9}"/>
                </a:ext>
              </a:extLst>
            </p:cNvPr>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a:extLst>
                <a:ext uri="{FF2B5EF4-FFF2-40B4-BE49-F238E27FC236}">
                  <a16:creationId xmlns:a16="http://schemas.microsoft.com/office/drawing/2014/main" id="{79290AAB-4FCC-E859-7A5C-B9A46FCDDD9D}"/>
                </a:ext>
              </a:extLst>
            </p:cNvPr>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a:extLst>
                <a:ext uri="{FF2B5EF4-FFF2-40B4-BE49-F238E27FC236}">
                  <a16:creationId xmlns:a16="http://schemas.microsoft.com/office/drawing/2014/main" id="{FD48B545-F3ED-6D00-845C-3BAABA77706C}"/>
                </a:ext>
              </a:extLst>
            </p:cNvPr>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a:extLst>
                <a:ext uri="{FF2B5EF4-FFF2-40B4-BE49-F238E27FC236}">
                  <a16:creationId xmlns:a16="http://schemas.microsoft.com/office/drawing/2014/main" id="{5136B623-49FD-4CFE-7BD1-319C0CFBDCA0}"/>
                </a:ext>
              </a:extLst>
            </p:cNvPr>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a:extLst>
                <a:ext uri="{FF2B5EF4-FFF2-40B4-BE49-F238E27FC236}">
                  <a16:creationId xmlns:a16="http://schemas.microsoft.com/office/drawing/2014/main" id="{38E7DAA2-EEEF-96A5-429B-9D6E19321EBB}"/>
                </a:ext>
              </a:extLst>
            </p:cNvPr>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a:extLst>
                <a:ext uri="{FF2B5EF4-FFF2-40B4-BE49-F238E27FC236}">
                  <a16:creationId xmlns:a16="http://schemas.microsoft.com/office/drawing/2014/main" id="{40891483-E63B-FB5C-866A-56248FF74A41}"/>
                </a:ext>
              </a:extLst>
            </p:cNvPr>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a:extLst>
                <a:ext uri="{FF2B5EF4-FFF2-40B4-BE49-F238E27FC236}">
                  <a16:creationId xmlns:a16="http://schemas.microsoft.com/office/drawing/2014/main" id="{BF23AEE6-BA20-8B7B-B8C1-5B695F150F5A}"/>
                </a:ext>
              </a:extLst>
            </p:cNvPr>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a:extLst>
                <a:ext uri="{FF2B5EF4-FFF2-40B4-BE49-F238E27FC236}">
                  <a16:creationId xmlns:a16="http://schemas.microsoft.com/office/drawing/2014/main" id="{EEAA3948-5328-8394-C8C6-662D9F3E686D}"/>
                </a:ext>
              </a:extLst>
            </p:cNvPr>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a:extLst>
                <a:ext uri="{FF2B5EF4-FFF2-40B4-BE49-F238E27FC236}">
                  <a16:creationId xmlns:a16="http://schemas.microsoft.com/office/drawing/2014/main" id="{40724846-AAE7-0945-2C30-FCC33A369B6F}"/>
                </a:ext>
              </a:extLst>
            </p:cNvPr>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a:extLst>
                <a:ext uri="{FF2B5EF4-FFF2-40B4-BE49-F238E27FC236}">
                  <a16:creationId xmlns:a16="http://schemas.microsoft.com/office/drawing/2014/main" id="{E3174F69-26A6-9623-D29C-13498D9B833D}"/>
                </a:ext>
              </a:extLst>
            </p:cNvPr>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12453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EDFA2F28-227B-9DCA-CAE6-0D9817754593}"/>
            </a:ext>
          </a:extLst>
        </p:cNvPr>
        <p:cNvGrpSpPr/>
        <p:nvPr/>
      </p:nvGrpSpPr>
      <p:grpSpPr>
        <a:xfrm>
          <a:off x="0" y="0"/>
          <a:ext cx="0" cy="0"/>
          <a:chOff x="0" y="0"/>
          <a:chExt cx="0" cy="0"/>
        </a:xfrm>
      </p:grpSpPr>
      <p:sp>
        <p:nvSpPr>
          <p:cNvPr id="1500" name="Google Shape;1500;p29">
            <a:extLst>
              <a:ext uri="{FF2B5EF4-FFF2-40B4-BE49-F238E27FC236}">
                <a16:creationId xmlns:a16="http://schemas.microsoft.com/office/drawing/2014/main" id="{20503C48-2E4A-5D7F-756B-A09E5C4CA45D}"/>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Submission Drive</a:t>
            </a:r>
            <a:endParaRPr dirty="0"/>
          </a:p>
        </p:txBody>
      </p:sp>
      <p:sp>
        <p:nvSpPr>
          <p:cNvPr id="1501" name="Google Shape;1501;p29">
            <a:extLst>
              <a:ext uri="{FF2B5EF4-FFF2-40B4-BE49-F238E27FC236}">
                <a16:creationId xmlns:a16="http://schemas.microsoft.com/office/drawing/2014/main" id="{56F3926A-A93B-74E0-6AAC-C0A7EA128560}"/>
              </a:ext>
            </a:extLst>
          </p:cNvPr>
          <p:cNvSpPr txBox="1">
            <a:spLocks noGrp="1"/>
          </p:cNvSpPr>
          <p:nvPr>
            <p:ph type="subTitle" idx="1"/>
          </p:nvPr>
        </p:nvSpPr>
        <p:spPr>
          <a:xfrm>
            <a:off x="523771" y="1466121"/>
            <a:ext cx="4293921" cy="1901973"/>
          </a:xfrm>
          <a:prstGeom prst="rect">
            <a:avLst/>
          </a:prstGeom>
        </p:spPr>
        <p:txBody>
          <a:bodyPr spcFirstLastPara="1" wrap="square" lIns="91425" tIns="91425" rIns="91425" bIns="91425" anchor="t" anchorCtr="0">
            <a:noAutofit/>
          </a:bodyPr>
          <a:lstStyle/>
          <a:p>
            <a:r>
              <a:rPr lang="en-CA" sz="1500" dirty="0"/>
              <a:t>Submit your video in the Google Drive link</a:t>
            </a:r>
          </a:p>
          <a:p>
            <a:endParaRPr lang="en-CA" sz="1500" dirty="0"/>
          </a:p>
          <a:p>
            <a:r>
              <a:rPr lang="en-CA" sz="1500" b="1" dirty="0"/>
              <a:t>Format</a:t>
            </a:r>
            <a:r>
              <a:rPr lang="en-CA" sz="1500" dirty="0"/>
              <a:t>: </a:t>
            </a:r>
          </a:p>
          <a:p>
            <a:endParaRPr lang="en-CA" sz="1500" dirty="0"/>
          </a:p>
          <a:p>
            <a:r>
              <a:rPr lang="en-CA" sz="1500" dirty="0"/>
              <a:t>Team number team name</a:t>
            </a:r>
          </a:p>
          <a:p>
            <a:endParaRPr lang="en-CA" sz="1500" dirty="0"/>
          </a:p>
          <a:p>
            <a:r>
              <a:rPr lang="en-CA" sz="1500" dirty="0"/>
              <a:t>For example: team1-IBMHackers</a:t>
            </a:r>
          </a:p>
        </p:txBody>
      </p:sp>
      <p:grpSp>
        <p:nvGrpSpPr>
          <p:cNvPr id="1504" name="Google Shape;1504;p29">
            <a:extLst>
              <a:ext uri="{FF2B5EF4-FFF2-40B4-BE49-F238E27FC236}">
                <a16:creationId xmlns:a16="http://schemas.microsoft.com/office/drawing/2014/main" id="{50054A09-DD5A-4EF2-4709-F92786AF9FBC}"/>
              </a:ext>
            </a:extLst>
          </p:cNvPr>
          <p:cNvGrpSpPr/>
          <p:nvPr/>
        </p:nvGrpSpPr>
        <p:grpSpPr>
          <a:xfrm>
            <a:off x="7225068" y="3582212"/>
            <a:ext cx="1155488" cy="930983"/>
            <a:chOff x="7225068" y="3582212"/>
            <a:chExt cx="1155488" cy="930983"/>
          </a:xfrm>
        </p:grpSpPr>
        <p:grpSp>
          <p:nvGrpSpPr>
            <p:cNvPr id="1505" name="Google Shape;1505;p29">
              <a:extLst>
                <a:ext uri="{FF2B5EF4-FFF2-40B4-BE49-F238E27FC236}">
                  <a16:creationId xmlns:a16="http://schemas.microsoft.com/office/drawing/2014/main" id="{F7771137-84D0-A015-065D-76A4A13EEE7C}"/>
                </a:ext>
              </a:extLst>
            </p:cNvPr>
            <p:cNvGrpSpPr/>
            <p:nvPr/>
          </p:nvGrpSpPr>
          <p:grpSpPr>
            <a:xfrm>
              <a:off x="8190795" y="3582212"/>
              <a:ext cx="189761" cy="189761"/>
              <a:chOff x="5448853" y="3419595"/>
              <a:chExt cx="78736" cy="78736"/>
            </a:xfrm>
          </p:grpSpPr>
          <p:sp>
            <p:nvSpPr>
              <p:cNvPr id="1506" name="Google Shape;1506;p29">
                <a:extLst>
                  <a:ext uri="{FF2B5EF4-FFF2-40B4-BE49-F238E27FC236}">
                    <a16:creationId xmlns:a16="http://schemas.microsoft.com/office/drawing/2014/main" id="{43BF6C05-ED88-5E79-2805-749A6F270E55}"/>
                  </a:ext>
                </a:extLst>
              </p:cNvPr>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a:extLst>
                  <a:ext uri="{FF2B5EF4-FFF2-40B4-BE49-F238E27FC236}">
                    <a16:creationId xmlns:a16="http://schemas.microsoft.com/office/drawing/2014/main" id="{651D339E-6677-2420-E18C-7F64E823BB99}"/>
                  </a:ext>
                </a:extLst>
              </p:cNvPr>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a:extLst>
                  <a:ext uri="{FF2B5EF4-FFF2-40B4-BE49-F238E27FC236}">
                    <a16:creationId xmlns:a16="http://schemas.microsoft.com/office/drawing/2014/main" id="{E21C13AA-A98D-BB0A-794C-75C8CFDA3087}"/>
                  </a:ext>
                </a:extLst>
              </p:cNvPr>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a:extLst>
                  <a:ext uri="{FF2B5EF4-FFF2-40B4-BE49-F238E27FC236}">
                    <a16:creationId xmlns:a16="http://schemas.microsoft.com/office/drawing/2014/main" id="{9756209E-7C8B-ECA1-CF76-5C6FC25C9D39}"/>
                  </a:ext>
                </a:extLst>
              </p:cNvPr>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a:extLst>
                  <a:ext uri="{FF2B5EF4-FFF2-40B4-BE49-F238E27FC236}">
                    <a16:creationId xmlns:a16="http://schemas.microsoft.com/office/drawing/2014/main" id="{C6430DCB-DD44-92E3-3311-EE7483793D3A}"/>
                  </a:ext>
                </a:extLst>
              </p:cNvPr>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a:extLst>
                  <a:ext uri="{FF2B5EF4-FFF2-40B4-BE49-F238E27FC236}">
                    <a16:creationId xmlns:a16="http://schemas.microsoft.com/office/drawing/2014/main" id="{A26A468F-38FC-CE7C-9A38-1C2B40FF0A17}"/>
                  </a:ext>
                </a:extLst>
              </p:cNvPr>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a:extLst>
                  <a:ext uri="{FF2B5EF4-FFF2-40B4-BE49-F238E27FC236}">
                    <a16:creationId xmlns:a16="http://schemas.microsoft.com/office/drawing/2014/main" id="{ED83B9DA-E9BD-FBFB-5417-CEA01B65B488}"/>
                  </a:ext>
                </a:extLst>
              </p:cNvPr>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a:extLst>
                  <a:ext uri="{FF2B5EF4-FFF2-40B4-BE49-F238E27FC236}">
                    <a16:creationId xmlns:a16="http://schemas.microsoft.com/office/drawing/2014/main" id="{2D8CE3C8-BB2E-4396-7D5B-F1F74F441A61}"/>
                  </a:ext>
                </a:extLst>
              </p:cNvPr>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a:extLst>
                <a:ext uri="{FF2B5EF4-FFF2-40B4-BE49-F238E27FC236}">
                  <a16:creationId xmlns:a16="http://schemas.microsoft.com/office/drawing/2014/main" id="{1DC7F4BD-A520-1491-8029-0E1262BAB83E}"/>
                </a:ext>
              </a:extLst>
            </p:cNvPr>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a:extLst>
              <a:ext uri="{FF2B5EF4-FFF2-40B4-BE49-F238E27FC236}">
                <a16:creationId xmlns:a16="http://schemas.microsoft.com/office/drawing/2014/main" id="{880BA9CA-18D8-2DCE-0A5B-F37B994D3A8C}"/>
              </a:ext>
            </a:extLst>
          </p:cNvPr>
          <p:cNvGrpSpPr/>
          <p:nvPr/>
        </p:nvGrpSpPr>
        <p:grpSpPr>
          <a:xfrm>
            <a:off x="6959933" y="2357479"/>
            <a:ext cx="1298848" cy="1015848"/>
            <a:chOff x="781983" y="2939892"/>
            <a:chExt cx="1298848" cy="1015848"/>
          </a:xfrm>
        </p:grpSpPr>
        <p:sp>
          <p:nvSpPr>
            <p:cNvPr id="1516" name="Google Shape;1516;p29">
              <a:extLst>
                <a:ext uri="{FF2B5EF4-FFF2-40B4-BE49-F238E27FC236}">
                  <a16:creationId xmlns:a16="http://schemas.microsoft.com/office/drawing/2014/main" id="{69CCCAF2-00A7-07AC-3072-04B9A68AE33F}"/>
                </a:ext>
              </a:extLst>
            </p:cNvPr>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a:extLst>
                <a:ext uri="{FF2B5EF4-FFF2-40B4-BE49-F238E27FC236}">
                  <a16:creationId xmlns:a16="http://schemas.microsoft.com/office/drawing/2014/main" id="{B4E05A3B-89B4-87C1-87DA-562F83C4AFEC}"/>
                </a:ext>
              </a:extLst>
            </p:cNvPr>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a:extLst>
                <a:ext uri="{FF2B5EF4-FFF2-40B4-BE49-F238E27FC236}">
                  <a16:creationId xmlns:a16="http://schemas.microsoft.com/office/drawing/2014/main" id="{64AFA0A1-7E37-2C6B-08C6-4A9737D7B76B}"/>
                </a:ext>
              </a:extLst>
            </p:cNvPr>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a:extLst>
                <a:ext uri="{FF2B5EF4-FFF2-40B4-BE49-F238E27FC236}">
                  <a16:creationId xmlns:a16="http://schemas.microsoft.com/office/drawing/2014/main" id="{53356D9D-20E4-49FA-693F-6D418AC7F634}"/>
                </a:ext>
              </a:extLst>
            </p:cNvPr>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a:extLst>
                <a:ext uri="{FF2B5EF4-FFF2-40B4-BE49-F238E27FC236}">
                  <a16:creationId xmlns:a16="http://schemas.microsoft.com/office/drawing/2014/main" id="{AB5CA954-F851-66D0-9312-8982AEEA4CC0}"/>
                </a:ext>
              </a:extLst>
            </p:cNvPr>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a:extLst>
                <a:ext uri="{FF2B5EF4-FFF2-40B4-BE49-F238E27FC236}">
                  <a16:creationId xmlns:a16="http://schemas.microsoft.com/office/drawing/2014/main" id="{2421E70A-1E7E-60C7-6F11-E7FAF4C08D77}"/>
                </a:ext>
              </a:extLst>
            </p:cNvPr>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a:extLst>
                <a:ext uri="{FF2B5EF4-FFF2-40B4-BE49-F238E27FC236}">
                  <a16:creationId xmlns:a16="http://schemas.microsoft.com/office/drawing/2014/main" id="{FE8ADDCB-6FB4-8251-F8EE-257FC5266919}"/>
                </a:ext>
              </a:extLst>
            </p:cNvPr>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a:extLst>
                <a:ext uri="{FF2B5EF4-FFF2-40B4-BE49-F238E27FC236}">
                  <a16:creationId xmlns:a16="http://schemas.microsoft.com/office/drawing/2014/main" id="{71EF3164-BC24-879A-AC66-F88A0192E9E4}"/>
                </a:ext>
              </a:extLst>
            </p:cNvPr>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9">
              <a:extLst>
                <a:ext uri="{FF2B5EF4-FFF2-40B4-BE49-F238E27FC236}">
                  <a16:creationId xmlns:a16="http://schemas.microsoft.com/office/drawing/2014/main" id="{207331B1-6F20-CEAA-5054-12B4DB77AC9D}"/>
                </a:ext>
              </a:extLst>
            </p:cNvPr>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a:extLst>
                <a:ext uri="{FF2B5EF4-FFF2-40B4-BE49-F238E27FC236}">
                  <a16:creationId xmlns:a16="http://schemas.microsoft.com/office/drawing/2014/main" id="{020CB3A6-E9D0-9A50-6C41-C43DA43DA88D}"/>
                </a:ext>
              </a:extLst>
            </p:cNvPr>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a:extLst>
                <a:ext uri="{FF2B5EF4-FFF2-40B4-BE49-F238E27FC236}">
                  <a16:creationId xmlns:a16="http://schemas.microsoft.com/office/drawing/2014/main" id="{C86988DD-496B-478C-DFAA-84DB90509E60}"/>
                </a:ext>
              </a:extLst>
            </p:cNvPr>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a:extLst>
                <a:ext uri="{FF2B5EF4-FFF2-40B4-BE49-F238E27FC236}">
                  <a16:creationId xmlns:a16="http://schemas.microsoft.com/office/drawing/2014/main" id="{0D500B67-4F58-4628-DD78-774ECF28B7AA}"/>
                </a:ext>
              </a:extLst>
            </p:cNvPr>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a:extLst>
                <a:ext uri="{FF2B5EF4-FFF2-40B4-BE49-F238E27FC236}">
                  <a16:creationId xmlns:a16="http://schemas.microsoft.com/office/drawing/2014/main" id="{8BCBC9D5-CACE-EE3D-ACBC-B78A2CAA0977}"/>
                </a:ext>
              </a:extLst>
            </p:cNvPr>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a:extLst>
                <a:ext uri="{FF2B5EF4-FFF2-40B4-BE49-F238E27FC236}">
                  <a16:creationId xmlns:a16="http://schemas.microsoft.com/office/drawing/2014/main" id="{5DE6846E-CC96-09D0-14C3-6071D3A3309C}"/>
                </a:ext>
              </a:extLst>
            </p:cNvPr>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a:extLst>
                <a:ext uri="{FF2B5EF4-FFF2-40B4-BE49-F238E27FC236}">
                  <a16:creationId xmlns:a16="http://schemas.microsoft.com/office/drawing/2014/main" id="{691DCD0B-E34B-6609-34AB-EA871A8FE6C0}"/>
                </a:ext>
              </a:extLst>
            </p:cNvPr>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a:extLst>
                <a:ext uri="{FF2B5EF4-FFF2-40B4-BE49-F238E27FC236}">
                  <a16:creationId xmlns:a16="http://schemas.microsoft.com/office/drawing/2014/main" id="{3E3999C8-2980-AE0A-FB3C-548B5E4D3B08}"/>
                </a:ext>
              </a:extLst>
            </p:cNvPr>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a:extLst>
                <a:ext uri="{FF2B5EF4-FFF2-40B4-BE49-F238E27FC236}">
                  <a16:creationId xmlns:a16="http://schemas.microsoft.com/office/drawing/2014/main" id="{85422D37-3408-4917-A03B-FBDB3EEBD391}"/>
                </a:ext>
              </a:extLst>
            </p:cNvPr>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a:extLst>
                <a:ext uri="{FF2B5EF4-FFF2-40B4-BE49-F238E27FC236}">
                  <a16:creationId xmlns:a16="http://schemas.microsoft.com/office/drawing/2014/main" id="{81BB4275-AEDF-DFD0-8A8E-877726925650}"/>
                </a:ext>
              </a:extLst>
            </p:cNvPr>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a:extLst>
                <a:ext uri="{FF2B5EF4-FFF2-40B4-BE49-F238E27FC236}">
                  <a16:creationId xmlns:a16="http://schemas.microsoft.com/office/drawing/2014/main" id="{B4B5A70F-892D-1B4B-07C7-487021B75A92}"/>
                </a:ext>
              </a:extLst>
            </p:cNvPr>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a:extLst>
                <a:ext uri="{FF2B5EF4-FFF2-40B4-BE49-F238E27FC236}">
                  <a16:creationId xmlns:a16="http://schemas.microsoft.com/office/drawing/2014/main" id="{96474B16-D2D4-BEF0-759A-5502DF235522}"/>
                </a:ext>
              </a:extLst>
            </p:cNvPr>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a:extLst>
                <a:ext uri="{FF2B5EF4-FFF2-40B4-BE49-F238E27FC236}">
                  <a16:creationId xmlns:a16="http://schemas.microsoft.com/office/drawing/2014/main" id="{8A4A6565-6F8A-7008-81C7-BB106AA1DA2A}"/>
                </a:ext>
              </a:extLst>
            </p:cNvPr>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a:extLst>
                <a:ext uri="{FF2B5EF4-FFF2-40B4-BE49-F238E27FC236}">
                  <a16:creationId xmlns:a16="http://schemas.microsoft.com/office/drawing/2014/main" id="{E17CDCB8-94DD-5525-8694-B12A6C8F8571}"/>
                </a:ext>
              </a:extLst>
            </p:cNvPr>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a:extLst>
                <a:ext uri="{FF2B5EF4-FFF2-40B4-BE49-F238E27FC236}">
                  <a16:creationId xmlns:a16="http://schemas.microsoft.com/office/drawing/2014/main" id="{C643E034-C35C-489E-BC54-32527D9BC6CD}"/>
                </a:ext>
              </a:extLst>
            </p:cNvPr>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a:extLst>
                <a:ext uri="{FF2B5EF4-FFF2-40B4-BE49-F238E27FC236}">
                  <a16:creationId xmlns:a16="http://schemas.microsoft.com/office/drawing/2014/main" id="{5C912C3F-EF80-7E9D-2BED-98739C40BB4D}"/>
                </a:ext>
              </a:extLst>
            </p:cNvPr>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a:extLst>
                <a:ext uri="{FF2B5EF4-FFF2-40B4-BE49-F238E27FC236}">
                  <a16:creationId xmlns:a16="http://schemas.microsoft.com/office/drawing/2014/main" id="{68EFF3D7-15CF-E7D4-AD63-D8E9E1D4445C}"/>
                </a:ext>
              </a:extLst>
            </p:cNvPr>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a:extLst>
                <a:ext uri="{FF2B5EF4-FFF2-40B4-BE49-F238E27FC236}">
                  <a16:creationId xmlns:a16="http://schemas.microsoft.com/office/drawing/2014/main" id="{09F44AC6-E5DC-54F1-C1E7-537EE72E15D0}"/>
                </a:ext>
              </a:extLst>
            </p:cNvPr>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a:extLst>
                <a:ext uri="{FF2B5EF4-FFF2-40B4-BE49-F238E27FC236}">
                  <a16:creationId xmlns:a16="http://schemas.microsoft.com/office/drawing/2014/main" id="{2748540F-70E7-58CC-2ADB-DBFA5074F986}"/>
                </a:ext>
              </a:extLst>
            </p:cNvPr>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a:extLst>
                <a:ext uri="{FF2B5EF4-FFF2-40B4-BE49-F238E27FC236}">
                  <a16:creationId xmlns:a16="http://schemas.microsoft.com/office/drawing/2014/main" id="{D9CB42BC-2AF9-5BF1-2882-A40EE7A82FD0}"/>
                </a:ext>
              </a:extLst>
            </p:cNvPr>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a:extLst>
              <a:ext uri="{FF2B5EF4-FFF2-40B4-BE49-F238E27FC236}">
                <a16:creationId xmlns:a16="http://schemas.microsoft.com/office/drawing/2014/main" id="{E416764F-F34B-035D-439F-A20367CE279D}"/>
              </a:ext>
            </a:extLst>
          </p:cNvPr>
          <p:cNvGrpSpPr/>
          <p:nvPr/>
        </p:nvGrpSpPr>
        <p:grpSpPr>
          <a:xfrm>
            <a:off x="6414297" y="1204526"/>
            <a:ext cx="1469314" cy="944106"/>
            <a:chOff x="5423018" y="1213448"/>
            <a:chExt cx="1203665" cy="773414"/>
          </a:xfrm>
        </p:grpSpPr>
        <p:sp>
          <p:nvSpPr>
            <p:cNvPr id="1545" name="Google Shape;1545;p29">
              <a:extLst>
                <a:ext uri="{FF2B5EF4-FFF2-40B4-BE49-F238E27FC236}">
                  <a16:creationId xmlns:a16="http://schemas.microsoft.com/office/drawing/2014/main" id="{2E0AB285-97F8-9B12-DCAE-BE92A240D4BA}"/>
                </a:ext>
              </a:extLst>
            </p:cNvPr>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a:extLst>
                <a:ext uri="{FF2B5EF4-FFF2-40B4-BE49-F238E27FC236}">
                  <a16:creationId xmlns:a16="http://schemas.microsoft.com/office/drawing/2014/main" id="{736F976E-CE8D-6C95-5A80-4F7C04FCE16D}"/>
                </a:ext>
              </a:extLst>
            </p:cNvPr>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a:extLst>
                <a:ext uri="{FF2B5EF4-FFF2-40B4-BE49-F238E27FC236}">
                  <a16:creationId xmlns:a16="http://schemas.microsoft.com/office/drawing/2014/main" id="{34F7C62A-BB9B-7D24-3DDC-4F379318E4DE}"/>
                </a:ext>
              </a:extLst>
            </p:cNvPr>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a:extLst>
                <a:ext uri="{FF2B5EF4-FFF2-40B4-BE49-F238E27FC236}">
                  <a16:creationId xmlns:a16="http://schemas.microsoft.com/office/drawing/2014/main" id="{EA8490E8-D853-3884-FC9C-1284C9EE7AA7}"/>
                </a:ext>
              </a:extLst>
            </p:cNvPr>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a:extLst>
                <a:ext uri="{FF2B5EF4-FFF2-40B4-BE49-F238E27FC236}">
                  <a16:creationId xmlns:a16="http://schemas.microsoft.com/office/drawing/2014/main" id="{D02F1CF5-7CBE-EAB3-1CA2-C488A232C65F}"/>
                </a:ext>
              </a:extLst>
            </p:cNvPr>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a:extLst>
                <a:ext uri="{FF2B5EF4-FFF2-40B4-BE49-F238E27FC236}">
                  <a16:creationId xmlns:a16="http://schemas.microsoft.com/office/drawing/2014/main" id="{10A7798C-FCF2-171B-5301-6E5FB2D62121}"/>
                </a:ext>
              </a:extLst>
            </p:cNvPr>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a:extLst>
                <a:ext uri="{FF2B5EF4-FFF2-40B4-BE49-F238E27FC236}">
                  <a16:creationId xmlns:a16="http://schemas.microsoft.com/office/drawing/2014/main" id="{DD601CF4-BAAB-999E-947D-10895C1A3F0D}"/>
                </a:ext>
              </a:extLst>
            </p:cNvPr>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a:extLst>
                <a:ext uri="{FF2B5EF4-FFF2-40B4-BE49-F238E27FC236}">
                  <a16:creationId xmlns:a16="http://schemas.microsoft.com/office/drawing/2014/main" id="{1FA28FC5-FDF5-95C4-94D3-604DB9888633}"/>
                </a:ext>
              </a:extLst>
            </p:cNvPr>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a:extLst>
                <a:ext uri="{FF2B5EF4-FFF2-40B4-BE49-F238E27FC236}">
                  <a16:creationId xmlns:a16="http://schemas.microsoft.com/office/drawing/2014/main" id="{CC93665B-766E-F60B-8922-BE1ED8C8738C}"/>
                </a:ext>
              </a:extLst>
            </p:cNvPr>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a:extLst>
                <a:ext uri="{FF2B5EF4-FFF2-40B4-BE49-F238E27FC236}">
                  <a16:creationId xmlns:a16="http://schemas.microsoft.com/office/drawing/2014/main" id="{66AF99ED-4197-C3EA-C9B6-E62A680D82BD}"/>
                </a:ext>
              </a:extLst>
            </p:cNvPr>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a:extLst>
                <a:ext uri="{FF2B5EF4-FFF2-40B4-BE49-F238E27FC236}">
                  <a16:creationId xmlns:a16="http://schemas.microsoft.com/office/drawing/2014/main" id="{9473C21D-B9FF-D20B-B522-02D4A13C3347}"/>
                </a:ext>
              </a:extLst>
            </p:cNvPr>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a:extLst>
                <a:ext uri="{FF2B5EF4-FFF2-40B4-BE49-F238E27FC236}">
                  <a16:creationId xmlns:a16="http://schemas.microsoft.com/office/drawing/2014/main" id="{16315EDB-3B23-67A9-F22A-8370C196982B}"/>
                </a:ext>
              </a:extLst>
            </p:cNvPr>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a:extLst>
                <a:ext uri="{FF2B5EF4-FFF2-40B4-BE49-F238E27FC236}">
                  <a16:creationId xmlns:a16="http://schemas.microsoft.com/office/drawing/2014/main" id="{FA77A0D3-5444-38B1-1F44-F14AE6D88899}"/>
                </a:ext>
              </a:extLst>
            </p:cNvPr>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a:extLst>
                <a:ext uri="{FF2B5EF4-FFF2-40B4-BE49-F238E27FC236}">
                  <a16:creationId xmlns:a16="http://schemas.microsoft.com/office/drawing/2014/main" id="{05756B5D-C27A-B232-4D61-AF0229242D0F}"/>
                </a:ext>
              </a:extLst>
            </p:cNvPr>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a:extLst>
                <a:ext uri="{FF2B5EF4-FFF2-40B4-BE49-F238E27FC236}">
                  <a16:creationId xmlns:a16="http://schemas.microsoft.com/office/drawing/2014/main" id="{413DD5DC-3052-A014-0567-8EE05D7E5CC2}"/>
                </a:ext>
              </a:extLst>
            </p:cNvPr>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a:extLst>
                <a:ext uri="{FF2B5EF4-FFF2-40B4-BE49-F238E27FC236}">
                  <a16:creationId xmlns:a16="http://schemas.microsoft.com/office/drawing/2014/main" id="{D7A8F5E5-ED88-1620-DA35-567F0C623C05}"/>
                </a:ext>
              </a:extLst>
            </p:cNvPr>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a:extLst>
                <a:ext uri="{FF2B5EF4-FFF2-40B4-BE49-F238E27FC236}">
                  <a16:creationId xmlns:a16="http://schemas.microsoft.com/office/drawing/2014/main" id="{481264AA-BE86-763F-7352-EBF8A9E6C1D0}"/>
                </a:ext>
              </a:extLst>
            </p:cNvPr>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a:extLst>
                <a:ext uri="{FF2B5EF4-FFF2-40B4-BE49-F238E27FC236}">
                  <a16:creationId xmlns:a16="http://schemas.microsoft.com/office/drawing/2014/main" id="{4B657B3B-CC82-C7F7-0147-053766FFC4F6}"/>
                </a:ext>
              </a:extLst>
            </p:cNvPr>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a:extLst>
                <a:ext uri="{FF2B5EF4-FFF2-40B4-BE49-F238E27FC236}">
                  <a16:creationId xmlns:a16="http://schemas.microsoft.com/office/drawing/2014/main" id="{DEB252C7-CA3D-76AB-0E4C-2992A36DB3A3}"/>
                </a:ext>
              </a:extLst>
            </p:cNvPr>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a:extLst>
                <a:ext uri="{FF2B5EF4-FFF2-40B4-BE49-F238E27FC236}">
                  <a16:creationId xmlns:a16="http://schemas.microsoft.com/office/drawing/2014/main" id="{5B97F788-17EF-07B5-E1A5-8F05BF1A2237}"/>
                </a:ext>
              </a:extLst>
            </p:cNvPr>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a:extLst>
                <a:ext uri="{FF2B5EF4-FFF2-40B4-BE49-F238E27FC236}">
                  <a16:creationId xmlns:a16="http://schemas.microsoft.com/office/drawing/2014/main" id="{EB722D23-9B72-5377-E54F-13145FA10A32}"/>
                </a:ext>
              </a:extLst>
            </p:cNvPr>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a:extLst>
                <a:ext uri="{FF2B5EF4-FFF2-40B4-BE49-F238E27FC236}">
                  <a16:creationId xmlns:a16="http://schemas.microsoft.com/office/drawing/2014/main" id="{23470842-7F82-BFA9-EB1D-6EC12CE889CB}"/>
                </a:ext>
              </a:extLst>
            </p:cNvPr>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a:extLst>
                <a:ext uri="{FF2B5EF4-FFF2-40B4-BE49-F238E27FC236}">
                  <a16:creationId xmlns:a16="http://schemas.microsoft.com/office/drawing/2014/main" id="{8FBB1317-805E-5BC6-1A65-303CAF4BFAED}"/>
                </a:ext>
              </a:extLst>
            </p:cNvPr>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9">
              <a:extLst>
                <a:ext uri="{FF2B5EF4-FFF2-40B4-BE49-F238E27FC236}">
                  <a16:creationId xmlns:a16="http://schemas.microsoft.com/office/drawing/2014/main" id="{1F519FBB-C9BA-C78E-44BB-6B1151414377}"/>
                </a:ext>
              </a:extLst>
            </p:cNvPr>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a:extLst>
                <a:ext uri="{FF2B5EF4-FFF2-40B4-BE49-F238E27FC236}">
                  <a16:creationId xmlns:a16="http://schemas.microsoft.com/office/drawing/2014/main" id="{4FADFCC6-E9BD-FDAC-CF55-9EFD20836C06}"/>
                </a:ext>
              </a:extLst>
            </p:cNvPr>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a:extLst>
                <a:ext uri="{FF2B5EF4-FFF2-40B4-BE49-F238E27FC236}">
                  <a16:creationId xmlns:a16="http://schemas.microsoft.com/office/drawing/2014/main" id="{CC11A220-7A43-D65A-9C36-E213ABC7A346}"/>
                </a:ext>
              </a:extLst>
            </p:cNvPr>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a:extLst>
                <a:ext uri="{FF2B5EF4-FFF2-40B4-BE49-F238E27FC236}">
                  <a16:creationId xmlns:a16="http://schemas.microsoft.com/office/drawing/2014/main" id="{F4CEB909-0ED4-6DB7-5EF9-9903CC7E9B28}"/>
                </a:ext>
              </a:extLst>
            </p:cNvPr>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a:extLst>
                <a:ext uri="{FF2B5EF4-FFF2-40B4-BE49-F238E27FC236}">
                  <a16:creationId xmlns:a16="http://schemas.microsoft.com/office/drawing/2014/main" id="{44307B82-08C8-83B9-1228-3D432DEE5B44}"/>
                </a:ext>
              </a:extLst>
            </p:cNvPr>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a:extLst>
                <a:ext uri="{FF2B5EF4-FFF2-40B4-BE49-F238E27FC236}">
                  <a16:creationId xmlns:a16="http://schemas.microsoft.com/office/drawing/2014/main" id="{80B465BA-4930-CE91-FE00-BB894882C761}"/>
                </a:ext>
              </a:extLst>
            </p:cNvPr>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a:extLst>
                <a:ext uri="{FF2B5EF4-FFF2-40B4-BE49-F238E27FC236}">
                  <a16:creationId xmlns:a16="http://schemas.microsoft.com/office/drawing/2014/main" id="{2BC04A9A-67F8-B0DE-6B8F-01DA168FBDF8}"/>
                </a:ext>
              </a:extLst>
            </p:cNvPr>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a:extLst>
                <a:ext uri="{FF2B5EF4-FFF2-40B4-BE49-F238E27FC236}">
                  <a16:creationId xmlns:a16="http://schemas.microsoft.com/office/drawing/2014/main" id="{7431296B-155A-6B54-F3AE-3C2420F6B550}"/>
                </a:ext>
              </a:extLst>
            </p:cNvPr>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a:extLst>
                <a:ext uri="{FF2B5EF4-FFF2-40B4-BE49-F238E27FC236}">
                  <a16:creationId xmlns:a16="http://schemas.microsoft.com/office/drawing/2014/main" id="{C5E4DDFF-1C78-9F06-4828-5926CF9E3C1D}"/>
                </a:ext>
              </a:extLst>
            </p:cNvPr>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a:extLst>
                <a:ext uri="{FF2B5EF4-FFF2-40B4-BE49-F238E27FC236}">
                  <a16:creationId xmlns:a16="http://schemas.microsoft.com/office/drawing/2014/main" id="{C37D9630-1010-1EA1-9E88-6727AEB20FE9}"/>
                </a:ext>
              </a:extLst>
            </p:cNvPr>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a:extLst>
                <a:ext uri="{FF2B5EF4-FFF2-40B4-BE49-F238E27FC236}">
                  <a16:creationId xmlns:a16="http://schemas.microsoft.com/office/drawing/2014/main" id="{855798FE-CA4F-F2E2-7D05-DB53045DCBB7}"/>
                </a:ext>
              </a:extLst>
            </p:cNvPr>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a:extLst>
                <a:ext uri="{FF2B5EF4-FFF2-40B4-BE49-F238E27FC236}">
                  <a16:creationId xmlns:a16="http://schemas.microsoft.com/office/drawing/2014/main" id="{1751A104-4A3B-6ECA-3232-D7B80834C2E1}"/>
                </a:ext>
              </a:extLst>
            </p:cNvPr>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a:extLst>
                <a:ext uri="{FF2B5EF4-FFF2-40B4-BE49-F238E27FC236}">
                  <a16:creationId xmlns:a16="http://schemas.microsoft.com/office/drawing/2014/main" id="{10643357-2653-F257-D685-80F6AFF6A0BB}"/>
                </a:ext>
              </a:extLst>
            </p:cNvPr>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a:extLst>
                <a:ext uri="{FF2B5EF4-FFF2-40B4-BE49-F238E27FC236}">
                  <a16:creationId xmlns:a16="http://schemas.microsoft.com/office/drawing/2014/main" id="{2250ED9C-7B29-9785-13E3-3A3112B3E26D}"/>
                </a:ext>
              </a:extLst>
            </p:cNvPr>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a:extLst>
                <a:ext uri="{FF2B5EF4-FFF2-40B4-BE49-F238E27FC236}">
                  <a16:creationId xmlns:a16="http://schemas.microsoft.com/office/drawing/2014/main" id="{36DD5AE5-6151-05D7-AFAA-29939CE040C0}"/>
                </a:ext>
              </a:extLst>
            </p:cNvPr>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a:extLst>
                <a:ext uri="{FF2B5EF4-FFF2-40B4-BE49-F238E27FC236}">
                  <a16:creationId xmlns:a16="http://schemas.microsoft.com/office/drawing/2014/main" id="{DA2A7684-9D08-54D1-53FA-B96ED10BB98B}"/>
                </a:ext>
              </a:extLst>
            </p:cNvPr>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a:extLst>
                <a:ext uri="{FF2B5EF4-FFF2-40B4-BE49-F238E27FC236}">
                  <a16:creationId xmlns:a16="http://schemas.microsoft.com/office/drawing/2014/main" id="{8DC6E97F-BE28-23F7-FF74-A26D20B9EE2A}"/>
                </a:ext>
              </a:extLst>
            </p:cNvPr>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a:extLst>
                <a:ext uri="{FF2B5EF4-FFF2-40B4-BE49-F238E27FC236}">
                  <a16:creationId xmlns:a16="http://schemas.microsoft.com/office/drawing/2014/main" id="{20429618-6C6A-73BD-534D-127BFB39E4E8}"/>
                </a:ext>
              </a:extLst>
            </p:cNvPr>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a:extLst>
                <a:ext uri="{FF2B5EF4-FFF2-40B4-BE49-F238E27FC236}">
                  <a16:creationId xmlns:a16="http://schemas.microsoft.com/office/drawing/2014/main" id="{4DF68397-01C8-9064-9FE5-E730A1844494}"/>
                </a:ext>
              </a:extLst>
            </p:cNvPr>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17428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9D75653A-2ECF-1B30-ABE3-3A43066BA000}"/>
            </a:ext>
          </a:extLst>
        </p:cNvPr>
        <p:cNvGrpSpPr/>
        <p:nvPr/>
      </p:nvGrpSpPr>
      <p:grpSpPr>
        <a:xfrm>
          <a:off x="0" y="0"/>
          <a:ext cx="0" cy="0"/>
          <a:chOff x="0" y="0"/>
          <a:chExt cx="0" cy="0"/>
        </a:xfrm>
      </p:grpSpPr>
      <p:sp>
        <p:nvSpPr>
          <p:cNvPr id="1500" name="Google Shape;1500;p29">
            <a:extLst>
              <a:ext uri="{FF2B5EF4-FFF2-40B4-BE49-F238E27FC236}">
                <a16:creationId xmlns:a16="http://schemas.microsoft.com/office/drawing/2014/main" id="{FADBAF2D-5F87-B8FA-7791-FB9D9BCDD804}"/>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Judging Criteria</a:t>
            </a:r>
            <a:endParaRPr dirty="0"/>
          </a:p>
        </p:txBody>
      </p:sp>
      <p:sp>
        <p:nvSpPr>
          <p:cNvPr id="1501" name="Google Shape;1501;p29">
            <a:extLst>
              <a:ext uri="{FF2B5EF4-FFF2-40B4-BE49-F238E27FC236}">
                <a16:creationId xmlns:a16="http://schemas.microsoft.com/office/drawing/2014/main" id="{AFDD4D48-5274-44E5-4BC5-3AE03BFB06C9}"/>
              </a:ext>
            </a:extLst>
          </p:cNvPr>
          <p:cNvSpPr txBox="1">
            <a:spLocks noGrp="1"/>
          </p:cNvSpPr>
          <p:nvPr>
            <p:ph type="subTitle" idx="1"/>
          </p:nvPr>
        </p:nvSpPr>
        <p:spPr>
          <a:xfrm>
            <a:off x="320206" y="1203720"/>
            <a:ext cx="6151640" cy="3592115"/>
          </a:xfrm>
          <a:prstGeom prst="rect">
            <a:avLst/>
          </a:prstGeom>
        </p:spPr>
        <p:txBody>
          <a:bodyPr spcFirstLastPara="1" wrap="square" lIns="91425" tIns="91425" rIns="91425" bIns="91425" anchor="t" anchorCtr="0">
            <a:noAutofit/>
          </a:bodyPr>
          <a:lstStyle/>
          <a:p>
            <a:r>
              <a:rPr lang="en-CA" dirty="0"/>
              <a:t>Video Submissions are due on Sunday May 31</a:t>
            </a:r>
            <a:r>
              <a:rPr lang="en-CA" baseline="30000" dirty="0"/>
              <a:t>st</a:t>
            </a:r>
            <a:r>
              <a:rPr lang="en-CA" dirty="0"/>
              <a:t>, 2026 11am NST</a:t>
            </a:r>
          </a:p>
          <a:p>
            <a:endParaRPr lang="en-CA" dirty="0"/>
          </a:p>
          <a:p>
            <a:r>
              <a:rPr lang="en-CA" dirty="0"/>
              <a:t>The top 5-6 groups will need to demonstrate their solution live for the judges and students, while answering questions on their solution. </a:t>
            </a:r>
          </a:p>
          <a:p>
            <a:endParaRPr lang="en-CA" dirty="0"/>
          </a:p>
          <a:p>
            <a:r>
              <a:rPr lang="en-CA" dirty="0"/>
              <a:t>The judging rubric is as follows: </a:t>
            </a:r>
          </a:p>
          <a:p>
            <a:pPr>
              <a:buFont typeface="Arial" panose="020B0604020202020204" pitchFamily="34" charset="0"/>
              <a:buChar char="•"/>
            </a:pPr>
            <a:r>
              <a:rPr lang="en-CA" dirty="0"/>
              <a:t>Problem &amp; Relevance </a:t>
            </a:r>
          </a:p>
          <a:p>
            <a:pPr>
              <a:buFont typeface="Arial" panose="020B0604020202020204" pitchFamily="34" charset="0"/>
              <a:buChar char="•"/>
            </a:pPr>
            <a:r>
              <a:rPr lang="en-CA" dirty="0"/>
              <a:t>Innovation </a:t>
            </a:r>
          </a:p>
          <a:p>
            <a:pPr>
              <a:buFont typeface="Arial" panose="020B0604020202020204" pitchFamily="34" charset="0"/>
              <a:buChar char="•"/>
            </a:pPr>
            <a:r>
              <a:rPr lang="en-CA" dirty="0"/>
              <a:t>Technical Execution </a:t>
            </a:r>
          </a:p>
          <a:p>
            <a:pPr>
              <a:buFont typeface="Arial" panose="020B0604020202020204" pitchFamily="34" charset="0"/>
              <a:buChar char="•"/>
            </a:pPr>
            <a:r>
              <a:rPr lang="en-CA" dirty="0"/>
              <a:t>Video &amp; Communication </a:t>
            </a:r>
          </a:p>
          <a:p>
            <a:pPr>
              <a:buFont typeface="Arial" panose="020B0604020202020204" pitchFamily="34" charset="0"/>
              <a:buChar char="•"/>
            </a:pPr>
            <a:r>
              <a:rPr lang="en-CA" dirty="0"/>
              <a:t>Impact &amp; Value </a:t>
            </a:r>
          </a:p>
          <a:p>
            <a:pPr>
              <a:buFont typeface="Arial" panose="020B0604020202020204" pitchFamily="34" charset="0"/>
              <a:buChar char="•"/>
            </a:pPr>
            <a:endParaRPr lang="en-CA" dirty="0"/>
          </a:p>
          <a:p>
            <a:pPr>
              <a:buFont typeface="Arial" panose="020B0604020202020204" pitchFamily="34" charset="0"/>
              <a:buChar char="•"/>
            </a:pPr>
            <a:endParaRPr lang="en-CA" dirty="0"/>
          </a:p>
          <a:p>
            <a:pPr marL="152400" indent="0"/>
            <a:r>
              <a:rPr lang="en-CA" dirty="0"/>
              <a:t>The judging rubric is available on the Google Drive Link </a:t>
            </a:r>
          </a:p>
        </p:txBody>
      </p:sp>
      <p:grpSp>
        <p:nvGrpSpPr>
          <p:cNvPr id="1504" name="Google Shape;1504;p29">
            <a:extLst>
              <a:ext uri="{FF2B5EF4-FFF2-40B4-BE49-F238E27FC236}">
                <a16:creationId xmlns:a16="http://schemas.microsoft.com/office/drawing/2014/main" id="{A8025D92-E268-563E-85D6-8B622D5BBC80}"/>
              </a:ext>
            </a:extLst>
          </p:cNvPr>
          <p:cNvGrpSpPr/>
          <p:nvPr/>
        </p:nvGrpSpPr>
        <p:grpSpPr>
          <a:xfrm>
            <a:off x="7225068" y="3582212"/>
            <a:ext cx="1155488" cy="930983"/>
            <a:chOff x="7225068" y="3582212"/>
            <a:chExt cx="1155488" cy="930983"/>
          </a:xfrm>
        </p:grpSpPr>
        <p:grpSp>
          <p:nvGrpSpPr>
            <p:cNvPr id="1505" name="Google Shape;1505;p29">
              <a:extLst>
                <a:ext uri="{FF2B5EF4-FFF2-40B4-BE49-F238E27FC236}">
                  <a16:creationId xmlns:a16="http://schemas.microsoft.com/office/drawing/2014/main" id="{EC26AF9C-3175-3FC0-AD47-D17C7D74E615}"/>
                </a:ext>
              </a:extLst>
            </p:cNvPr>
            <p:cNvGrpSpPr/>
            <p:nvPr/>
          </p:nvGrpSpPr>
          <p:grpSpPr>
            <a:xfrm>
              <a:off x="8190795" y="3582212"/>
              <a:ext cx="189761" cy="189761"/>
              <a:chOff x="5448853" y="3419595"/>
              <a:chExt cx="78736" cy="78736"/>
            </a:xfrm>
          </p:grpSpPr>
          <p:sp>
            <p:nvSpPr>
              <p:cNvPr id="1506" name="Google Shape;1506;p29">
                <a:extLst>
                  <a:ext uri="{FF2B5EF4-FFF2-40B4-BE49-F238E27FC236}">
                    <a16:creationId xmlns:a16="http://schemas.microsoft.com/office/drawing/2014/main" id="{0BDFCDA4-E20C-5DFE-A9DF-5E628EB5B164}"/>
                  </a:ext>
                </a:extLst>
              </p:cNvPr>
              <p:cNvSpPr/>
              <p:nvPr/>
            </p:nvSpPr>
            <p:spPr>
              <a:xfrm>
                <a:off x="5486333" y="3419595"/>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9">
                <a:extLst>
                  <a:ext uri="{FF2B5EF4-FFF2-40B4-BE49-F238E27FC236}">
                    <a16:creationId xmlns:a16="http://schemas.microsoft.com/office/drawing/2014/main" id="{3167D2B2-3B40-6C72-D208-1F3ACA343AB1}"/>
                  </a:ext>
                </a:extLst>
              </p:cNvPr>
              <p:cNvSpPr/>
              <p:nvPr/>
            </p:nvSpPr>
            <p:spPr>
              <a:xfrm>
                <a:off x="5486333" y="3473511"/>
                <a:ext cx="3741" cy="24820"/>
              </a:xfrm>
              <a:custGeom>
                <a:avLst/>
                <a:gdLst/>
                <a:ahLst/>
                <a:cxnLst/>
                <a:rect l="l" t="t" r="r" b="b"/>
                <a:pathLst>
                  <a:path w="112" h="743" extrusionOk="0">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9">
                <a:extLst>
                  <a:ext uri="{FF2B5EF4-FFF2-40B4-BE49-F238E27FC236}">
                    <a16:creationId xmlns:a16="http://schemas.microsoft.com/office/drawing/2014/main" id="{2D82E37D-2A0C-8FA5-F127-B8182AF76EF4}"/>
                  </a:ext>
                </a:extLst>
              </p:cNvPr>
              <p:cNvSpPr/>
              <p:nvPr/>
            </p:nvSpPr>
            <p:spPr>
              <a:xfrm>
                <a:off x="5502768"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9">
                <a:extLst>
                  <a:ext uri="{FF2B5EF4-FFF2-40B4-BE49-F238E27FC236}">
                    <a16:creationId xmlns:a16="http://schemas.microsoft.com/office/drawing/2014/main" id="{791B3426-49FA-C257-749A-5FD286EC3C96}"/>
                  </a:ext>
                </a:extLst>
              </p:cNvPr>
              <p:cNvSpPr/>
              <p:nvPr/>
            </p:nvSpPr>
            <p:spPr>
              <a:xfrm>
                <a:off x="5448853" y="3457075"/>
                <a:ext cx="24820" cy="3741"/>
              </a:xfrm>
              <a:custGeom>
                <a:avLst/>
                <a:gdLst/>
                <a:ahLst/>
                <a:cxnLst/>
                <a:rect l="l" t="t" r="r" b="b"/>
                <a:pathLst>
                  <a:path w="743" h="112" extrusionOk="0">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29">
                <a:extLst>
                  <a:ext uri="{FF2B5EF4-FFF2-40B4-BE49-F238E27FC236}">
                    <a16:creationId xmlns:a16="http://schemas.microsoft.com/office/drawing/2014/main" id="{691409A0-153E-C3AE-F773-89E4A83D2E08}"/>
                  </a:ext>
                </a:extLst>
              </p:cNvPr>
              <p:cNvSpPr/>
              <p:nvPr/>
            </p:nvSpPr>
            <p:spPr>
              <a:xfrm>
                <a:off x="5459676" y="3468466"/>
                <a:ext cx="19241" cy="19007"/>
              </a:xfrm>
              <a:custGeom>
                <a:avLst/>
                <a:gdLst/>
                <a:ahLst/>
                <a:cxnLst/>
                <a:rect l="l" t="t" r="r" b="b"/>
                <a:pathLst>
                  <a:path w="576" h="569" extrusionOk="0">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29">
                <a:extLst>
                  <a:ext uri="{FF2B5EF4-FFF2-40B4-BE49-F238E27FC236}">
                    <a16:creationId xmlns:a16="http://schemas.microsoft.com/office/drawing/2014/main" id="{A63B2E90-BF05-6A35-5109-EBA36FEF18FC}"/>
                  </a:ext>
                </a:extLst>
              </p:cNvPr>
              <p:cNvSpPr/>
              <p:nvPr/>
            </p:nvSpPr>
            <p:spPr>
              <a:xfrm>
                <a:off x="5497791" y="3430351"/>
                <a:ext cx="19241" cy="18707"/>
              </a:xfrm>
              <a:custGeom>
                <a:avLst/>
                <a:gdLst/>
                <a:ahLst/>
                <a:cxnLst/>
                <a:rect l="l" t="t" r="r" b="b"/>
                <a:pathLst>
                  <a:path w="576" h="560" extrusionOk="0">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29">
                <a:extLst>
                  <a:ext uri="{FF2B5EF4-FFF2-40B4-BE49-F238E27FC236}">
                    <a16:creationId xmlns:a16="http://schemas.microsoft.com/office/drawing/2014/main" id="{D8856262-705E-291D-06D5-24AAE1EAF369}"/>
                  </a:ext>
                </a:extLst>
              </p:cNvPr>
              <p:cNvSpPr/>
              <p:nvPr/>
            </p:nvSpPr>
            <p:spPr>
              <a:xfrm>
                <a:off x="5459676" y="3430351"/>
                <a:ext cx="19241" cy="18707"/>
              </a:xfrm>
              <a:custGeom>
                <a:avLst/>
                <a:gdLst/>
                <a:ahLst/>
                <a:cxnLst/>
                <a:rect l="l" t="t" r="r" b="b"/>
                <a:pathLst>
                  <a:path w="576" h="560" extrusionOk="0">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29">
                <a:extLst>
                  <a:ext uri="{FF2B5EF4-FFF2-40B4-BE49-F238E27FC236}">
                    <a16:creationId xmlns:a16="http://schemas.microsoft.com/office/drawing/2014/main" id="{B82B2C11-1832-882C-D1C4-197C645E1246}"/>
                  </a:ext>
                </a:extLst>
              </p:cNvPr>
              <p:cNvSpPr/>
              <p:nvPr/>
            </p:nvSpPr>
            <p:spPr>
              <a:xfrm>
                <a:off x="5497791" y="3468466"/>
                <a:ext cx="19241" cy="19007"/>
              </a:xfrm>
              <a:custGeom>
                <a:avLst/>
                <a:gdLst/>
                <a:ahLst/>
                <a:cxnLst/>
                <a:rect l="l" t="t" r="r" b="b"/>
                <a:pathLst>
                  <a:path w="576" h="569" extrusionOk="0">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4" name="Google Shape;1514;p29">
              <a:extLst>
                <a:ext uri="{FF2B5EF4-FFF2-40B4-BE49-F238E27FC236}">
                  <a16:creationId xmlns:a16="http://schemas.microsoft.com/office/drawing/2014/main" id="{1AF9E84A-E682-3FEC-9A5E-C098517B1BA3}"/>
                </a:ext>
              </a:extLst>
            </p:cNvPr>
            <p:cNvSpPr/>
            <p:nvPr/>
          </p:nvSpPr>
          <p:spPr>
            <a:xfrm>
              <a:off x="7225068" y="3624794"/>
              <a:ext cx="890332" cy="888400"/>
            </a:xfrm>
            <a:custGeom>
              <a:avLst/>
              <a:gdLst/>
              <a:ahLst/>
              <a:cxnLst/>
              <a:rect l="l" t="t" r="r" b="b"/>
              <a:pathLst>
                <a:path w="11059" h="11035" extrusionOk="0">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5" name="Google Shape;1515;p29">
            <a:extLst>
              <a:ext uri="{FF2B5EF4-FFF2-40B4-BE49-F238E27FC236}">
                <a16:creationId xmlns:a16="http://schemas.microsoft.com/office/drawing/2014/main" id="{27118B86-F17C-B595-2082-F6502E200503}"/>
              </a:ext>
            </a:extLst>
          </p:cNvPr>
          <p:cNvGrpSpPr/>
          <p:nvPr/>
        </p:nvGrpSpPr>
        <p:grpSpPr>
          <a:xfrm>
            <a:off x="6959933" y="2357479"/>
            <a:ext cx="1298848" cy="1015848"/>
            <a:chOff x="781983" y="2939892"/>
            <a:chExt cx="1298848" cy="1015848"/>
          </a:xfrm>
        </p:grpSpPr>
        <p:sp>
          <p:nvSpPr>
            <p:cNvPr id="1516" name="Google Shape;1516;p29">
              <a:extLst>
                <a:ext uri="{FF2B5EF4-FFF2-40B4-BE49-F238E27FC236}">
                  <a16:creationId xmlns:a16="http://schemas.microsoft.com/office/drawing/2014/main" id="{FC4E3EAA-1F10-39F3-3984-32280F5E3D8A}"/>
                </a:ext>
              </a:extLst>
            </p:cNvPr>
            <p:cNvSpPr/>
            <p:nvPr/>
          </p:nvSpPr>
          <p:spPr>
            <a:xfrm>
              <a:off x="786411" y="3238660"/>
              <a:ext cx="998615" cy="711847"/>
            </a:xfrm>
            <a:custGeom>
              <a:avLst/>
              <a:gdLst/>
              <a:ahLst/>
              <a:cxnLst/>
              <a:rect l="l" t="t" r="r" b="b"/>
              <a:pathLst>
                <a:path w="12404" h="8842" extrusionOk="0">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29">
              <a:extLst>
                <a:ext uri="{FF2B5EF4-FFF2-40B4-BE49-F238E27FC236}">
                  <a16:creationId xmlns:a16="http://schemas.microsoft.com/office/drawing/2014/main" id="{28F1F890-5077-AD03-D554-58C1F392DA3A}"/>
                </a:ext>
              </a:extLst>
            </p:cNvPr>
            <p:cNvSpPr/>
            <p:nvPr/>
          </p:nvSpPr>
          <p:spPr>
            <a:xfrm>
              <a:off x="781983" y="3234151"/>
              <a:ext cx="1008276" cy="721589"/>
            </a:xfrm>
            <a:custGeom>
              <a:avLst/>
              <a:gdLst/>
              <a:ahLst/>
              <a:cxnLst/>
              <a:rect l="l" t="t" r="r" b="b"/>
              <a:pathLst>
                <a:path w="12524" h="8963" extrusionOk="0">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29">
              <a:extLst>
                <a:ext uri="{FF2B5EF4-FFF2-40B4-BE49-F238E27FC236}">
                  <a16:creationId xmlns:a16="http://schemas.microsoft.com/office/drawing/2014/main" id="{C45CB820-EEEC-852F-2F4B-EC186D185C94}"/>
                </a:ext>
              </a:extLst>
            </p:cNvPr>
            <p:cNvSpPr/>
            <p:nvPr/>
          </p:nvSpPr>
          <p:spPr>
            <a:xfrm>
              <a:off x="842445" y="3184880"/>
              <a:ext cx="998615" cy="120359"/>
            </a:xfrm>
            <a:custGeom>
              <a:avLst/>
              <a:gdLst/>
              <a:ahLst/>
              <a:cxnLst/>
              <a:rect l="l" t="t" r="r" b="b"/>
              <a:pathLst>
                <a:path w="12404" h="1495" extrusionOk="0">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29">
              <a:extLst>
                <a:ext uri="{FF2B5EF4-FFF2-40B4-BE49-F238E27FC236}">
                  <a16:creationId xmlns:a16="http://schemas.microsoft.com/office/drawing/2014/main" id="{B8BEB11A-4DC7-4FA5-9FC7-EA640D314EFA}"/>
                </a:ext>
              </a:extLst>
            </p:cNvPr>
            <p:cNvSpPr/>
            <p:nvPr/>
          </p:nvSpPr>
          <p:spPr>
            <a:xfrm>
              <a:off x="837937" y="3180371"/>
              <a:ext cx="1007632" cy="129295"/>
            </a:xfrm>
            <a:custGeom>
              <a:avLst/>
              <a:gdLst/>
              <a:ahLst/>
              <a:cxnLst/>
              <a:rect l="l" t="t" r="r" b="b"/>
              <a:pathLst>
                <a:path w="12516" h="1606" extrusionOk="0">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29">
              <a:extLst>
                <a:ext uri="{FF2B5EF4-FFF2-40B4-BE49-F238E27FC236}">
                  <a16:creationId xmlns:a16="http://schemas.microsoft.com/office/drawing/2014/main" id="{0F9B00F4-4CEC-3253-4EC8-C33FD7064A76}"/>
                </a:ext>
              </a:extLst>
            </p:cNvPr>
            <p:cNvSpPr/>
            <p:nvPr/>
          </p:nvSpPr>
          <p:spPr>
            <a:xfrm>
              <a:off x="950731" y="3219982"/>
              <a:ext cx="45648" cy="46372"/>
            </a:xfrm>
            <a:custGeom>
              <a:avLst/>
              <a:gdLst/>
              <a:ahLst/>
              <a:cxnLst/>
              <a:rect l="l" t="t" r="r" b="b"/>
              <a:pathLst>
                <a:path w="567" h="576" extrusionOk="0">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29">
              <a:extLst>
                <a:ext uri="{FF2B5EF4-FFF2-40B4-BE49-F238E27FC236}">
                  <a16:creationId xmlns:a16="http://schemas.microsoft.com/office/drawing/2014/main" id="{4F1417AE-9320-A47A-59CD-DA759B47BD53}"/>
                </a:ext>
              </a:extLst>
            </p:cNvPr>
            <p:cNvSpPr/>
            <p:nvPr/>
          </p:nvSpPr>
          <p:spPr>
            <a:xfrm>
              <a:off x="1022465" y="3219982"/>
              <a:ext cx="46372" cy="46372"/>
            </a:xfrm>
            <a:custGeom>
              <a:avLst/>
              <a:gdLst/>
              <a:ahLst/>
              <a:cxnLst/>
              <a:rect l="l" t="t" r="r" b="b"/>
              <a:pathLst>
                <a:path w="576" h="576" extrusionOk="0">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9">
              <a:extLst>
                <a:ext uri="{FF2B5EF4-FFF2-40B4-BE49-F238E27FC236}">
                  <a16:creationId xmlns:a16="http://schemas.microsoft.com/office/drawing/2014/main" id="{689F08E9-2A57-6513-439E-44924497E1D2}"/>
                </a:ext>
              </a:extLst>
            </p:cNvPr>
            <p:cNvSpPr/>
            <p:nvPr/>
          </p:nvSpPr>
          <p:spPr>
            <a:xfrm>
              <a:off x="879077" y="3219982"/>
              <a:ext cx="46372" cy="46372"/>
            </a:xfrm>
            <a:custGeom>
              <a:avLst/>
              <a:gdLst/>
              <a:ahLst/>
              <a:cxnLst/>
              <a:rect l="l" t="t" r="r" b="b"/>
              <a:pathLst>
                <a:path w="576" h="576" extrusionOk="0">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9">
              <a:extLst>
                <a:ext uri="{FF2B5EF4-FFF2-40B4-BE49-F238E27FC236}">
                  <a16:creationId xmlns:a16="http://schemas.microsoft.com/office/drawing/2014/main" id="{B470B322-0218-6954-8AB1-1D34E8FA438A}"/>
                </a:ext>
              </a:extLst>
            </p:cNvPr>
            <p:cNvSpPr/>
            <p:nvPr/>
          </p:nvSpPr>
          <p:spPr>
            <a:xfrm>
              <a:off x="841721" y="3305160"/>
              <a:ext cx="999340" cy="587061"/>
            </a:xfrm>
            <a:custGeom>
              <a:avLst/>
              <a:gdLst/>
              <a:ahLst/>
              <a:cxnLst/>
              <a:rect l="l" t="t" r="r" b="b"/>
              <a:pathLst>
                <a:path w="12413" h="7292" extrusionOk="0">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9">
              <a:extLst>
                <a:ext uri="{FF2B5EF4-FFF2-40B4-BE49-F238E27FC236}">
                  <a16:creationId xmlns:a16="http://schemas.microsoft.com/office/drawing/2014/main" id="{41787212-3F26-ADCE-5D5C-226FAF1DBD0C}"/>
                </a:ext>
              </a:extLst>
            </p:cNvPr>
            <p:cNvSpPr/>
            <p:nvPr/>
          </p:nvSpPr>
          <p:spPr>
            <a:xfrm>
              <a:off x="837212" y="3299927"/>
              <a:ext cx="1008356" cy="596802"/>
            </a:xfrm>
            <a:custGeom>
              <a:avLst/>
              <a:gdLst/>
              <a:ahLst/>
              <a:cxnLst/>
              <a:rect l="l" t="t" r="r" b="b"/>
              <a:pathLst>
                <a:path w="12525" h="7413" extrusionOk="0">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9">
              <a:extLst>
                <a:ext uri="{FF2B5EF4-FFF2-40B4-BE49-F238E27FC236}">
                  <a16:creationId xmlns:a16="http://schemas.microsoft.com/office/drawing/2014/main" id="{6C951014-47CF-1D66-A08B-FA878F5A58A3}"/>
                </a:ext>
              </a:extLst>
            </p:cNvPr>
            <p:cNvSpPr/>
            <p:nvPr/>
          </p:nvSpPr>
          <p:spPr>
            <a:xfrm>
              <a:off x="1256989" y="3442589"/>
              <a:ext cx="458571" cy="9017"/>
            </a:xfrm>
            <a:custGeom>
              <a:avLst/>
              <a:gdLst/>
              <a:ahLst/>
              <a:cxnLst/>
              <a:rect l="l" t="t" r="r" b="b"/>
              <a:pathLst>
                <a:path w="5696" h="112" extrusionOk="0">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9">
              <a:extLst>
                <a:ext uri="{FF2B5EF4-FFF2-40B4-BE49-F238E27FC236}">
                  <a16:creationId xmlns:a16="http://schemas.microsoft.com/office/drawing/2014/main" id="{5719213D-7E39-61DE-9E4D-46ADEFD5D631}"/>
                </a:ext>
              </a:extLst>
            </p:cNvPr>
            <p:cNvSpPr/>
            <p:nvPr/>
          </p:nvSpPr>
          <p:spPr>
            <a:xfrm>
              <a:off x="1256989" y="3510538"/>
              <a:ext cx="167375" cy="9741"/>
            </a:xfrm>
            <a:custGeom>
              <a:avLst/>
              <a:gdLst/>
              <a:ahLst/>
              <a:cxnLst/>
              <a:rect l="l" t="t" r="r" b="b"/>
              <a:pathLst>
                <a:path w="2079" h="121" extrusionOk="0">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29">
              <a:extLst>
                <a:ext uri="{FF2B5EF4-FFF2-40B4-BE49-F238E27FC236}">
                  <a16:creationId xmlns:a16="http://schemas.microsoft.com/office/drawing/2014/main" id="{5DEDEF0D-E7F8-37BA-DECD-7D992E59FAD6}"/>
                </a:ext>
              </a:extLst>
            </p:cNvPr>
            <p:cNvSpPr/>
            <p:nvPr/>
          </p:nvSpPr>
          <p:spPr>
            <a:xfrm>
              <a:off x="1479518" y="3510538"/>
              <a:ext cx="200947" cy="9741"/>
            </a:xfrm>
            <a:custGeom>
              <a:avLst/>
              <a:gdLst/>
              <a:ahLst/>
              <a:cxnLst/>
              <a:rect l="l" t="t" r="r" b="b"/>
              <a:pathLst>
                <a:path w="2496" h="121" extrusionOk="0">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29">
              <a:extLst>
                <a:ext uri="{FF2B5EF4-FFF2-40B4-BE49-F238E27FC236}">
                  <a16:creationId xmlns:a16="http://schemas.microsoft.com/office/drawing/2014/main" id="{ED4CDDB3-A891-CC5F-4CE6-C8965E632360}"/>
                </a:ext>
              </a:extLst>
            </p:cNvPr>
            <p:cNvSpPr/>
            <p:nvPr/>
          </p:nvSpPr>
          <p:spPr>
            <a:xfrm>
              <a:off x="1256989" y="3717365"/>
              <a:ext cx="297314" cy="9097"/>
            </a:xfrm>
            <a:custGeom>
              <a:avLst/>
              <a:gdLst/>
              <a:ahLst/>
              <a:cxnLst/>
              <a:rect l="l" t="t" r="r" b="b"/>
              <a:pathLst>
                <a:path w="3693" h="113" extrusionOk="0">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29">
              <a:extLst>
                <a:ext uri="{FF2B5EF4-FFF2-40B4-BE49-F238E27FC236}">
                  <a16:creationId xmlns:a16="http://schemas.microsoft.com/office/drawing/2014/main" id="{91788CAB-A40B-2595-D2B4-293925BC7BE8}"/>
                </a:ext>
              </a:extLst>
            </p:cNvPr>
            <p:cNvSpPr/>
            <p:nvPr/>
          </p:nvSpPr>
          <p:spPr>
            <a:xfrm>
              <a:off x="1256989" y="3582191"/>
              <a:ext cx="462355" cy="9822"/>
            </a:xfrm>
            <a:custGeom>
              <a:avLst/>
              <a:gdLst/>
              <a:ahLst/>
              <a:cxnLst/>
              <a:rect l="l" t="t" r="r" b="b"/>
              <a:pathLst>
                <a:path w="5743" h="122" extrusionOk="0">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9">
              <a:extLst>
                <a:ext uri="{FF2B5EF4-FFF2-40B4-BE49-F238E27FC236}">
                  <a16:creationId xmlns:a16="http://schemas.microsoft.com/office/drawing/2014/main" id="{0CAC0E5B-1365-1A3A-A59E-AF87B0066B99}"/>
                </a:ext>
              </a:extLst>
            </p:cNvPr>
            <p:cNvSpPr/>
            <p:nvPr/>
          </p:nvSpPr>
          <p:spPr>
            <a:xfrm>
              <a:off x="1256989" y="3650140"/>
              <a:ext cx="153125" cy="9822"/>
            </a:xfrm>
            <a:custGeom>
              <a:avLst/>
              <a:gdLst/>
              <a:ahLst/>
              <a:cxnLst/>
              <a:rect l="l" t="t" r="r" b="b"/>
              <a:pathLst>
                <a:path w="1902" h="122" extrusionOk="0">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29">
              <a:extLst>
                <a:ext uri="{FF2B5EF4-FFF2-40B4-BE49-F238E27FC236}">
                  <a16:creationId xmlns:a16="http://schemas.microsoft.com/office/drawing/2014/main" id="{6FF4CB8A-0276-5875-3CF8-775D0C568B79}"/>
                </a:ext>
              </a:extLst>
            </p:cNvPr>
            <p:cNvSpPr/>
            <p:nvPr/>
          </p:nvSpPr>
          <p:spPr>
            <a:xfrm>
              <a:off x="1444416" y="3650140"/>
              <a:ext cx="271149" cy="9822"/>
            </a:xfrm>
            <a:custGeom>
              <a:avLst/>
              <a:gdLst/>
              <a:ahLst/>
              <a:cxnLst/>
              <a:rect l="l" t="t" r="r" b="b"/>
              <a:pathLst>
                <a:path w="3368" h="122" extrusionOk="0">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29">
              <a:extLst>
                <a:ext uri="{FF2B5EF4-FFF2-40B4-BE49-F238E27FC236}">
                  <a16:creationId xmlns:a16="http://schemas.microsoft.com/office/drawing/2014/main" id="{69C94322-261D-F8A9-134B-A019A294FFAF}"/>
                </a:ext>
              </a:extLst>
            </p:cNvPr>
            <p:cNvSpPr/>
            <p:nvPr/>
          </p:nvSpPr>
          <p:spPr>
            <a:xfrm>
              <a:off x="912650" y="3420127"/>
              <a:ext cx="298844" cy="298844"/>
            </a:xfrm>
            <a:custGeom>
              <a:avLst/>
              <a:gdLst/>
              <a:ahLst/>
              <a:cxnLst/>
              <a:rect l="l" t="t" r="r" b="b"/>
              <a:pathLst>
                <a:path w="3712" h="3712" extrusionOk="0">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9">
              <a:extLst>
                <a:ext uri="{FF2B5EF4-FFF2-40B4-BE49-F238E27FC236}">
                  <a16:creationId xmlns:a16="http://schemas.microsoft.com/office/drawing/2014/main" id="{D06582A2-6665-F10B-D229-A274AA2A4697}"/>
                </a:ext>
              </a:extLst>
            </p:cNvPr>
            <p:cNvSpPr/>
            <p:nvPr/>
          </p:nvSpPr>
          <p:spPr>
            <a:xfrm>
              <a:off x="908141" y="3415699"/>
              <a:ext cx="307780" cy="307780"/>
            </a:xfrm>
            <a:custGeom>
              <a:avLst/>
              <a:gdLst/>
              <a:ahLst/>
              <a:cxnLst/>
              <a:rect l="l" t="t" r="r" b="b"/>
              <a:pathLst>
                <a:path w="3823" h="3823" extrusionOk="0">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29">
              <a:extLst>
                <a:ext uri="{FF2B5EF4-FFF2-40B4-BE49-F238E27FC236}">
                  <a16:creationId xmlns:a16="http://schemas.microsoft.com/office/drawing/2014/main" id="{714C4674-EDDC-4BE5-A49E-7ECE8AFCC544}"/>
                </a:ext>
              </a:extLst>
            </p:cNvPr>
            <p:cNvSpPr/>
            <p:nvPr/>
          </p:nvSpPr>
          <p:spPr>
            <a:xfrm>
              <a:off x="899929" y="3422381"/>
              <a:ext cx="298119" cy="298039"/>
            </a:xfrm>
            <a:custGeom>
              <a:avLst/>
              <a:gdLst/>
              <a:ahLst/>
              <a:cxnLst/>
              <a:rect l="l" t="t" r="r" b="b"/>
              <a:pathLst>
                <a:path w="3703" h="3702" extrusionOk="0">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29">
              <a:extLst>
                <a:ext uri="{FF2B5EF4-FFF2-40B4-BE49-F238E27FC236}">
                  <a16:creationId xmlns:a16="http://schemas.microsoft.com/office/drawing/2014/main" id="{79B0F32F-0F58-9D6A-9332-E261CA1FD5A9}"/>
                </a:ext>
              </a:extLst>
            </p:cNvPr>
            <p:cNvSpPr/>
            <p:nvPr/>
          </p:nvSpPr>
          <p:spPr>
            <a:xfrm>
              <a:off x="895501" y="3417148"/>
              <a:ext cx="307780" cy="307780"/>
            </a:xfrm>
            <a:custGeom>
              <a:avLst/>
              <a:gdLst/>
              <a:ahLst/>
              <a:cxnLst/>
              <a:rect l="l" t="t" r="r" b="b"/>
              <a:pathLst>
                <a:path w="3823" h="3823" extrusionOk="0">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9">
              <a:extLst>
                <a:ext uri="{FF2B5EF4-FFF2-40B4-BE49-F238E27FC236}">
                  <a16:creationId xmlns:a16="http://schemas.microsoft.com/office/drawing/2014/main" id="{F7060433-2E65-BE11-4993-B4B7D45DADD1}"/>
                </a:ext>
              </a:extLst>
            </p:cNvPr>
            <p:cNvSpPr/>
            <p:nvPr/>
          </p:nvSpPr>
          <p:spPr>
            <a:xfrm>
              <a:off x="1098627" y="3444038"/>
              <a:ext cx="74791" cy="74791"/>
            </a:xfrm>
            <a:custGeom>
              <a:avLst/>
              <a:gdLst/>
              <a:ahLst/>
              <a:cxnLst/>
              <a:rect l="l" t="t" r="r" b="b"/>
              <a:pathLst>
                <a:path w="929" h="929" extrusionOk="0">
                  <a:moveTo>
                    <a:pt x="0" y="1"/>
                  </a:moveTo>
                  <a:lnTo>
                    <a:pt x="0" y="928"/>
                  </a:lnTo>
                  <a:lnTo>
                    <a:pt x="928" y="928"/>
                  </a:lnTo>
                  <a:cubicBezTo>
                    <a:pt x="928" y="409"/>
                    <a:pt x="511"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29">
              <a:extLst>
                <a:ext uri="{FF2B5EF4-FFF2-40B4-BE49-F238E27FC236}">
                  <a16:creationId xmlns:a16="http://schemas.microsoft.com/office/drawing/2014/main" id="{ABA2FAFF-9D4E-F807-7FA9-431E41309CE4}"/>
                </a:ext>
              </a:extLst>
            </p:cNvPr>
            <p:cNvSpPr/>
            <p:nvPr/>
          </p:nvSpPr>
          <p:spPr>
            <a:xfrm>
              <a:off x="1094118" y="3438805"/>
              <a:ext cx="83728" cy="84452"/>
            </a:xfrm>
            <a:custGeom>
              <a:avLst/>
              <a:gdLst/>
              <a:ahLst/>
              <a:cxnLst/>
              <a:rect l="l" t="t" r="r" b="b"/>
              <a:pathLst>
                <a:path w="1040" h="1049" extrusionOk="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29">
              <a:extLst>
                <a:ext uri="{FF2B5EF4-FFF2-40B4-BE49-F238E27FC236}">
                  <a16:creationId xmlns:a16="http://schemas.microsoft.com/office/drawing/2014/main" id="{59AFBB8F-6059-39B7-91BC-272F1685B030}"/>
                </a:ext>
              </a:extLst>
            </p:cNvPr>
            <p:cNvSpPr/>
            <p:nvPr/>
          </p:nvSpPr>
          <p:spPr>
            <a:xfrm>
              <a:off x="1539981" y="2967184"/>
              <a:ext cx="514684" cy="462677"/>
            </a:xfrm>
            <a:custGeom>
              <a:avLst/>
              <a:gdLst/>
              <a:ahLst/>
              <a:cxnLst/>
              <a:rect l="l" t="t" r="r" b="b"/>
              <a:pathLst>
                <a:path w="6393" h="5747" extrusionOk="0">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9">
              <a:extLst>
                <a:ext uri="{FF2B5EF4-FFF2-40B4-BE49-F238E27FC236}">
                  <a16:creationId xmlns:a16="http://schemas.microsoft.com/office/drawing/2014/main" id="{84F4AE71-2BD3-4817-1D42-619D592DD4E3}"/>
                </a:ext>
              </a:extLst>
            </p:cNvPr>
            <p:cNvSpPr/>
            <p:nvPr/>
          </p:nvSpPr>
          <p:spPr>
            <a:xfrm>
              <a:off x="1560913" y="2962354"/>
              <a:ext cx="472096" cy="472096"/>
            </a:xfrm>
            <a:custGeom>
              <a:avLst/>
              <a:gdLst/>
              <a:ahLst/>
              <a:cxnLst/>
              <a:rect l="l" t="t" r="r" b="b"/>
              <a:pathLst>
                <a:path w="5864" h="5864" extrusionOk="0">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29">
              <a:extLst>
                <a:ext uri="{FF2B5EF4-FFF2-40B4-BE49-F238E27FC236}">
                  <a16:creationId xmlns:a16="http://schemas.microsoft.com/office/drawing/2014/main" id="{A90E15B2-91AD-C4BC-9296-74A5CB284046}"/>
                </a:ext>
              </a:extLst>
            </p:cNvPr>
            <p:cNvSpPr/>
            <p:nvPr/>
          </p:nvSpPr>
          <p:spPr>
            <a:xfrm>
              <a:off x="1555680" y="2944642"/>
              <a:ext cx="525150" cy="463079"/>
            </a:xfrm>
            <a:custGeom>
              <a:avLst/>
              <a:gdLst/>
              <a:ahLst/>
              <a:cxnLst/>
              <a:rect l="l" t="t" r="r" b="b"/>
              <a:pathLst>
                <a:path w="6523" h="5752" extrusionOk="0">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29">
              <a:extLst>
                <a:ext uri="{FF2B5EF4-FFF2-40B4-BE49-F238E27FC236}">
                  <a16:creationId xmlns:a16="http://schemas.microsoft.com/office/drawing/2014/main" id="{57F0852B-607A-EC02-3720-B40682B0DCF2}"/>
                </a:ext>
              </a:extLst>
            </p:cNvPr>
            <p:cNvSpPr/>
            <p:nvPr/>
          </p:nvSpPr>
          <p:spPr>
            <a:xfrm>
              <a:off x="1581846" y="2939892"/>
              <a:ext cx="472096" cy="472096"/>
            </a:xfrm>
            <a:custGeom>
              <a:avLst/>
              <a:gdLst/>
              <a:ahLst/>
              <a:cxnLst/>
              <a:rect l="l" t="t" r="r" b="b"/>
              <a:pathLst>
                <a:path w="5864" h="5864" extrusionOk="0">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9">
              <a:extLst>
                <a:ext uri="{FF2B5EF4-FFF2-40B4-BE49-F238E27FC236}">
                  <a16:creationId xmlns:a16="http://schemas.microsoft.com/office/drawing/2014/main" id="{237A6C87-5154-0D56-B26E-FE79B5753A89}"/>
                </a:ext>
              </a:extLst>
            </p:cNvPr>
            <p:cNvSpPr/>
            <p:nvPr/>
          </p:nvSpPr>
          <p:spPr>
            <a:xfrm>
              <a:off x="1655753" y="3061621"/>
              <a:ext cx="306331" cy="193540"/>
            </a:xfrm>
            <a:custGeom>
              <a:avLst/>
              <a:gdLst/>
              <a:ahLst/>
              <a:cxnLst/>
              <a:rect l="l" t="t" r="r" b="b"/>
              <a:pathLst>
                <a:path w="3805" h="2404" extrusionOk="0">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29">
              <a:extLst>
                <a:ext uri="{FF2B5EF4-FFF2-40B4-BE49-F238E27FC236}">
                  <a16:creationId xmlns:a16="http://schemas.microsoft.com/office/drawing/2014/main" id="{82D9D3B4-21D8-303D-6E38-98554E558C94}"/>
                </a:ext>
              </a:extLst>
            </p:cNvPr>
            <p:cNvSpPr/>
            <p:nvPr/>
          </p:nvSpPr>
          <p:spPr>
            <a:xfrm>
              <a:off x="1650520" y="3057193"/>
              <a:ext cx="315992" cy="202476"/>
            </a:xfrm>
            <a:custGeom>
              <a:avLst/>
              <a:gdLst/>
              <a:ahLst/>
              <a:cxnLst/>
              <a:rect l="l" t="t" r="r" b="b"/>
              <a:pathLst>
                <a:path w="3925" h="2515" extrusionOk="0">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4" name="Google Shape;1544;p29">
            <a:extLst>
              <a:ext uri="{FF2B5EF4-FFF2-40B4-BE49-F238E27FC236}">
                <a16:creationId xmlns:a16="http://schemas.microsoft.com/office/drawing/2014/main" id="{4DEB62E2-B778-1BD4-8689-28BF6D18330B}"/>
              </a:ext>
            </a:extLst>
          </p:cNvPr>
          <p:cNvGrpSpPr/>
          <p:nvPr/>
        </p:nvGrpSpPr>
        <p:grpSpPr>
          <a:xfrm>
            <a:off x="6414297" y="1204526"/>
            <a:ext cx="1469314" cy="944106"/>
            <a:chOff x="5423018" y="1213448"/>
            <a:chExt cx="1203665" cy="773414"/>
          </a:xfrm>
        </p:grpSpPr>
        <p:sp>
          <p:nvSpPr>
            <p:cNvPr id="1545" name="Google Shape;1545;p29">
              <a:extLst>
                <a:ext uri="{FF2B5EF4-FFF2-40B4-BE49-F238E27FC236}">
                  <a16:creationId xmlns:a16="http://schemas.microsoft.com/office/drawing/2014/main" id="{534DE5E3-45E5-0642-E23C-9F7D190C8E5F}"/>
                </a:ext>
              </a:extLst>
            </p:cNvPr>
            <p:cNvSpPr/>
            <p:nvPr/>
          </p:nvSpPr>
          <p:spPr>
            <a:xfrm>
              <a:off x="6505138" y="1371577"/>
              <a:ext cx="121545" cy="121073"/>
            </a:xfrm>
            <a:custGeom>
              <a:avLst/>
              <a:gdLst/>
              <a:ahLst/>
              <a:cxnLst/>
              <a:rect l="l" t="t" r="r" b="b"/>
              <a:pathLst>
                <a:path w="2060" h="2052" extrusionOk="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29">
              <a:extLst>
                <a:ext uri="{FF2B5EF4-FFF2-40B4-BE49-F238E27FC236}">
                  <a16:creationId xmlns:a16="http://schemas.microsoft.com/office/drawing/2014/main" id="{7FFB6827-0D3D-1AB9-67DE-E05A699DF6F0}"/>
                </a:ext>
              </a:extLst>
            </p:cNvPr>
            <p:cNvSpPr/>
            <p:nvPr/>
          </p:nvSpPr>
          <p:spPr>
            <a:xfrm>
              <a:off x="5489220" y="1480556"/>
              <a:ext cx="7198" cy="44370"/>
            </a:xfrm>
            <a:custGeom>
              <a:avLst/>
              <a:gdLst/>
              <a:ahLst/>
              <a:cxnLst/>
              <a:rect l="l" t="t" r="r" b="b"/>
              <a:pathLst>
                <a:path w="122" h="752" extrusionOk="0">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29">
              <a:extLst>
                <a:ext uri="{FF2B5EF4-FFF2-40B4-BE49-F238E27FC236}">
                  <a16:creationId xmlns:a16="http://schemas.microsoft.com/office/drawing/2014/main" id="{D8A8C4CA-1C8B-64F0-B87A-EA5B71C0C3FF}"/>
                </a:ext>
              </a:extLst>
            </p:cNvPr>
            <p:cNvSpPr/>
            <p:nvPr/>
          </p:nvSpPr>
          <p:spPr>
            <a:xfrm>
              <a:off x="5489220" y="1575787"/>
              <a:ext cx="7198" cy="44370"/>
            </a:xfrm>
            <a:custGeom>
              <a:avLst/>
              <a:gdLst/>
              <a:ahLst/>
              <a:cxnLst/>
              <a:rect l="l" t="t" r="r" b="b"/>
              <a:pathLst>
                <a:path w="122" h="752" extrusionOk="0">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9">
              <a:extLst>
                <a:ext uri="{FF2B5EF4-FFF2-40B4-BE49-F238E27FC236}">
                  <a16:creationId xmlns:a16="http://schemas.microsoft.com/office/drawing/2014/main" id="{52D0FD33-1D76-FAAC-B876-3511A7BE0CDB}"/>
                </a:ext>
              </a:extLst>
            </p:cNvPr>
            <p:cNvSpPr/>
            <p:nvPr/>
          </p:nvSpPr>
          <p:spPr>
            <a:xfrm>
              <a:off x="5518250" y="1546757"/>
              <a:ext cx="44370" cy="7198"/>
            </a:xfrm>
            <a:custGeom>
              <a:avLst/>
              <a:gdLst/>
              <a:ahLst/>
              <a:cxnLst/>
              <a:rect l="l" t="t" r="r" b="b"/>
              <a:pathLst>
                <a:path w="752" h="122" extrusionOk="0">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29">
              <a:extLst>
                <a:ext uri="{FF2B5EF4-FFF2-40B4-BE49-F238E27FC236}">
                  <a16:creationId xmlns:a16="http://schemas.microsoft.com/office/drawing/2014/main" id="{5DE48074-9FD9-4484-2A98-93AD1033BA68}"/>
                </a:ext>
              </a:extLst>
            </p:cNvPr>
            <p:cNvSpPr/>
            <p:nvPr/>
          </p:nvSpPr>
          <p:spPr>
            <a:xfrm>
              <a:off x="5423018" y="1546757"/>
              <a:ext cx="44370" cy="7198"/>
            </a:xfrm>
            <a:custGeom>
              <a:avLst/>
              <a:gdLst/>
              <a:ahLst/>
              <a:cxnLst/>
              <a:rect l="l" t="t" r="r" b="b"/>
              <a:pathLst>
                <a:path w="752" h="122" extrusionOk="0">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29">
              <a:extLst>
                <a:ext uri="{FF2B5EF4-FFF2-40B4-BE49-F238E27FC236}">
                  <a16:creationId xmlns:a16="http://schemas.microsoft.com/office/drawing/2014/main" id="{4F21B00A-54B1-9871-565C-517E691E648D}"/>
                </a:ext>
              </a:extLst>
            </p:cNvPr>
            <p:cNvSpPr/>
            <p:nvPr/>
          </p:nvSpPr>
          <p:spPr>
            <a:xfrm>
              <a:off x="5446030" y="1570831"/>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29">
              <a:extLst>
                <a:ext uri="{FF2B5EF4-FFF2-40B4-BE49-F238E27FC236}">
                  <a16:creationId xmlns:a16="http://schemas.microsoft.com/office/drawing/2014/main" id="{8FA9FD11-BD43-8ACD-5754-C1A594F302E7}"/>
                </a:ext>
              </a:extLst>
            </p:cNvPr>
            <p:cNvSpPr/>
            <p:nvPr/>
          </p:nvSpPr>
          <p:spPr>
            <a:xfrm>
              <a:off x="5442194" y="1567291"/>
              <a:ext cx="33985" cy="33159"/>
            </a:xfrm>
            <a:custGeom>
              <a:avLst/>
              <a:gdLst/>
              <a:ahLst/>
              <a:cxnLst/>
              <a:rect l="l" t="t" r="r" b="b"/>
              <a:pathLst>
                <a:path w="576" h="562" extrusionOk="0">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29">
              <a:extLst>
                <a:ext uri="{FF2B5EF4-FFF2-40B4-BE49-F238E27FC236}">
                  <a16:creationId xmlns:a16="http://schemas.microsoft.com/office/drawing/2014/main" id="{2685AA7C-6643-4C2C-83B4-2D24745E8A67}"/>
                </a:ext>
              </a:extLst>
            </p:cNvPr>
            <p:cNvSpPr/>
            <p:nvPr/>
          </p:nvSpPr>
          <p:spPr>
            <a:xfrm>
              <a:off x="5513352" y="1503508"/>
              <a:ext cx="26315" cy="26315"/>
            </a:xfrm>
            <a:custGeom>
              <a:avLst/>
              <a:gdLst/>
              <a:ahLst/>
              <a:cxnLst/>
              <a:rect l="l" t="t" r="r" b="b"/>
              <a:pathLst>
                <a:path w="446" h="446" extrusionOk="0">
                  <a:moveTo>
                    <a:pt x="0" y="446"/>
                  </a:moveTo>
                  <a:lnTo>
                    <a:pt x="44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29">
              <a:extLst>
                <a:ext uri="{FF2B5EF4-FFF2-40B4-BE49-F238E27FC236}">
                  <a16:creationId xmlns:a16="http://schemas.microsoft.com/office/drawing/2014/main" id="{2EC3B4EB-C051-B4B4-4CB9-F5E695F45D8E}"/>
                </a:ext>
              </a:extLst>
            </p:cNvPr>
            <p:cNvSpPr/>
            <p:nvPr/>
          </p:nvSpPr>
          <p:spPr>
            <a:xfrm>
              <a:off x="5509517" y="1499968"/>
              <a:ext cx="33985" cy="33159"/>
            </a:xfrm>
            <a:custGeom>
              <a:avLst/>
              <a:gdLst/>
              <a:ahLst/>
              <a:cxnLst/>
              <a:rect l="l" t="t" r="r" b="b"/>
              <a:pathLst>
                <a:path w="576" h="562" extrusionOk="0">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29">
              <a:extLst>
                <a:ext uri="{FF2B5EF4-FFF2-40B4-BE49-F238E27FC236}">
                  <a16:creationId xmlns:a16="http://schemas.microsoft.com/office/drawing/2014/main" id="{CAC7871C-CB41-EB4C-3B71-57D3C3692D8D}"/>
                </a:ext>
              </a:extLst>
            </p:cNvPr>
            <p:cNvSpPr/>
            <p:nvPr/>
          </p:nvSpPr>
          <p:spPr>
            <a:xfrm>
              <a:off x="5446030" y="1503508"/>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29">
              <a:extLst>
                <a:ext uri="{FF2B5EF4-FFF2-40B4-BE49-F238E27FC236}">
                  <a16:creationId xmlns:a16="http://schemas.microsoft.com/office/drawing/2014/main" id="{FA671FC5-F1B2-8F55-901B-B52BA77A3AA8}"/>
                </a:ext>
              </a:extLst>
            </p:cNvPr>
            <p:cNvSpPr/>
            <p:nvPr/>
          </p:nvSpPr>
          <p:spPr>
            <a:xfrm>
              <a:off x="5442194" y="1499968"/>
              <a:ext cx="33985" cy="33159"/>
            </a:xfrm>
            <a:custGeom>
              <a:avLst/>
              <a:gdLst/>
              <a:ahLst/>
              <a:cxnLst/>
              <a:rect l="l" t="t" r="r" b="b"/>
              <a:pathLst>
                <a:path w="576" h="562" extrusionOk="0">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29">
              <a:extLst>
                <a:ext uri="{FF2B5EF4-FFF2-40B4-BE49-F238E27FC236}">
                  <a16:creationId xmlns:a16="http://schemas.microsoft.com/office/drawing/2014/main" id="{862F1226-ED2C-0004-66A1-8E8920F57C1F}"/>
                </a:ext>
              </a:extLst>
            </p:cNvPr>
            <p:cNvSpPr/>
            <p:nvPr/>
          </p:nvSpPr>
          <p:spPr>
            <a:xfrm>
              <a:off x="5513352" y="1570831"/>
              <a:ext cx="26315" cy="26315"/>
            </a:xfrm>
            <a:custGeom>
              <a:avLst/>
              <a:gdLst/>
              <a:ahLst/>
              <a:cxnLst/>
              <a:rect l="l" t="t" r="r" b="b"/>
              <a:pathLst>
                <a:path w="446" h="446" extrusionOk="0">
                  <a:moveTo>
                    <a:pt x="0" y="1"/>
                  </a:moveTo>
                  <a:lnTo>
                    <a:pt x="445" y="44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29">
              <a:extLst>
                <a:ext uri="{FF2B5EF4-FFF2-40B4-BE49-F238E27FC236}">
                  <a16:creationId xmlns:a16="http://schemas.microsoft.com/office/drawing/2014/main" id="{13DD0229-44E9-F7E3-08EB-81FF496DEA6E}"/>
                </a:ext>
              </a:extLst>
            </p:cNvPr>
            <p:cNvSpPr/>
            <p:nvPr/>
          </p:nvSpPr>
          <p:spPr>
            <a:xfrm>
              <a:off x="5509517" y="1567291"/>
              <a:ext cx="33985" cy="33159"/>
            </a:xfrm>
            <a:custGeom>
              <a:avLst/>
              <a:gdLst/>
              <a:ahLst/>
              <a:cxnLst/>
              <a:rect l="l" t="t" r="r" b="b"/>
              <a:pathLst>
                <a:path w="576" h="562" extrusionOk="0">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29">
              <a:extLst>
                <a:ext uri="{FF2B5EF4-FFF2-40B4-BE49-F238E27FC236}">
                  <a16:creationId xmlns:a16="http://schemas.microsoft.com/office/drawing/2014/main" id="{90974EB9-AC04-2776-B376-9643969D7F70}"/>
                </a:ext>
              </a:extLst>
            </p:cNvPr>
            <p:cNvSpPr/>
            <p:nvPr/>
          </p:nvSpPr>
          <p:spPr>
            <a:xfrm>
              <a:off x="6401705" y="1879536"/>
              <a:ext cx="52571" cy="52040"/>
            </a:xfrm>
            <a:custGeom>
              <a:avLst/>
              <a:gdLst/>
              <a:ahLst/>
              <a:cxnLst/>
              <a:rect l="l" t="t" r="r" b="b"/>
              <a:pathLst>
                <a:path w="891" h="882" extrusionOk="0">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29">
              <a:extLst>
                <a:ext uri="{FF2B5EF4-FFF2-40B4-BE49-F238E27FC236}">
                  <a16:creationId xmlns:a16="http://schemas.microsoft.com/office/drawing/2014/main" id="{C3698768-EBDA-ABBE-F972-2CBA3B1333E8}"/>
                </a:ext>
              </a:extLst>
            </p:cNvPr>
            <p:cNvSpPr/>
            <p:nvPr/>
          </p:nvSpPr>
          <p:spPr>
            <a:xfrm>
              <a:off x="5649591" y="1243540"/>
              <a:ext cx="33454" cy="32864"/>
            </a:xfrm>
            <a:custGeom>
              <a:avLst/>
              <a:gdLst/>
              <a:ahLst/>
              <a:cxnLst/>
              <a:rect l="l" t="t" r="r" b="b"/>
              <a:pathLst>
                <a:path w="567" h="557" extrusionOk="0">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29">
              <a:extLst>
                <a:ext uri="{FF2B5EF4-FFF2-40B4-BE49-F238E27FC236}">
                  <a16:creationId xmlns:a16="http://schemas.microsoft.com/office/drawing/2014/main" id="{6FA68293-1CBF-4B80-230F-43708D7C9576}"/>
                </a:ext>
              </a:extLst>
            </p:cNvPr>
            <p:cNvSpPr/>
            <p:nvPr/>
          </p:nvSpPr>
          <p:spPr>
            <a:xfrm>
              <a:off x="5647408" y="1634318"/>
              <a:ext cx="784969" cy="105142"/>
            </a:xfrm>
            <a:custGeom>
              <a:avLst/>
              <a:gdLst/>
              <a:ahLst/>
              <a:cxnLst/>
              <a:rect l="l" t="t" r="r" b="b"/>
              <a:pathLst>
                <a:path w="13304" h="1782" extrusionOk="0">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29">
              <a:extLst>
                <a:ext uri="{FF2B5EF4-FFF2-40B4-BE49-F238E27FC236}">
                  <a16:creationId xmlns:a16="http://schemas.microsoft.com/office/drawing/2014/main" id="{0C24D02B-C43D-330A-5459-D1230A936F00}"/>
                </a:ext>
              </a:extLst>
            </p:cNvPr>
            <p:cNvSpPr/>
            <p:nvPr/>
          </p:nvSpPr>
          <p:spPr>
            <a:xfrm>
              <a:off x="5644163" y="1630483"/>
              <a:ext cx="791519" cy="112282"/>
            </a:xfrm>
            <a:custGeom>
              <a:avLst/>
              <a:gdLst/>
              <a:ahLst/>
              <a:cxnLst/>
              <a:rect l="l" t="t" r="r" b="b"/>
              <a:pathLst>
                <a:path w="13415" h="1903" extrusionOk="0">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29">
              <a:extLst>
                <a:ext uri="{FF2B5EF4-FFF2-40B4-BE49-F238E27FC236}">
                  <a16:creationId xmlns:a16="http://schemas.microsoft.com/office/drawing/2014/main" id="{3B1C4446-CDF9-47C0-23D4-726D924D2421}"/>
                </a:ext>
              </a:extLst>
            </p:cNvPr>
            <p:cNvSpPr/>
            <p:nvPr/>
          </p:nvSpPr>
          <p:spPr>
            <a:xfrm>
              <a:off x="5783174" y="1797993"/>
              <a:ext cx="513499" cy="61363"/>
            </a:xfrm>
            <a:custGeom>
              <a:avLst/>
              <a:gdLst/>
              <a:ahLst/>
              <a:cxnLst/>
              <a:rect l="l" t="t" r="r" b="b"/>
              <a:pathLst>
                <a:path w="8703" h="1040" extrusionOk="0">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29">
              <a:extLst>
                <a:ext uri="{FF2B5EF4-FFF2-40B4-BE49-F238E27FC236}">
                  <a16:creationId xmlns:a16="http://schemas.microsoft.com/office/drawing/2014/main" id="{18DD30D5-4B51-1965-4DAB-2BF0A05AA54B}"/>
                </a:ext>
              </a:extLst>
            </p:cNvPr>
            <p:cNvSpPr/>
            <p:nvPr/>
          </p:nvSpPr>
          <p:spPr>
            <a:xfrm>
              <a:off x="5779870" y="1794689"/>
              <a:ext cx="520048" cy="67971"/>
            </a:xfrm>
            <a:custGeom>
              <a:avLst/>
              <a:gdLst/>
              <a:ahLst/>
              <a:cxnLst/>
              <a:rect l="l" t="t" r="r" b="b"/>
              <a:pathLst>
                <a:path w="8814" h="1152" extrusionOk="0">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29">
              <a:extLst>
                <a:ext uri="{FF2B5EF4-FFF2-40B4-BE49-F238E27FC236}">
                  <a16:creationId xmlns:a16="http://schemas.microsoft.com/office/drawing/2014/main" id="{F7C989C1-6D0B-A4CC-BD19-E3BBA5CA1D29}"/>
                </a:ext>
              </a:extLst>
            </p:cNvPr>
            <p:cNvSpPr/>
            <p:nvPr/>
          </p:nvSpPr>
          <p:spPr>
            <a:xfrm>
              <a:off x="5918351" y="1908565"/>
              <a:ext cx="243090" cy="75051"/>
            </a:xfrm>
            <a:custGeom>
              <a:avLst/>
              <a:gdLst/>
              <a:ahLst/>
              <a:cxnLst/>
              <a:rect l="l" t="t" r="r" b="b"/>
              <a:pathLst>
                <a:path w="4120" h="1272" extrusionOk="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29">
              <a:extLst>
                <a:ext uri="{FF2B5EF4-FFF2-40B4-BE49-F238E27FC236}">
                  <a16:creationId xmlns:a16="http://schemas.microsoft.com/office/drawing/2014/main" id="{42DB4803-1D99-702A-1BF1-CD7A8362AB24}"/>
                </a:ext>
              </a:extLst>
            </p:cNvPr>
            <p:cNvSpPr/>
            <p:nvPr/>
          </p:nvSpPr>
          <p:spPr>
            <a:xfrm>
              <a:off x="5915106" y="1904730"/>
              <a:ext cx="249640" cy="82131"/>
            </a:xfrm>
            <a:custGeom>
              <a:avLst/>
              <a:gdLst/>
              <a:ahLst/>
              <a:cxnLst/>
              <a:rect l="l" t="t" r="r" b="b"/>
              <a:pathLst>
                <a:path w="4231" h="1392" extrusionOk="0">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29">
              <a:extLst>
                <a:ext uri="{FF2B5EF4-FFF2-40B4-BE49-F238E27FC236}">
                  <a16:creationId xmlns:a16="http://schemas.microsoft.com/office/drawing/2014/main" id="{D6AE0138-7E1E-083C-7E97-BF788E5D2116}"/>
                </a:ext>
              </a:extLst>
            </p:cNvPr>
            <p:cNvSpPr/>
            <p:nvPr/>
          </p:nvSpPr>
          <p:spPr>
            <a:xfrm>
              <a:off x="5656199" y="1614611"/>
              <a:ext cx="784969" cy="105142"/>
            </a:xfrm>
            <a:custGeom>
              <a:avLst/>
              <a:gdLst/>
              <a:ahLst/>
              <a:cxnLst/>
              <a:rect l="l" t="t" r="r" b="b"/>
              <a:pathLst>
                <a:path w="13304" h="1782" extrusionOk="0">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29">
              <a:extLst>
                <a:ext uri="{FF2B5EF4-FFF2-40B4-BE49-F238E27FC236}">
                  <a16:creationId xmlns:a16="http://schemas.microsoft.com/office/drawing/2014/main" id="{0BC90165-BA16-E35F-76B8-777D67B6818E}"/>
                </a:ext>
              </a:extLst>
            </p:cNvPr>
            <p:cNvSpPr/>
            <p:nvPr/>
          </p:nvSpPr>
          <p:spPr>
            <a:xfrm>
              <a:off x="5652895" y="1611366"/>
              <a:ext cx="792109" cy="112223"/>
            </a:xfrm>
            <a:custGeom>
              <a:avLst/>
              <a:gdLst/>
              <a:ahLst/>
              <a:cxnLst/>
              <a:rect l="l" t="t" r="r" b="b"/>
              <a:pathLst>
                <a:path w="13425" h="1902" extrusionOk="0">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29">
              <a:extLst>
                <a:ext uri="{FF2B5EF4-FFF2-40B4-BE49-F238E27FC236}">
                  <a16:creationId xmlns:a16="http://schemas.microsoft.com/office/drawing/2014/main" id="{E88728B3-F3DB-DC1F-0949-092721F6760B}"/>
                </a:ext>
              </a:extLst>
            </p:cNvPr>
            <p:cNvSpPr/>
            <p:nvPr/>
          </p:nvSpPr>
          <p:spPr>
            <a:xfrm>
              <a:off x="5742698" y="1644172"/>
              <a:ext cx="607608" cy="42246"/>
            </a:xfrm>
            <a:custGeom>
              <a:avLst/>
              <a:gdLst/>
              <a:ahLst/>
              <a:cxnLst/>
              <a:rect l="l" t="t" r="r" b="b"/>
              <a:pathLst>
                <a:path w="10298" h="716" extrusionOk="0">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29">
              <a:extLst>
                <a:ext uri="{FF2B5EF4-FFF2-40B4-BE49-F238E27FC236}">
                  <a16:creationId xmlns:a16="http://schemas.microsoft.com/office/drawing/2014/main" id="{26A52A1A-2B37-5C4B-45CD-02984E367C28}"/>
                </a:ext>
              </a:extLst>
            </p:cNvPr>
            <p:cNvSpPr/>
            <p:nvPr/>
          </p:nvSpPr>
          <p:spPr>
            <a:xfrm>
              <a:off x="5792497" y="1778817"/>
              <a:ext cx="512909" cy="61363"/>
            </a:xfrm>
            <a:custGeom>
              <a:avLst/>
              <a:gdLst/>
              <a:ahLst/>
              <a:cxnLst/>
              <a:rect l="l" t="t" r="r" b="b"/>
              <a:pathLst>
                <a:path w="8693" h="1040" extrusionOk="0">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29">
              <a:extLst>
                <a:ext uri="{FF2B5EF4-FFF2-40B4-BE49-F238E27FC236}">
                  <a16:creationId xmlns:a16="http://schemas.microsoft.com/office/drawing/2014/main" id="{F5C1E3ED-28DC-C7D4-14C2-0B7D01B79AE3}"/>
                </a:ext>
              </a:extLst>
            </p:cNvPr>
            <p:cNvSpPr/>
            <p:nvPr/>
          </p:nvSpPr>
          <p:spPr>
            <a:xfrm>
              <a:off x="5788662" y="1775572"/>
              <a:ext cx="520048" cy="67912"/>
            </a:xfrm>
            <a:custGeom>
              <a:avLst/>
              <a:gdLst/>
              <a:ahLst/>
              <a:cxnLst/>
              <a:rect l="l" t="t" r="r" b="b"/>
              <a:pathLst>
                <a:path w="8814" h="1151" extrusionOk="0">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29">
              <a:extLst>
                <a:ext uri="{FF2B5EF4-FFF2-40B4-BE49-F238E27FC236}">
                  <a16:creationId xmlns:a16="http://schemas.microsoft.com/office/drawing/2014/main" id="{EAA6F8BF-73F8-0264-C20C-D4EF6870C334}"/>
                </a:ext>
              </a:extLst>
            </p:cNvPr>
            <p:cNvSpPr/>
            <p:nvPr/>
          </p:nvSpPr>
          <p:spPr>
            <a:xfrm>
              <a:off x="5896460"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29">
              <a:extLst>
                <a:ext uri="{FF2B5EF4-FFF2-40B4-BE49-F238E27FC236}">
                  <a16:creationId xmlns:a16="http://schemas.microsoft.com/office/drawing/2014/main" id="{9AEA2ED7-C7C4-005F-5CA4-883506B323F3}"/>
                </a:ext>
              </a:extLst>
            </p:cNvPr>
            <p:cNvSpPr/>
            <p:nvPr/>
          </p:nvSpPr>
          <p:spPr>
            <a:xfrm>
              <a:off x="5953399" y="1795810"/>
              <a:ext cx="27436" cy="27436"/>
            </a:xfrm>
            <a:custGeom>
              <a:avLst/>
              <a:gdLst/>
              <a:ahLst/>
              <a:cxnLst/>
              <a:rect l="l" t="t" r="r" b="b"/>
              <a:pathLst>
                <a:path w="465" h="465" extrusionOk="0">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29">
              <a:extLst>
                <a:ext uri="{FF2B5EF4-FFF2-40B4-BE49-F238E27FC236}">
                  <a16:creationId xmlns:a16="http://schemas.microsoft.com/office/drawing/2014/main" id="{2C9DE8E4-7699-A9EB-C220-72CC5261D21C}"/>
                </a:ext>
              </a:extLst>
            </p:cNvPr>
            <p:cNvSpPr/>
            <p:nvPr/>
          </p:nvSpPr>
          <p:spPr>
            <a:xfrm>
              <a:off x="6006502" y="1795810"/>
              <a:ext cx="27436" cy="27436"/>
            </a:xfrm>
            <a:custGeom>
              <a:avLst/>
              <a:gdLst/>
              <a:ahLst/>
              <a:cxnLst/>
              <a:rect l="l" t="t" r="r" b="b"/>
              <a:pathLst>
                <a:path w="465" h="465" extrusionOk="0">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29">
              <a:extLst>
                <a:ext uri="{FF2B5EF4-FFF2-40B4-BE49-F238E27FC236}">
                  <a16:creationId xmlns:a16="http://schemas.microsoft.com/office/drawing/2014/main" id="{E13C4DB5-54FC-790A-FD19-5990F1EF46A6}"/>
                </a:ext>
              </a:extLst>
            </p:cNvPr>
            <p:cNvSpPr/>
            <p:nvPr/>
          </p:nvSpPr>
          <p:spPr>
            <a:xfrm>
              <a:off x="6063440" y="1795810"/>
              <a:ext cx="27377" cy="27436"/>
            </a:xfrm>
            <a:custGeom>
              <a:avLst/>
              <a:gdLst/>
              <a:ahLst/>
              <a:cxnLst/>
              <a:rect l="l" t="t" r="r" b="b"/>
              <a:pathLst>
                <a:path w="464" h="465" extrusionOk="0">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29">
              <a:extLst>
                <a:ext uri="{FF2B5EF4-FFF2-40B4-BE49-F238E27FC236}">
                  <a16:creationId xmlns:a16="http://schemas.microsoft.com/office/drawing/2014/main" id="{6C9580B9-279C-A7A3-54D8-7B72265C39D4}"/>
                </a:ext>
              </a:extLst>
            </p:cNvPr>
            <p:cNvSpPr/>
            <p:nvPr/>
          </p:nvSpPr>
          <p:spPr>
            <a:xfrm>
              <a:off x="6118136" y="1795810"/>
              <a:ext cx="27436" cy="27436"/>
            </a:xfrm>
            <a:custGeom>
              <a:avLst/>
              <a:gdLst/>
              <a:ahLst/>
              <a:cxnLst/>
              <a:rect l="l" t="t" r="r" b="b"/>
              <a:pathLst>
                <a:path w="465" h="465" extrusionOk="0">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29">
              <a:extLst>
                <a:ext uri="{FF2B5EF4-FFF2-40B4-BE49-F238E27FC236}">
                  <a16:creationId xmlns:a16="http://schemas.microsoft.com/office/drawing/2014/main" id="{0E25EFDD-C1D8-AB83-98B7-A8B722FD6DDE}"/>
                </a:ext>
              </a:extLst>
            </p:cNvPr>
            <p:cNvSpPr/>
            <p:nvPr/>
          </p:nvSpPr>
          <p:spPr>
            <a:xfrm>
              <a:off x="6175074" y="1795810"/>
              <a:ext cx="27436" cy="27436"/>
            </a:xfrm>
            <a:custGeom>
              <a:avLst/>
              <a:gdLst/>
              <a:ahLst/>
              <a:cxnLst/>
              <a:rect l="l" t="t" r="r" b="b"/>
              <a:pathLst>
                <a:path w="465" h="465" extrusionOk="0">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29">
              <a:extLst>
                <a:ext uri="{FF2B5EF4-FFF2-40B4-BE49-F238E27FC236}">
                  <a16:creationId xmlns:a16="http://schemas.microsoft.com/office/drawing/2014/main" id="{2927E726-E5CB-A9B2-B035-3262DC15F2D7}"/>
                </a:ext>
              </a:extLst>
            </p:cNvPr>
            <p:cNvSpPr/>
            <p:nvPr/>
          </p:nvSpPr>
          <p:spPr>
            <a:xfrm>
              <a:off x="5860882" y="1237521"/>
              <a:ext cx="328467" cy="328998"/>
            </a:xfrm>
            <a:custGeom>
              <a:avLst/>
              <a:gdLst/>
              <a:ahLst/>
              <a:cxnLst/>
              <a:rect l="l" t="t" r="r" b="b"/>
              <a:pathLst>
                <a:path w="5567" h="5576" extrusionOk="0">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29">
              <a:extLst>
                <a:ext uri="{FF2B5EF4-FFF2-40B4-BE49-F238E27FC236}">
                  <a16:creationId xmlns:a16="http://schemas.microsoft.com/office/drawing/2014/main" id="{0787DE7F-C08A-7DC4-91C4-AFA2DF885B3A}"/>
                </a:ext>
              </a:extLst>
            </p:cNvPr>
            <p:cNvSpPr/>
            <p:nvPr/>
          </p:nvSpPr>
          <p:spPr>
            <a:xfrm>
              <a:off x="5857046" y="1234217"/>
              <a:ext cx="335606" cy="335606"/>
            </a:xfrm>
            <a:custGeom>
              <a:avLst/>
              <a:gdLst/>
              <a:ahLst/>
              <a:cxnLst/>
              <a:rect l="l" t="t" r="r" b="b"/>
              <a:pathLst>
                <a:path w="5688" h="5688" extrusionOk="0">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29">
              <a:extLst>
                <a:ext uri="{FF2B5EF4-FFF2-40B4-BE49-F238E27FC236}">
                  <a16:creationId xmlns:a16="http://schemas.microsoft.com/office/drawing/2014/main" id="{0375E7E2-E5FD-ECC1-44D7-FDD7BE5B96CD}"/>
                </a:ext>
              </a:extLst>
            </p:cNvPr>
            <p:cNvSpPr/>
            <p:nvPr/>
          </p:nvSpPr>
          <p:spPr>
            <a:xfrm>
              <a:off x="5884424" y="1216693"/>
              <a:ext cx="328998" cy="328998"/>
            </a:xfrm>
            <a:custGeom>
              <a:avLst/>
              <a:gdLst/>
              <a:ahLst/>
              <a:cxnLst/>
              <a:rect l="l" t="t" r="r" b="b"/>
              <a:pathLst>
                <a:path w="5576" h="5576" extrusionOk="0">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29">
              <a:extLst>
                <a:ext uri="{FF2B5EF4-FFF2-40B4-BE49-F238E27FC236}">
                  <a16:creationId xmlns:a16="http://schemas.microsoft.com/office/drawing/2014/main" id="{C7E3ACB2-7B99-8C79-04D5-6970D841A845}"/>
                </a:ext>
              </a:extLst>
            </p:cNvPr>
            <p:cNvSpPr/>
            <p:nvPr/>
          </p:nvSpPr>
          <p:spPr>
            <a:xfrm>
              <a:off x="5881179" y="1213448"/>
              <a:ext cx="335547" cy="335547"/>
            </a:xfrm>
            <a:custGeom>
              <a:avLst/>
              <a:gdLst/>
              <a:ahLst/>
              <a:cxnLst/>
              <a:rect l="l" t="t" r="r" b="b"/>
              <a:pathLst>
                <a:path w="5687" h="5687" extrusionOk="0">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29">
              <a:extLst>
                <a:ext uri="{FF2B5EF4-FFF2-40B4-BE49-F238E27FC236}">
                  <a16:creationId xmlns:a16="http://schemas.microsoft.com/office/drawing/2014/main" id="{F839585A-D19E-E2FC-BD6C-07C8B4C6DE6E}"/>
                </a:ext>
              </a:extLst>
            </p:cNvPr>
            <p:cNvSpPr/>
            <p:nvPr/>
          </p:nvSpPr>
          <p:spPr>
            <a:xfrm>
              <a:off x="5975820" y="1391284"/>
              <a:ext cx="146208" cy="73104"/>
            </a:xfrm>
            <a:custGeom>
              <a:avLst/>
              <a:gdLst/>
              <a:ahLst/>
              <a:cxnLst/>
              <a:rect l="l" t="t" r="r" b="b"/>
              <a:pathLst>
                <a:path w="2478" h="1239" extrusionOk="0">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29">
              <a:extLst>
                <a:ext uri="{FF2B5EF4-FFF2-40B4-BE49-F238E27FC236}">
                  <a16:creationId xmlns:a16="http://schemas.microsoft.com/office/drawing/2014/main" id="{DF1AC861-1C34-215F-AD3E-F6D6FFC72F1A}"/>
                </a:ext>
              </a:extLst>
            </p:cNvPr>
            <p:cNvSpPr/>
            <p:nvPr/>
          </p:nvSpPr>
          <p:spPr>
            <a:xfrm>
              <a:off x="5972575" y="1387508"/>
              <a:ext cx="152757" cy="80479"/>
            </a:xfrm>
            <a:custGeom>
              <a:avLst/>
              <a:gdLst/>
              <a:ahLst/>
              <a:cxnLst/>
              <a:rect l="l" t="t" r="r" b="b"/>
              <a:pathLst>
                <a:path w="2589" h="1364" extrusionOk="0">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29">
              <a:extLst>
                <a:ext uri="{FF2B5EF4-FFF2-40B4-BE49-F238E27FC236}">
                  <a16:creationId xmlns:a16="http://schemas.microsoft.com/office/drawing/2014/main" id="{11F5B79E-8EFF-BB0E-7C4B-18AEDB9503EF}"/>
                </a:ext>
              </a:extLst>
            </p:cNvPr>
            <p:cNvSpPr/>
            <p:nvPr/>
          </p:nvSpPr>
          <p:spPr>
            <a:xfrm>
              <a:off x="6007564" y="1298236"/>
              <a:ext cx="83253" cy="82722"/>
            </a:xfrm>
            <a:custGeom>
              <a:avLst/>
              <a:gdLst/>
              <a:ahLst/>
              <a:cxnLst/>
              <a:rect l="l" t="t" r="r" b="b"/>
              <a:pathLst>
                <a:path w="1411" h="1402" extrusionOk="0">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29">
              <a:extLst>
                <a:ext uri="{FF2B5EF4-FFF2-40B4-BE49-F238E27FC236}">
                  <a16:creationId xmlns:a16="http://schemas.microsoft.com/office/drawing/2014/main" id="{633AD2E4-7386-B25A-C59C-2641B3AFAACA}"/>
                </a:ext>
              </a:extLst>
            </p:cNvPr>
            <p:cNvSpPr/>
            <p:nvPr/>
          </p:nvSpPr>
          <p:spPr>
            <a:xfrm>
              <a:off x="6004318" y="1294401"/>
              <a:ext cx="89802" cy="89861"/>
            </a:xfrm>
            <a:custGeom>
              <a:avLst/>
              <a:gdLst/>
              <a:ahLst/>
              <a:cxnLst/>
              <a:rect l="l" t="t" r="r" b="b"/>
              <a:pathLst>
                <a:path w="1522" h="1523" extrusionOk="0">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29">
              <a:extLst>
                <a:ext uri="{FF2B5EF4-FFF2-40B4-BE49-F238E27FC236}">
                  <a16:creationId xmlns:a16="http://schemas.microsoft.com/office/drawing/2014/main" id="{2EF76821-2466-438F-8B6E-D3FD65385080}"/>
                </a:ext>
              </a:extLst>
            </p:cNvPr>
            <p:cNvSpPr/>
            <p:nvPr/>
          </p:nvSpPr>
          <p:spPr>
            <a:xfrm>
              <a:off x="5927673" y="1888858"/>
              <a:ext cx="242559" cy="75582"/>
            </a:xfrm>
            <a:custGeom>
              <a:avLst/>
              <a:gdLst/>
              <a:ahLst/>
              <a:cxnLst/>
              <a:rect l="l" t="t" r="r" b="b"/>
              <a:pathLst>
                <a:path w="4111" h="1281" extrusionOk="0">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29">
              <a:extLst>
                <a:ext uri="{FF2B5EF4-FFF2-40B4-BE49-F238E27FC236}">
                  <a16:creationId xmlns:a16="http://schemas.microsoft.com/office/drawing/2014/main" id="{96093DD2-7892-96B3-FE88-091E416C71FC}"/>
                </a:ext>
              </a:extLst>
            </p:cNvPr>
            <p:cNvSpPr/>
            <p:nvPr/>
          </p:nvSpPr>
          <p:spPr>
            <a:xfrm>
              <a:off x="5924369" y="1885554"/>
              <a:ext cx="249109" cy="82190"/>
            </a:xfrm>
            <a:custGeom>
              <a:avLst/>
              <a:gdLst/>
              <a:ahLst/>
              <a:cxnLst/>
              <a:rect l="l" t="t" r="r" b="b"/>
              <a:pathLst>
                <a:path w="4222" h="1393" extrusionOk="0">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19652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8">
          <a:extLst>
            <a:ext uri="{FF2B5EF4-FFF2-40B4-BE49-F238E27FC236}">
              <a16:creationId xmlns:a16="http://schemas.microsoft.com/office/drawing/2014/main" id="{8813F492-872A-7885-4A74-01AE1D983648}"/>
            </a:ext>
          </a:extLst>
        </p:cNvPr>
        <p:cNvGrpSpPr/>
        <p:nvPr/>
      </p:nvGrpSpPr>
      <p:grpSpPr>
        <a:xfrm>
          <a:off x="0" y="0"/>
          <a:ext cx="0" cy="0"/>
          <a:chOff x="0" y="0"/>
          <a:chExt cx="0" cy="0"/>
        </a:xfrm>
      </p:grpSpPr>
      <p:sp>
        <p:nvSpPr>
          <p:cNvPr id="1500" name="Google Shape;1500;p29">
            <a:extLst>
              <a:ext uri="{FF2B5EF4-FFF2-40B4-BE49-F238E27FC236}">
                <a16:creationId xmlns:a16="http://schemas.microsoft.com/office/drawing/2014/main" id="{C2283C12-7F69-EDE2-3E2C-563C8AE50DF9}"/>
              </a:ext>
            </a:extLst>
          </p:cNvPr>
          <p:cNvSpPr txBox="1">
            <a:spLocks noGrp="1"/>
          </p:cNvSpPr>
          <p:nvPr>
            <p:ph type="title"/>
          </p:nvPr>
        </p:nvSpPr>
        <p:spPr>
          <a:xfrm>
            <a:off x="720000" y="541675"/>
            <a:ext cx="7710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Judging Rubric</a:t>
            </a:r>
            <a:endParaRPr dirty="0"/>
          </a:p>
        </p:txBody>
      </p:sp>
      <p:pic>
        <p:nvPicPr>
          <p:cNvPr id="5" name="Picture 4">
            <a:extLst>
              <a:ext uri="{FF2B5EF4-FFF2-40B4-BE49-F238E27FC236}">
                <a16:creationId xmlns:a16="http://schemas.microsoft.com/office/drawing/2014/main" id="{E10D552D-A7D9-1E4A-8665-4C7B42045500}"/>
              </a:ext>
            </a:extLst>
          </p:cNvPr>
          <p:cNvPicPr>
            <a:picLocks noChangeAspect="1"/>
          </p:cNvPicPr>
          <p:nvPr/>
        </p:nvPicPr>
        <p:blipFill>
          <a:blip r:embed="rId3"/>
          <a:srcRect r="60" b="16075"/>
          <a:stretch>
            <a:fillRect/>
          </a:stretch>
        </p:blipFill>
        <p:spPr>
          <a:xfrm>
            <a:off x="2140422" y="1215398"/>
            <a:ext cx="4863155" cy="3264508"/>
          </a:xfrm>
          <a:prstGeom prst="rect">
            <a:avLst/>
          </a:prstGeom>
        </p:spPr>
      </p:pic>
    </p:spTree>
    <p:extLst>
      <p:ext uri="{BB962C8B-B14F-4D97-AF65-F5344CB8AC3E}">
        <p14:creationId xmlns:p14="http://schemas.microsoft.com/office/powerpoint/2010/main" val="3936980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8">
          <a:extLst>
            <a:ext uri="{FF2B5EF4-FFF2-40B4-BE49-F238E27FC236}">
              <a16:creationId xmlns:a16="http://schemas.microsoft.com/office/drawing/2014/main" id="{77AF7214-1463-0966-DAE1-D4F1C36ED3A2}"/>
            </a:ext>
          </a:extLst>
        </p:cNvPr>
        <p:cNvGrpSpPr/>
        <p:nvPr/>
      </p:nvGrpSpPr>
      <p:grpSpPr>
        <a:xfrm>
          <a:off x="0" y="0"/>
          <a:ext cx="0" cy="0"/>
          <a:chOff x="0" y="0"/>
          <a:chExt cx="0" cy="0"/>
        </a:xfrm>
      </p:grpSpPr>
      <p:sp>
        <p:nvSpPr>
          <p:cNvPr id="1709" name="Google Shape;1709;p33">
            <a:extLst>
              <a:ext uri="{FF2B5EF4-FFF2-40B4-BE49-F238E27FC236}">
                <a16:creationId xmlns:a16="http://schemas.microsoft.com/office/drawing/2014/main" id="{1A60F364-4201-FFE8-6D8E-388A5E27329C}"/>
              </a:ext>
            </a:extLst>
          </p:cNvPr>
          <p:cNvSpPr txBox="1">
            <a:spLocks noGrp="1"/>
          </p:cNvSpPr>
          <p:nvPr>
            <p:ph type="title"/>
          </p:nvPr>
        </p:nvSpPr>
        <p:spPr>
          <a:xfrm>
            <a:off x="3110500" y="701958"/>
            <a:ext cx="5320200" cy="93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Prizes</a:t>
            </a:r>
            <a:endParaRPr sz="3000" dirty="0"/>
          </a:p>
        </p:txBody>
      </p:sp>
      <p:sp>
        <p:nvSpPr>
          <p:cNvPr id="1710" name="Google Shape;1710;p33">
            <a:extLst>
              <a:ext uri="{FF2B5EF4-FFF2-40B4-BE49-F238E27FC236}">
                <a16:creationId xmlns:a16="http://schemas.microsoft.com/office/drawing/2014/main" id="{F69298B0-658E-7DCF-B12C-70886AABCD2B}"/>
              </a:ext>
            </a:extLst>
          </p:cNvPr>
          <p:cNvSpPr txBox="1">
            <a:spLocks noGrp="1"/>
          </p:cNvSpPr>
          <p:nvPr>
            <p:ph type="subTitle" idx="1"/>
          </p:nvPr>
        </p:nvSpPr>
        <p:spPr>
          <a:xfrm>
            <a:off x="3179773" y="1831622"/>
            <a:ext cx="5320200" cy="2609919"/>
          </a:xfrm>
          <a:prstGeom prst="rect">
            <a:avLst/>
          </a:prstGeom>
        </p:spPr>
        <p:txBody>
          <a:bodyPr spcFirstLastPara="1" wrap="square" lIns="91425" tIns="91425" rIns="91425" bIns="91425" anchor="t" anchorCtr="0">
            <a:noAutofit/>
          </a:bodyPr>
          <a:lstStyle/>
          <a:p>
            <a:pPr marL="342900" lvl="0" indent="-342900" algn="l" rtl="0">
              <a:spcBef>
                <a:spcPts val="0"/>
              </a:spcBef>
              <a:spcAft>
                <a:spcPts val="0"/>
              </a:spcAft>
              <a:buAutoNum type="arabicPeriod"/>
            </a:pPr>
            <a:r>
              <a:rPr lang="en-CA" dirty="0"/>
              <a:t>VIP Experience with IBM </a:t>
            </a:r>
          </a:p>
          <a:p>
            <a:pPr marL="742950" lvl="1" indent="-285750" algn="l">
              <a:buFont typeface="Arial" panose="020B0604020202020204" pitchFamily="34" charset="0"/>
              <a:buChar char="•"/>
            </a:pPr>
            <a:r>
              <a:rPr lang="en-CA" dirty="0"/>
              <a:t>Lunch with IBM Executives </a:t>
            </a:r>
          </a:p>
          <a:p>
            <a:pPr marL="742950" lvl="1" indent="-285750" algn="l">
              <a:buFont typeface="Arial" panose="020B0604020202020204" pitchFamily="34" charset="0"/>
              <a:buChar char="•"/>
            </a:pPr>
            <a:r>
              <a:rPr lang="en-CA" dirty="0"/>
              <a:t>Resume Roast (Virtual) + Social Media </a:t>
            </a:r>
          </a:p>
          <a:p>
            <a:pPr marL="742950" lvl="1" indent="-285750" algn="l">
              <a:buFont typeface="Arial" panose="020B0604020202020204" pitchFamily="34" charset="0"/>
              <a:buChar char="•"/>
            </a:pPr>
            <a:r>
              <a:rPr lang="en-CA" dirty="0"/>
              <a:t>Connect with IBM Managers</a:t>
            </a:r>
          </a:p>
          <a:p>
            <a:pPr marL="457200" lvl="1" indent="0" algn="l"/>
            <a:endParaRPr lang="en-CA" dirty="0"/>
          </a:p>
          <a:p>
            <a:pPr marL="457200" lvl="1" indent="0" algn="l"/>
            <a:r>
              <a:rPr lang="en-CA" dirty="0"/>
              <a:t> </a:t>
            </a:r>
          </a:p>
          <a:p>
            <a:pPr marL="0" lvl="0" indent="0" algn="l" rtl="0">
              <a:spcBef>
                <a:spcPts val="0"/>
              </a:spcBef>
              <a:spcAft>
                <a:spcPts val="0"/>
              </a:spcAft>
              <a:buNone/>
            </a:pPr>
            <a:r>
              <a:rPr lang="en-CA" dirty="0"/>
              <a:t>2. Swag Bag</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3. Swag Bag</a:t>
            </a:r>
            <a:endParaRPr lang="en" dirty="0"/>
          </a:p>
          <a:p>
            <a:pPr marL="0" lvl="0" indent="0" algn="l" rtl="0">
              <a:spcBef>
                <a:spcPts val="0"/>
              </a:spcBef>
              <a:spcAft>
                <a:spcPts val="0"/>
              </a:spcAft>
              <a:buNone/>
            </a:pPr>
            <a:endParaRPr lang="en" dirty="0"/>
          </a:p>
          <a:p>
            <a:pPr marL="0" lvl="0" indent="0" algn="l" rtl="0">
              <a:spcBef>
                <a:spcPts val="0"/>
              </a:spcBef>
              <a:spcAft>
                <a:spcPts val="0"/>
              </a:spcAft>
              <a:buNone/>
            </a:pPr>
            <a:endParaRPr dirty="0"/>
          </a:p>
        </p:txBody>
      </p:sp>
      <p:grpSp>
        <p:nvGrpSpPr>
          <p:cNvPr id="1711" name="Google Shape;1711;p33">
            <a:extLst>
              <a:ext uri="{FF2B5EF4-FFF2-40B4-BE49-F238E27FC236}">
                <a16:creationId xmlns:a16="http://schemas.microsoft.com/office/drawing/2014/main" id="{54F143A1-0B03-D317-8072-037D39D572F0}"/>
              </a:ext>
            </a:extLst>
          </p:cNvPr>
          <p:cNvGrpSpPr/>
          <p:nvPr/>
        </p:nvGrpSpPr>
        <p:grpSpPr>
          <a:xfrm>
            <a:off x="713216" y="1123904"/>
            <a:ext cx="2305770" cy="2895692"/>
            <a:chOff x="1539175" y="2330700"/>
            <a:chExt cx="810350" cy="1017675"/>
          </a:xfrm>
        </p:grpSpPr>
        <p:sp>
          <p:nvSpPr>
            <p:cNvPr id="1712" name="Google Shape;1712;p33">
              <a:extLst>
                <a:ext uri="{FF2B5EF4-FFF2-40B4-BE49-F238E27FC236}">
                  <a16:creationId xmlns:a16="http://schemas.microsoft.com/office/drawing/2014/main" id="{B66562FE-BB2E-EB36-1FF6-075FAD4C488A}"/>
                </a:ext>
              </a:extLst>
            </p:cNvPr>
            <p:cNvSpPr/>
            <p:nvPr/>
          </p:nvSpPr>
          <p:spPr>
            <a:xfrm>
              <a:off x="1898400" y="2363625"/>
              <a:ext cx="2825" cy="37825"/>
            </a:xfrm>
            <a:custGeom>
              <a:avLst/>
              <a:gdLst/>
              <a:ahLst/>
              <a:cxnLst/>
              <a:rect l="l" t="t" r="r" b="b"/>
              <a:pathLst>
                <a:path w="113" h="1513" extrusionOk="0">
                  <a:moveTo>
                    <a:pt x="57" y="0"/>
                  </a:moveTo>
                  <a:cubicBezTo>
                    <a:pt x="29" y="0"/>
                    <a:pt x="1" y="28"/>
                    <a:pt x="1" y="65"/>
                  </a:cubicBezTo>
                  <a:lnTo>
                    <a:pt x="1" y="529"/>
                  </a:lnTo>
                  <a:cubicBezTo>
                    <a:pt x="1" y="557"/>
                    <a:pt x="29" y="585"/>
                    <a:pt x="57" y="585"/>
                  </a:cubicBezTo>
                  <a:cubicBezTo>
                    <a:pt x="94" y="585"/>
                    <a:pt x="112" y="557"/>
                    <a:pt x="112" y="529"/>
                  </a:cubicBezTo>
                  <a:lnTo>
                    <a:pt x="112" y="65"/>
                  </a:lnTo>
                  <a:cubicBezTo>
                    <a:pt x="112" y="28"/>
                    <a:pt x="94" y="0"/>
                    <a:pt x="57" y="0"/>
                  </a:cubicBezTo>
                  <a:close/>
                  <a:moveTo>
                    <a:pt x="57" y="928"/>
                  </a:moveTo>
                  <a:cubicBezTo>
                    <a:pt x="29" y="928"/>
                    <a:pt x="1" y="956"/>
                    <a:pt x="1" y="993"/>
                  </a:cubicBezTo>
                  <a:lnTo>
                    <a:pt x="1" y="1457"/>
                  </a:lnTo>
                  <a:cubicBezTo>
                    <a:pt x="1" y="1485"/>
                    <a:pt x="29" y="1512"/>
                    <a:pt x="57" y="1512"/>
                  </a:cubicBezTo>
                  <a:cubicBezTo>
                    <a:pt x="94" y="1512"/>
                    <a:pt x="112" y="1485"/>
                    <a:pt x="112" y="1457"/>
                  </a:cubicBezTo>
                  <a:lnTo>
                    <a:pt x="112" y="993"/>
                  </a:lnTo>
                  <a:cubicBezTo>
                    <a:pt x="112" y="956"/>
                    <a:pt x="94" y="928"/>
                    <a:pt x="57" y="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3">
              <a:extLst>
                <a:ext uri="{FF2B5EF4-FFF2-40B4-BE49-F238E27FC236}">
                  <a16:creationId xmlns:a16="http://schemas.microsoft.com/office/drawing/2014/main" id="{120BD90D-1636-9C14-8C11-AFE1A682A781}"/>
                </a:ext>
              </a:extLst>
            </p:cNvPr>
            <p:cNvSpPr/>
            <p:nvPr/>
          </p:nvSpPr>
          <p:spPr>
            <a:xfrm>
              <a:off x="2199675" y="2704075"/>
              <a:ext cx="82350" cy="174425"/>
            </a:xfrm>
            <a:custGeom>
              <a:avLst/>
              <a:gdLst/>
              <a:ahLst/>
              <a:cxnLst/>
              <a:rect l="l" t="t" r="r" b="b"/>
              <a:pathLst>
                <a:path w="3294" h="6977" extrusionOk="0">
                  <a:moveTo>
                    <a:pt x="1670" y="1"/>
                  </a:moveTo>
                  <a:cubicBezTo>
                    <a:pt x="1642" y="1"/>
                    <a:pt x="1614" y="19"/>
                    <a:pt x="1614" y="56"/>
                  </a:cubicBezTo>
                  <a:cubicBezTo>
                    <a:pt x="1614" y="84"/>
                    <a:pt x="1642" y="112"/>
                    <a:pt x="1670" y="112"/>
                  </a:cubicBezTo>
                  <a:lnTo>
                    <a:pt x="2134" y="112"/>
                  </a:lnTo>
                  <a:cubicBezTo>
                    <a:pt x="2171" y="112"/>
                    <a:pt x="2190" y="84"/>
                    <a:pt x="2190" y="56"/>
                  </a:cubicBezTo>
                  <a:cubicBezTo>
                    <a:pt x="2190" y="19"/>
                    <a:pt x="2171" y="1"/>
                    <a:pt x="2134" y="1"/>
                  </a:cubicBezTo>
                  <a:close/>
                  <a:moveTo>
                    <a:pt x="2598" y="1"/>
                  </a:moveTo>
                  <a:cubicBezTo>
                    <a:pt x="2570" y="1"/>
                    <a:pt x="2542" y="19"/>
                    <a:pt x="2542" y="56"/>
                  </a:cubicBezTo>
                  <a:cubicBezTo>
                    <a:pt x="2542" y="84"/>
                    <a:pt x="2570" y="112"/>
                    <a:pt x="2598" y="112"/>
                  </a:cubicBezTo>
                  <a:lnTo>
                    <a:pt x="3062" y="112"/>
                  </a:lnTo>
                  <a:cubicBezTo>
                    <a:pt x="3099" y="112"/>
                    <a:pt x="3117" y="84"/>
                    <a:pt x="3117" y="56"/>
                  </a:cubicBezTo>
                  <a:cubicBezTo>
                    <a:pt x="3117" y="19"/>
                    <a:pt x="3099" y="1"/>
                    <a:pt x="3062" y="1"/>
                  </a:cubicBezTo>
                  <a:close/>
                  <a:moveTo>
                    <a:pt x="3229" y="288"/>
                  </a:moveTo>
                  <a:cubicBezTo>
                    <a:pt x="3201" y="288"/>
                    <a:pt x="3173" y="316"/>
                    <a:pt x="3173" y="353"/>
                  </a:cubicBezTo>
                  <a:lnTo>
                    <a:pt x="3173" y="817"/>
                  </a:lnTo>
                  <a:cubicBezTo>
                    <a:pt x="3173" y="845"/>
                    <a:pt x="3201" y="873"/>
                    <a:pt x="3229" y="873"/>
                  </a:cubicBezTo>
                  <a:cubicBezTo>
                    <a:pt x="3266" y="873"/>
                    <a:pt x="3294" y="845"/>
                    <a:pt x="3294" y="817"/>
                  </a:cubicBezTo>
                  <a:lnTo>
                    <a:pt x="3294" y="353"/>
                  </a:lnTo>
                  <a:cubicBezTo>
                    <a:pt x="3294" y="316"/>
                    <a:pt x="3266" y="288"/>
                    <a:pt x="3229" y="288"/>
                  </a:cubicBezTo>
                  <a:close/>
                  <a:moveTo>
                    <a:pt x="3229" y="1216"/>
                  </a:moveTo>
                  <a:cubicBezTo>
                    <a:pt x="3201" y="1216"/>
                    <a:pt x="3173" y="1244"/>
                    <a:pt x="3173" y="1281"/>
                  </a:cubicBezTo>
                  <a:lnTo>
                    <a:pt x="3173" y="1745"/>
                  </a:lnTo>
                  <a:cubicBezTo>
                    <a:pt x="3173" y="1772"/>
                    <a:pt x="3201" y="1800"/>
                    <a:pt x="3229" y="1800"/>
                  </a:cubicBezTo>
                  <a:cubicBezTo>
                    <a:pt x="3266" y="1800"/>
                    <a:pt x="3294" y="1772"/>
                    <a:pt x="3294" y="1745"/>
                  </a:cubicBezTo>
                  <a:lnTo>
                    <a:pt x="3294" y="1281"/>
                  </a:lnTo>
                  <a:cubicBezTo>
                    <a:pt x="3294" y="1244"/>
                    <a:pt x="3266" y="1216"/>
                    <a:pt x="3229" y="1216"/>
                  </a:cubicBezTo>
                  <a:close/>
                  <a:moveTo>
                    <a:pt x="3229" y="2143"/>
                  </a:moveTo>
                  <a:cubicBezTo>
                    <a:pt x="3201" y="2143"/>
                    <a:pt x="3173" y="2171"/>
                    <a:pt x="3173" y="2208"/>
                  </a:cubicBezTo>
                  <a:lnTo>
                    <a:pt x="3173" y="2672"/>
                  </a:lnTo>
                  <a:cubicBezTo>
                    <a:pt x="3173" y="2700"/>
                    <a:pt x="3201" y="2728"/>
                    <a:pt x="3229" y="2728"/>
                  </a:cubicBezTo>
                  <a:cubicBezTo>
                    <a:pt x="3266" y="2728"/>
                    <a:pt x="3294" y="2700"/>
                    <a:pt x="3294" y="2672"/>
                  </a:cubicBezTo>
                  <a:lnTo>
                    <a:pt x="3294" y="2208"/>
                  </a:lnTo>
                  <a:cubicBezTo>
                    <a:pt x="3294" y="2171"/>
                    <a:pt x="3266" y="2143"/>
                    <a:pt x="3229" y="2143"/>
                  </a:cubicBezTo>
                  <a:close/>
                  <a:moveTo>
                    <a:pt x="3229" y="3071"/>
                  </a:moveTo>
                  <a:cubicBezTo>
                    <a:pt x="3201" y="3071"/>
                    <a:pt x="3173" y="3099"/>
                    <a:pt x="3173" y="3136"/>
                  </a:cubicBezTo>
                  <a:lnTo>
                    <a:pt x="3173" y="3600"/>
                  </a:lnTo>
                  <a:cubicBezTo>
                    <a:pt x="3173" y="3628"/>
                    <a:pt x="3201" y="3656"/>
                    <a:pt x="3229" y="3656"/>
                  </a:cubicBezTo>
                  <a:cubicBezTo>
                    <a:pt x="3266" y="3656"/>
                    <a:pt x="3294" y="3628"/>
                    <a:pt x="3294" y="3600"/>
                  </a:cubicBezTo>
                  <a:lnTo>
                    <a:pt x="3294" y="3136"/>
                  </a:lnTo>
                  <a:cubicBezTo>
                    <a:pt x="3294" y="3099"/>
                    <a:pt x="3266" y="3071"/>
                    <a:pt x="3229" y="3071"/>
                  </a:cubicBezTo>
                  <a:close/>
                  <a:moveTo>
                    <a:pt x="3229" y="3999"/>
                  </a:moveTo>
                  <a:cubicBezTo>
                    <a:pt x="3201" y="3999"/>
                    <a:pt x="3173" y="4027"/>
                    <a:pt x="3173" y="4064"/>
                  </a:cubicBezTo>
                  <a:lnTo>
                    <a:pt x="3173" y="4528"/>
                  </a:lnTo>
                  <a:cubicBezTo>
                    <a:pt x="3173" y="4555"/>
                    <a:pt x="3201" y="4583"/>
                    <a:pt x="3229" y="4583"/>
                  </a:cubicBezTo>
                  <a:cubicBezTo>
                    <a:pt x="3266" y="4583"/>
                    <a:pt x="3294" y="4555"/>
                    <a:pt x="3294" y="4528"/>
                  </a:cubicBezTo>
                  <a:lnTo>
                    <a:pt x="3294" y="4064"/>
                  </a:lnTo>
                  <a:cubicBezTo>
                    <a:pt x="3294" y="4027"/>
                    <a:pt x="3266" y="3999"/>
                    <a:pt x="3229" y="3999"/>
                  </a:cubicBezTo>
                  <a:close/>
                  <a:moveTo>
                    <a:pt x="269" y="5214"/>
                  </a:moveTo>
                  <a:cubicBezTo>
                    <a:pt x="241" y="5214"/>
                    <a:pt x="214" y="5242"/>
                    <a:pt x="214" y="5279"/>
                  </a:cubicBezTo>
                  <a:cubicBezTo>
                    <a:pt x="214" y="5307"/>
                    <a:pt x="241" y="5335"/>
                    <a:pt x="269" y="5335"/>
                  </a:cubicBezTo>
                  <a:lnTo>
                    <a:pt x="733" y="5335"/>
                  </a:lnTo>
                  <a:cubicBezTo>
                    <a:pt x="770" y="5335"/>
                    <a:pt x="789" y="5307"/>
                    <a:pt x="789" y="5279"/>
                  </a:cubicBezTo>
                  <a:cubicBezTo>
                    <a:pt x="789" y="5242"/>
                    <a:pt x="770" y="5214"/>
                    <a:pt x="733" y="5214"/>
                  </a:cubicBezTo>
                  <a:close/>
                  <a:moveTo>
                    <a:pt x="1197" y="5214"/>
                  </a:moveTo>
                  <a:cubicBezTo>
                    <a:pt x="1169" y="5214"/>
                    <a:pt x="1141" y="5242"/>
                    <a:pt x="1141" y="5279"/>
                  </a:cubicBezTo>
                  <a:cubicBezTo>
                    <a:pt x="1141" y="5307"/>
                    <a:pt x="1169" y="5335"/>
                    <a:pt x="1197" y="5335"/>
                  </a:cubicBezTo>
                  <a:lnTo>
                    <a:pt x="1661" y="5335"/>
                  </a:lnTo>
                  <a:cubicBezTo>
                    <a:pt x="1698" y="5335"/>
                    <a:pt x="1716" y="5307"/>
                    <a:pt x="1716" y="5279"/>
                  </a:cubicBezTo>
                  <a:cubicBezTo>
                    <a:pt x="1716" y="5242"/>
                    <a:pt x="1698" y="5214"/>
                    <a:pt x="1661" y="5214"/>
                  </a:cubicBezTo>
                  <a:close/>
                  <a:moveTo>
                    <a:pt x="2125" y="5214"/>
                  </a:moveTo>
                  <a:cubicBezTo>
                    <a:pt x="2097" y="5214"/>
                    <a:pt x="2069" y="5242"/>
                    <a:pt x="2069" y="5279"/>
                  </a:cubicBezTo>
                  <a:cubicBezTo>
                    <a:pt x="2069" y="5307"/>
                    <a:pt x="2097" y="5335"/>
                    <a:pt x="2125" y="5335"/>
                  </a:cubicBezTo>
                  <a:lnTo>
                    <a:pt x="2588" y="5335"/>
                  </a:lnTo>
                  <a:cubicBezTo>
                    <a:pt x="2626" y="5335"/>
                    <a:pt x="2644" y="5307"/>
                    <a:pt x="2644" y="5279"/>
                  </a:cubicBezTo>
                  <a:cubicBezTo>
                    <a:pt x="2644" y="5242"/>
                    <a:pt x="2626" y="5214"/>
                    <a:pt x="2588" y="5214"/>
                  </a:cubicBezTo>
                  <a:close/>
                  <a:moveTo>
                    <a:pt x="3229" y="4936"/>
                  </a:moveTo>
                  <a:cubicBezTo>
                    <a:pt x="3201" y="4936"/>
                    <a:pt x="3173" y="4954"/>
                    <a:pt x="3173" y="4991"/>
                  </a:cubicBezTo>
                  <a:lnTo>
                    <a:pt x="3173" y="5214"/>
                  </a:lnTo>
                  <a:lnTo>
                    <a:pt x="3052" y="5214"/>
                  </a:lnTo>
                  <a:cubicBezTo>
                    <a:pt x="3024" y="5214"/>
                    <a:pt x="2997" y="5242"/>
                    <a:pt x="2997" y="5279"/>
                  </a:cubicBezTo>
                  <a:cubicBezTo>
                    <a:pt x="2997" y="5307"/>
                    <a:pt x="3024" y="5335"/>
                    <a:pt x="3052" y="5335"/>
                  </a:cubicBezTo>
                  <a:lnTo>
                    <a:pt x="3229" y="5335"/>
                  </a:lnTo>
                  <a:cubicBezTo>
                    <a:pt x="3266" y="5335"/>
                    <a:pt x="3294" y="5307"/>
                    <a:pt x="3294" y="5279"/>
                  </a:cubicBezTo>
                  <a:lnTo>
                    <a:pt x="3294" y="4991"/>
                  </a:lnTo>
                  <a:cubicBezTo>
                    <a:pt x="3294" y="4954"/>
                    <a:pt x="3266" y="4936"/>
                    <a:pt x="3229" y="4936"/>
                  </a:cubicBezTo>
                  <a:close/>
                  <a:moveTo>
                    <a:pt x="56" y="5464"/>
                  </a:moveTo>
                  <a:cubicBezTo>
                    <a:pt x="28" y="5464"/>
                    <a:pt x="0" y="5492"/>
                    <a:pt x="0" y="5520"/>
                  </a:cubicBezTo>
                  <a:lnTo>
                    <a:pt x="0" y="5993"/>
                  </a:lnTo>
                  <a:cubicBezTo>
                    <a:pt x="0" y="6021"/>
                    <a:pt x="28" y="6049"/>
                    <a:pt x="56" y="6049"/>
                  </a:cubicBezTo>
                  <a:cubicBezTo>
                    <a:pt x="93" y="6049"/>
                    <a:pt x="112" y="6021"/>
                    <a:pt x="112" y="5993"/>
                  </a:cubicBezTo>
                  <a:lnTo>
                    <a:pt x="112" y="5520"/>
                  </a:lnTo>
                  <a:cubicBezTo>
                    <a:pt x="112" y="5492"/>
                    <a:pt x="93" y="5464"/>
                    <a:pt x="56" y="5464"/>
                  </a:cubicBezTo>
                  <a:close/>
                  <a:moveTo>
                    <a:pt x="56" y="6392"/>
                  </a:moveTo>
                  <a:cubicBezTo>
                    <a:pt x="28" y="6392"/>
                    <a:pt x="0" y="6420"/>
                    <a:pt x="0" y="6457"/>
                  </a:cubicBezTo>
                  <a:lnTo>
                    <a:pt x="0" y="6921"/>
                  </a:lnTo>
                  <a:cubicBezTo>
                    <a:pt x="0" y="6949"/>
                    <a:pt x="28" y="6977"/>
                    <a:pt x="56" y="6977"/>
                  </a:cubicBezTo>
                  <a:cubicBezTo>
                    <a:pt x="93" y="6977"/>
                    <a:pt x="112" y="6949"/>
                    <a:pt x="112" y="6921"/>
                  </a:cubicBezTo>
                  <a:lnTo>
                    <a:pt x="112" y="6457"/>
                  </a:lnTo>
                  <a:cubicBezTo>
                    <a:pt x="112" y="6420"/>
                    <a:pt x="93" y="6392"/>
                    <a:pt x="56" y="639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3">
              <a:extLst>
                <a:ext uri="{FF2B5EF4-FFF2-40B4-BE49-F238E27FC236}">
                  <a16:creationId xmlns:a16="http://schemas.microsoft.com/office/drawing/2014/main" id="{13B8A191-2F32-CB51-7C3E-EA8931A68EEA}"/>
                </a:ext>
              </a:extLst>
            </p:cNvPr>
            <p:cNvSpPr/>
            <p:nvPr/>
          </p:nvSpPr>
          <p:spPr>
            <a:xfrm>
              <a:off x="2221250" y="2699900"/>
              <a:ext cx="76775" cy="195775"/>
            </a:xfrm>
            <a:custGeom>
              <a:avLst/>
              <a:gdLst/>
              <a:ahLst/>
              <a:cxnLst/>
              <a:rect l="l" t="t" r="r" b="b"/>
              <a:pathLst>
                <a:path w="3071" h="7831" extrusionOk="0">
                  <a:moveTo>
                    <a:pt x="3015" y="1"/>
                  </a:moveTo>
                  <a:cubicBezTo>
                    <a:pt x="2987" y="1"/>
                    <a:pt x="2959" y="28"/>
                    <a:pt x="2959" y="56"/>
                  </a:cubicBezTo>
                  <a:lnTo>
                    <a:pt x="2959" y="520"/>
                  </a:lnTo>
                  <a:cubicBezTo>
                    <a:pt x="2959" y="557"/>
                    <a:pt x="2987" y="585"/>
                    <a:pt x="3015" y="585"/>
                  </a:cubicBezTo>
                  <a:cubicBezTo>
                    <a:pt x="3043" y="585"/>
                    <a:pt x="3071" y="557"/>
                    <a:pt x="3071" y="520"/>
                  </a:cubicBezTo>
                  <a:lnTo>
                    <a:pt x="3071" y="56"/>
                  </a:lnTo>
                  <a:cubicBezTo>
                    <a:pt x="3071" y="28"/>
                    <a:pt x="3052" y="1"/>
                    <a:pt x="3015" y="1"/>
                  </a:cubicBezTo>
                  <a:close/>
                  <a:moveTo>
                    <a:pt x="3015" y="928"/>
                  </a:moveTo>
                  <a:cubicBezTo>
                    <a:pt x="2987" y="928"/>
                    <a:pt x="2959" y="956"/>
                    <a:pt x="2959" y="984"/>
                  </a:cubicBezTo>
                  <a:lnTo>
                    <a:pt x="2959" y="1448"/>
                  </a:lnTo>
                  <a:cubicBezTo>
                    <a:pt x="2959" y="1485"/>
                    <a:pt x="2987" y="1513"/>
                    <a:pt x="3015" y="1513"/>
                  </a:cubicBezTo>
                  <a:cubicBezTo>
                    <a:pt x="3043" y="1513"/>
                    <a:pt x="3071" y="1485"/>
                    <a:pt x="3071" y="1448"/>
                  </a:cubicBezTo>
                  <a:lnTo>
                    <a:pt x="3071" y="984"/>
                  </a:lnTo>
                  <a:cubicBezTo>
                    <a:pt x="3071" y="956"/>
                    <a:pt x="3052" y="928"/>
                    <a:pt x="3015" y="928"/>
                  </a:cubicBezTo>
                  <a:close/>
                  <a:moveTo>
                    <a:pt x="3015" y="1856"/>
                  </a:moveTo>
                  <a:cubicBezTo>
                    <a:pt x="2987" y="1856"/>
                    <a:pt x="2959" y="1884"/>
                    <a:pt x="2959" y="1912"/>
                  </a:cubicBezTo>
                  <a:lnTo>
                    <a:pt x="2959" y="2375"/>
                  </a:lnTo>
                  <a:cubicBezTo>
                    <a:pt x="2959" y="2412"/>
                    <a:pt x="2987" y="2440"/>
                    <a:pt x="3015" y="2440"/>
                  </a:cubicBezTo>
                  <a:cubicBezTo>
                    <a:pt x="3043" y="2440"/>
                    <a:pt x="3071" y="2412"/>
                    <a:pt x="3071" y="2375"/>
                  </a:cubicBezTo>
                  <a:lnTo>
                    <a:pt x="3071" y="1912"/>
                  </a:lnTo>
                  <a:cubicBezTo>
                    <a:pt x="3071" y="1884"/>
                    <a:pt x="3052" y="1856"/>
                    <a:pt x="3015" y="1856"/>
                  </a:cubicBezTo>
                  <a:close/>
                  <a:moveTo>
                    <a:pt x="3015" y="2784"/>
                  </a:moveTo>
                  <a:cubicBezTo>
                    <a:pt x="2987" y="2784"/>
                    <a:pt x="2959" y="2811"/>
                    <a:pt x="2959" y="2839"/>
                  </a:cubicBezTo>
                  <a:lnTo>
                    <a:pt x="2959" y="3303"/>
                  </a:lnTo>
                  <a:cubicBezTo>
                    <a:pt x="2959" y="3340"/>
                    <a:pt x="2987" y="3368"/>
                    <a:pt x="3015" y="3368"/>
                  </a:cubicBezTo>
                  <a:cubicBezTo>
                    <a:pt x="3043" y="3368"/>
                    <a:pt x="3071" y="3340"/>
                    <a:pt x="3071" y="3303"/>
                  </a:cubicBezTo>
                  <a:lnTo>
                    <a:pt x="3071" y="2839"/>
                  </a:lnTo>
                  <a:cubicBezTo>
                    <a:pt x="3071" y="2811"/>
                    <a:pt x="3052" y="2784"/>
                    <a:pt x="3015" y="2784"/>
                  </a:cubicBezTo>
                  <a:close/>
                  <a:moveTo>
                    <a:pt x="3015" y="3711"/>
                  </a:moveTo>
                  <a:cubicBezTo>
                    <a:pt x="2987" y="3711"/>
                    <a:pt x="2959" y="3739"/>
                    <a:pt x="2959" y="3767"/>
                  </a:cubicBezTo>
                  <a:lnTo>
                    <a:pt x="2959" y="4231"/>
                  </a:lnTo>
                  <a:cubicBezTo>
                    <a:pt x="2959" y="4268"/>
                    <a:pt x="2987" y="4296"/>
                    <a:pt x="3015" y="4296"/>
                  </a:cubicBezTo>
                  <a:cubicBezTo>
                    <a:pt x="3043" y="4296"/>
                    <a:pt x="3071" y="4268"/>
                    <a:pt x="3071" y="4231"/>
                  </a:cubicBezTo>
                  <a:lnTo>
                    <a:pt x="3071" y="3767"/>
                  </a:lnTo>
                  <a:cubicBezTo>
                    <a:pt x="3071" y="3739"/>
                    <a:pt x="3052" y="3711"/>
                    <a:pt x="3015" y="3711"/>
                  </a:cubicBezTo>
                  <a:close/>
                  <a:moveTo>
                    <a:pt x="3015" y="4639"/>
                  </a:moveTo>
                  <a:cubicBezTo>
                    <a:pt x="2987" y="4639"/>
                    <a:pt x="2959" y="4667"/>
                    <a:pt x="2959" y="4695"/>
                  </a:cubicBezTo>
                  <a:lnTo>
                    <a:pt x="2959" y="5158"/>
                  </a:lnTo>
                  <a:cubicBezTo>
                    <a:pt x="2959" y="5195"/>
                    <a:pt x="2987" y="5223"/>
                    <a:pt x="3015" y="5223"/>
                  </a:cubicBezTo>
                  <a:cubicBezTo>
                    <a:pt x="3043" y="5223"/>
                    <a:pt x="3071" y="5195"/>
                    <a:pt x="3071" y="5158"/>
                  </a:cubicBezTo>
                  <a:lnTo>
                    <a:pt x="3071" y="4695"/>
                  </a:lnTo>
                  <a:cubicBezTo>
                    <a:pt x="3071" y="4667"/>
                    <a:pt x="3052" y="4639"/>
                    <a:pt x="3015" y="4639"/>
                  </a:cubicBezTo>
                  <a:close/>
                  <a:moveTo>
                    <a:pt x="3015" y="5567"/>
                  </a:moveTo>
                  <a:cubicBezTo>
                    <a:pt x="2987" y="5567"/>
                    <a:pt x="2959" y="5594"/>
                    <a:pt x="2959" y="5622"/>
                  </a:cubicBezTo>
                  <a:lnTo>
                    <a:pt x="2959" y="6095"/>
                  </a:lnTo>
                  <a:cubicBezTo>
                    <a:pt x="2959" y="6123"/>
                    <a:pt x="2987" y="6151"/>
                    <a:pt x="3015" y="6151"/>
                  </a:cubicBezTo>
                  <a:cubicBezTo>
                    <a:pt x="3043" y="6151"/>
                    <a:pt x="3071" y="6123"/>
                    <a:pt x="3071" y="6095"/>
                  </a:cubicBezTo>
                  <a:lnTo>
                    <a:pt x="3071" y="5622"/>
                  </a:lnTo>
                  <a:cubicBezTo>
                    <a:pt x="3071" y="5594"/>
                    <a:pt x="3052" y="5567"/>
                    <a:pt x="3015" y="5567"/>
                  </a:cubicBezTo>
                  <a:close/>
                  <a:moveTo>
                    <a:pt x="390" y="6188"/>
                  </a:moveTo>
                  <a:cubicBezTo>
                    <a:pt x="353" y="6188"/>
                    <a:pt x="334" y="6216"/>
                    <a:pt x="334" y="6253"/>
                  </a:cubicBezTo>
                  <a:cubicBezTo>
                    <a:pt x="334" y="6281"/>
                    <a:pt x="353" y="6309"/>
                    <a:pt x="390" y="6309"/>
                  </a:cubicBezTo>
                  <a:lnTo>
                    <a:pt x="853" y="6309"/>
                  </a:lnTo>
                  <a:cubicBezTo>
                    <a:pt x="881" y="6309"/>
                    <a:pt x="909" y="6281"/>
                    <a:pt x="909" y="6253"/>
                  </a:cubicBezTo>
                  <a:cubicBezTo>
                    <a:pt x="909" y="6216"/>
                    <a:pt x="881" y="6188"/>
                    <a:pt x="853" y="6188"/>
                  </a:cubicBezTo>
                  <a:close/>
                  <a:moveTo>
                    <a:pt x="1317" y="6188"/>
                  </a:moveTo>
                  <a:cubicBezTo>
                    <a:pt x="1280" y="6188"/>
                    <a:pt x="1262" y="6216"/>
                    <a:pt x="1262" y="6253"/>
                  </a:cubicBezTo>
                  <a:cubicBezTo>
                    <a:pt x="1262" y="6281"/>
                    <a:pt x="1280" y="6309"/>
                    <a:pt x="1317" y="6309"/>
                  </a:cubicBezTo>
                  <a:lnTo>
                    <a:pt x="1781" y="6309"/>
                  </a:lnTo>
                  <a:cubicBezTo>
                    <a:pt x="1809" y="6309"/>
                    <a:pt x="1837" y="6281"/>
                    <a:pt x="1837" y="6253"/>
                  </a:cubicBezTo>
                  <a:cubicBezTo>
                    <a:pt x="1837" y="6216"/>
                    <a:pt x="1809" y="6188"/>
                    <a:pt x="1781" y="6188"/>
                  </a:cubicBezTo>
                  <a:close/>
                  <a:moveTo>
                    <a:pt x="2245" y="6188"/>
                  </a:moveTo>
                  <a:cubicBezTo>
                    <a:pt x="2208" y="6188"/>
                    <a:pt x="2189" y="6216"/>
                    <a:pt x="2189" y="6253"/>
                  </a:cubicBezTo>
                  <a:cubicBezTo>
                    <a:pt x="2189" y="6281"/>
                    <a:pt x="2208" y="6309"/>
                    <a:pt x="2245" y="6309"/>
                  </a:cubicBezTo>
                  <a:lnTo>
                    <a:pt x="2709" y="6309"/>
                  </a:lnTo>
                  <a:cubicBezTo>
                    <a:pt x="2737" y="6309"/>
                    <a:pt x="2764" y="6281"/>
                    <a:pt x="2764" y="6253"/>
                  </a:cubicBezTo>
                  <a:cubicBezTo>
                    <a:pt x="2764" y="6216"/>
                    <a:pt x="2737" y="6188"/>
                    <a:pt x="2709" y="6188"/>
                  </a:cubicBezTo>
                  <a:close/>
                  <a:moveTo>
                    <a:pt x="56" y="6318"/>
                  </a:moveTo>
                  <a:cubicBezTo>
                    <a:pt x="28" y="6318"/>
                    <a:pt x="0" y="6346"/>
                    <a:pt x="0" y="6383"/>
                  </a:cubicBezTo>
                  <a:lnTo>
                    <a:pt x="0" y="6847"/>
                  </a:lnTo>
                  <a:cubicBezTo>
                    <a:pt x="0" y="6875"/>
                    <a:pt x="28" y="6902"/>
                    <a:pt x="56" y="6902"/>
                  </a:cubicBezTo>
                  <a:cubicBezTo>
                    <a:pt x="84" y="6902"/>
                    <a:pt x="111" y="6875"/>
                    <a:pt x="111" y="6847"/>
                  </a:cubicBezTo>
                  <a:lnTo>
                    <a:pt x="111" y="6383"/>
                  </a:lnTo>
                  <a:cubicBezTo>
                    <a:pt x="111" y="6346"/>
                    <a:pt x="84" y="6318"/>
                    <a:pt x="56" y="6318"/>
                  </a:cubicBezTo>
                  <a:close/>
                  <a:moveTo>
                    <a:pt x="56" y="7246"/>
                  </a:moveTo>
                  <a:cubicBezTo>
                    <a:pt x="28" y="7246"/>
                    <a:pt x="0" y="7273"/>
                    <a:pt x="0" y="7311"/>
                  </a:cubicBezTo>
                  <a:lnTo>
                    <a:pt x="0" y="7774"/>
                  </a:lnTo>
                  <a:cubicBezTo>
                    <a:pt x="0" y="7802"/>
                    <a:pt x="28" y="7830"/>
                    <a:pt x="56" y="7830"/>
                  </a:cubicBezTo>
                  <a:cubicBezTo>
                    <a:pt x="84" y="7830"/>
                    <a:pt x="111" y="7802"/>
                    <a:pt x="111" y="7774"/>
                  </a:cubicBezTo>
                  <a:lnTo>
                    <a:pt x="111" y="7311"/>
                  </a:lnTo>
                  <a:cubicBezTo>
                    <a:pt x="111" y="7273"/>
                    <a:pt x="84" y="7246"/>
                    <a:pt x="56" y="72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3">
              <a:extLst>
                <a:ext uri="{FF2B5EF4-FFF2-40B4-BE49-F238E27FC236}">
                  <a16:creationId xmlns:a16="http://schemas.microsoft.com/office/drawing/2014/main" id="{3D703CE2-F4C5-D28C-5556-323B543B2D09}"/>
                </a:ext>
              </a:extLst>
            </p:cNvPr>
            <p:cNvSpPr/>
            <p:nvPr/>
          </p:nvSpPr>
          <p:spPr>
            <a:xfrm>
              <a:off x="2079525" y="2330700"/>
              <a:ext cx="30425" cy="30175"/>
            </a:xfrm>
            <a:custGeom>
              <a:avLst/>
              <a:gdLst/>
              <a:ahLst/>
              <a:cxnLst/>
              <a:rect l="l" t="t" r="r" b="b"/>
              <a:pathLst>
                <a:path w="1217" h="1207" extrusionOk="0">
                  <a:moveTo>
                    <a:pt x="613" y="176"/>
                  </a:moveTo>
                  <a:lnTo>
                    <a:pt x="752" y="436"/>
                  </a:lnTo>
                  <a:cubicBezTo>
                    <a:pt x="752" y="445"/>
                    <a:pt x="762" y="455"/>
                    <a:pt x="771" y="464"/>
                  </a:cubicBezTo>
                  <a:lnTo>
                    <a:pt x="1031" y="603"/>
                  </a:lnTo>
                  <a:lnTo>
                    <a:pt x="771" y="742"/>
                  </a:lnTo>
                  <a:cubicBezTo>
                    <a:pt x="762" y="752"/>
                    <a:pt x="752" y="761"/>
                    <a:pt x="752" y="770"/>
                  </a:cubicBezTo>
                  <a:lnTo>
                    <a:pt x="604" y="1030"/>
                  </a:lnTo>
                  <a:lnTo>
                    <a:pt x="465" y="770"/>
                  </a:lnTo>
                  <a:cubicBezTo>
                    <a:pt x="465" y="761"/>
                    <a:pt x="456" y="752"/>
                    <a:pt x="446" y="742"/>
                  </a:cubicBezTo>
                  <a:lnTo>
                    <a:pt x="186" y="603"/>
                  </a:lnTo>
                  <a:lnTo>
                    <a:pt x="446" y="464"/>
                  </a:lnTo>
                  <a:cubicBezTo>
                    <a:pt x="456" y="455"/>
                    <a:pt x="465" y="445"/>
                    <a:pt x="465" y="436"/>
                  </a:cubicBezTo>
                  <a:lnTo>
                    <a:pt x="613" y="176"/>
                  </a:lnTo>
                  <a:close/>
                  <a:moveTo>
                    <a:pt x="613" y="0"/>
                  </a:moveTo>
                  <a:cubicBezTo>
                    <a:pt x="585" y="0"/>
                    <a:pt x="567" y="9"/>
                    <a:pt x="558" y="28"/>
                  </a:cubicBezTo>
                  <a:lnTo>
                    <a:pt x="372" y="362"/>
                  </a:lnTo>
                  <a:lnTo>
                    <a:pt x="38" y="547"/>
                  </a:lnTo>
                  <a:cubicBezTo>
                    <a:pt x="20" y="557"/>
                    <a:pt x="1" y="585"/>
                    <a:pt x="1" y="603"/>
                  </a:cubicBezTo>
                  <a:cubicBezTo>
                    <a:pt x="1" y="622"/>
                    <a:pt x="20" y="640"/>
                    <a:pt x="38" y="649"/>
                  </a:cubicBezTo>
                  <a:lnTo>
                    <a:pt x="372" y="835"/>
                  </a:lnTo>
                  <a:lnTo>
                    <a:pt x="558" y="1178"/>
                  </a:lnTo>
                  <a:cubicBezTo>
                    <a:pt x="567" y="1197"/>
                    <a:pt x="585" y="1206"/>
                    <a:pt x="604" y="1206"/>
                  </a:cubicBezTo>
                  <a:cubicBezTo>
                    <a:pt x="632" y="1206"/>
                    <a:pt x="650" y="1197"/>
                    <a:pt x="660" y="1178"/>
                  </a:cubicBezTo>
                  <a:lnTo>
                    <a:pt x="845" y="835"/>
                  </a:lnTo>
                  <a:lnTo>
                    <a:pt x="1179" y="659"/>
                  </a:lnTo>
                  <a:cubicBezTo>
                    <a:pt x="1198" y="640"/>
                    <a:pt x="1216" y="622"/>
                    <a:pt x="1216" y="603"/>
                  </a:cubicBezTo>
                  <a:cubicBezTo>
                    <a:pt x="1216" y="585"/>
                    <a:pt x="1198" y="566"/>
                    <a:pt x="1179" y="557"/>
                  </a:cubicBezTo>
                  <a:lnTo>
                    <a:pt x="845" y="371"/>
                  </a:lnTo>
                  <a:lnTo>
                    <a:pt x="660" y="28"/>
                  </a:lnTo>
                  <a:cubicBezTo>
                    <a:pt x="650" y="9"/>
                    <a:pt x="632"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3">
              <a:extLst>
                <a:ext uri="{FF2B5EF4-FFF2-40B4-BE49-F238E27FC236}">
                  <a16:creationId xmlns:a16="http://schemas.microsoft.com/office/drawing/2014/main" id="{928DB919-9219-978B-F7B6-C5BCB6B8CFC5}"/>
                </a:ext>
              </a:extLst>
            </p:cNvPr>
            <p:cNvSpPr/>
            <p:nvPr/>
          </p:nvSpPr>
          <p:spPr>
            <a:xfrm>
              <a:off x="2275275" y="3037350"/>
              <a:ext cx="44550" cy="44775"/>
            </a:xfrm>
            <a:custGeom>
              <a:avLst/>
              <a:gdLst/>
              <a:ahLst/>
              <a:cxnLst/>
              <a:rect l="l" t="t" r="r" b="b"/>
              <a:pathLst>
                <a:path w="1782" h="1791" extrusionOk="0">
                  <a:moveTo>
                    <a:pt x="891" y="176"/>
                  </a:moveTo>
                  <a:lnTo>
                    <a:pt x="1142" y="631"/>
                  </a:lnTo>
                  <a:cubicBezTo>
                    <a:pt x="1142" y="640"/>
                    <a:pt x="1151" y="640"/>
                    <a:pt x="1160" y="649"/>
                  </a:cubicBezTo>
                  <a:lnTo>
                    <a:pt x="1605" y="900"/>
                  </a:lnTo>
                  <a:lnTo>
                    <a:pt x="1160" y="1141"/>
                  </a:lnTo>
                  <a:cubicBezTo>
                    <a:pt x="1151" y="1141"/>
                    <a:pt x="1142" y="1150"/>
                    <a:pt x="1142" y="1160"/>
                  </a:cubicBezTo>
                  <a:lnTo>
                    <a:pt x="891" y="1605"/>
                  </a:lnTo>
                  <a:lnTo>
                    <a:pt x="650" y="1160"/>
                  </a:lnTo>
                  <a:cubicBezTo>
                    <a:pt x="641" y="1150"/>
                    <a:pt x="631" y="1141"/>
                    <a:pt x="622" y="1141"/>
                  </a:cubicBezTo>
                  <a:lnTo>
                    <a:pt x="177" y="891"/>
                  </a:lnTo>
                  <a:lnTo>
                    <a:pt x="622" y="649"/>
                  </a:lnTo>
                  <a:cubicBezTo>
                    <a:pt x="641" y="640"/>
                    <a:pt x="641" y="631"/>
                    <a:pt x="650" y="622"/>
                  </a:cubicBezTo>
                  <a:lnTo>
                    <a:pt x="891" y="176"/>
                  </a:lnTo>
                  <a:close/>
                  <a:moveTo>
                    <a:pt x="891" y="0"/>
                  </a:moveTo>
                  <a:cubicBezTo>
                    <a:pt x="872" y="0"/>
                    <a:pt x="854" y="9"/>
                    <a:pt x="845" y="28"/>
                  </a:cubicBezTo>
                  <a:lnTo>
                    <a:pt x="557" y="557"/>
                  </a:lnTo>
                  <a:lnTo>
                    <a:pt x="28" y="844"/>
                  </a:lnTo>
                  <a:cubicBezTo>
                    <a:pt x="10" y="853"/>
                    <a:pt x="0" y="872"/>
                    <a:pt x="0" y="891"/>
                  </a:cubicBezTo>
                  <a:cubicBezTo>
                    <a:pt x="0" y="909"/>
                    <a:pt x="10" y="937"/>
                    <a:pt x="28" y="946"/>
                  </a:cubicBezTo>
                  <a:lnTo>
                    <a:pt x="557" y="1234"/>
                  </a:lnTo>
                  <a:lnTo>
                    <a:pt x="835" y="1753"/>
                  </a:lnTo>
                  <a:cubicBezTo>
                    <a:pt x="854" y="1772"/>
                    <a:pt x="872" y="1790"/>
                    <a:pt x="891" y="1790"/>
                  </a:cubicBezTo>
                  <a:cubicBezTo>
                    <a:pt x="910" y="1790"/>
                    <a:pt x="928" y="1772"/>
                    <a:pt x="937" y="1753"/>
                  </a:cubicBezTo>
                  <a:lnTo>
                    <a:pt x="1234" y="1234"/>
                  </a:lnTo>
                  <a:lnTo>
                    <a:pt x="1754" y="946"/>
                  </a:lnTo>
                  <a:cubicBezTo>
                    <a:pt x="1772" y="937"/>
                    <a:pt x="1782" y="918"/>
                    <a:pt x="1782" y="900"/>
                  </a:cubicBezTo>
                  <a:cubicBezTo>
                    <a:pt x="1782" y="872"/>
                    <a:pt x="1772" y="853"/>
                    <a:pt x="1754" y="844"/>
                  </a:cubicBezTo>
                  <a:lnTo>
                    <a:pt x="1234" y="557"/>
                  </a:lnTo>
                  <a:lnTo>
                    <a:pt x="947" y="28"/>
                  </a:lnTo>
                  <a:cubicBezTo>
                    <a:pt x="937" y="9"/>
                    <a:pt x="919" y="0"/>
                    <a:pt x="8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3">
              <a:extLst>
                <a:ext uri="{FF2B5EF4-FFF2-40B4-BE49-F238E27FC236}">
                  <a16:creationId xmlns:a16="http://schemas.microsoft.com/office/drawing/2014/main" id="{7F18B676-DE87-9827-F591-228CDF128D68}"/>
                </a:ext>
              </a:extLst>
            </p:cNvPr>
            <p:cNvSpPr/>
            <p:nvPr/>
          </p:nvSpPr>
          <p:spPr>
            <a:xfrm>
              <a:off x="2281075" y="2533150"/>
              <a:ext cx="3025" cy="16500"/>
            </a:xfrm>
            <a:custGeom>
              <a:avLst/>
              <a:gdLst/>
              <a:ahLst/>
              <a:cxnLst/>
              <a:rect l="l" t="t" r="r" b="b"/>
              <a:pathLst>
                <a:path w="121" h="660" extrusionOk="0">
                  <a:moveTo>
                    <a:pt x="65" y="1"/>
                  </a:moveTo>
                  <a:cubicBezTo>
                    <a:pt x="28" y="1"/>
                    <a:pt x="0" y="28"/>
                    <a:pt x="0" y="66"/>
                  </a:cubicBezTo>
                  <a:lnTo>
                    <a:pt x="0" y="604"/>
                  </a:lnTo>
                  <a:cubicBezTo>
                    <a:pt x="0" y="641"/>
                    <a:pt x="28" y="659"/>
                    <a:pt x="65" y="659"/>
                  </a:cubicBezTo>
                  <a:cubicBezTo>
                    <a:pt x="93" y="659"/>
                    <a:pt x="121" y="631"/>
                    <a:pt x="121" y="604"/>
                  </a:cubicBezTo>
                  <a:lnTo>
                    <a:pt x="121" y="66"/>
                  </a:lnTo>
                  <a:cubicBezTo>
                    <a:pt x="121" y="28"/>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3">
              <a:extLst>
                <a:ext uri="{FF2B5EF4-FFF2-40B4-BE49-F238E27FC236}">
                  <a16:creationId xmlns:a16="http://schemas.microsoft.com/office/drawing/2014/main" id="{1518EC1D-04D1-06FE-5954-E8BAC34FE35A}"/>
                </a:ext>
              </a:extLst>
            </p:cNvPr>
            <p:cNvSpPr/>
            <p:nvPr/>
          </p:nvSpPr>
          <p:spPr>
            <a:xfrm>
              <a:off x="2281075" y="2567950"/>
              <a:ext cx="3025" cy="16475"/>
            </a:xfrm>
            <a:custGeom>
              <a:avLst/>
              <a:gdLst/>
              <a:ahLst/>
              <a:cxnLst/>
              <a:rect l="l" t="t" r="r" b="b"/>
              <a:pathLst>
                <a:path w="121" h="659" extrusionOk="0">
                  <a:moveTo>
                    <a:pt x="65" y="0"/>
                  </a:moveTo>
                  <a:cubicBezTo>
                    <a:pt x="28" y="0"/>
                    <a:pt x="0" y="28"/>
                    <a:pt x="0" y="65"/>
                  </a:cubicBezTo>
                  <a:lnTo>
                    <a:pt x="0" y="603"/>
                  </a:lnTo>
                  <a:cubicBezTo>
                    <a:pt x="0" y="640"/>
                    <a:pt x="28" y="659"/>
                    <a:pt x="65" y="659"/>
                  </a:cubicBezTo>
                  <a:cubicBezTo>
                    <a:pt x="93" y="659"/>
                    <a:pt x="121" y="631"/>
                    <a:pt x="121" y="603"/>
                  </a:cubicBezTo>
                  <a:lnTo>
                    <a:pt x="121" y="65"/>
                  </a:lnTo>
                  <a:cubicBezTo>
                    <a:pt x="121" y="28"/>
                    <a:pt x="93"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3">
              <a:extLst>
                <a:ext uri="{FF2B5EF4-FFF2-40B4-BE49-F238E27FC236}">
                  <a16:creationId xmlns:a16="http://schemas.microsoft.com/office/drawing/2014/main" id="{09B01D98-098E-88A8-E8EC-04C5AE77C149}"/>
                </a:ext>
              </a:extLst>
            </p:cNvPr>
            <p:cNvSpPr/>
            <p:nvPr/>
          </p:nvSpPr>
          <p:spPr>
            <a:xfrm>
              <a:off x="2291750" y="2557500"/>
              <a:ext cx="16475" cy="2800"/>
            </a:xfrm>
            <a:custGeom>
              <a:avLst/>
              <a:gdLst/>
              <a:ahLst/>
              <a:cxnLst/>
              <a:rect l="l" t="t" r="r" b="b"/>
              <a:pathLst>
                <a:path w="659" h="112" extrusionOk="0">
                  <a:moveTo>
                    <a:pt x="65" y="1"/>
                  </a:moveTo>
                  <a:cubicBezTo>
                    <a:pt x="28" y="1"/>
                    <a:pt x="0" y="19"/>
                    <a:pt x="0" y="56"/>
                  </a:cubicBezTo>
                  <a:cubicBezTo>
                    <a:pt x="0" y="84"/>
                    <a:pt x="28" y="112"/>
                    <a:pt x="65" y="112"/>
                  </a:cubicBezTo>
                  <a:lnTo>
                    <a:pt x="603" y="112"/>
                  </a:lnTo>
                  <a:cubicBezTo>
                    <a:pt x="631" y="112"/>
                    <a:pt x="659" y="84"/>
                    <a:pt x="659" y="56"/>
                  </a:cubicBezTo>
                  <a:cubicBezTo>
                    <a:pt x="659" y="19"/>
                    <a:pt x="631"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3">
              <a:extLst>
                <a:ext uri="{FF2B5EF4-FFF2-40B4-BE49-F238E27FC236}">
                  <a16:creationId xmlns:a16="http://schemas.microsoft.com/office/drawing/2014/main" id="{2A820DB5-91EA-AB52-4394-1F6D1C86D84E}"/>
                </a:ext>
              </a:extLst>
            </p:cNvPr>
            <p:cNvSpPr/>
            <p:nvPr/>
          </p:nvSpPr>
          <p:spPr>
            <a:xfrm>
              <a:off x="2256950" y="2557500"/>
              <a:ext cx="16500" cy="2800"/>
            </a:xfrm>
            <a:custGeom>
              <a:avLst/>
              <a:gdLst/>
              <a:ahLst/>
              <a:cxnLst/>
              <a:rect l="l" t="t" r="r" b="b"/>
              <a:pathLst>
                <a:path w="660" h="112" extrusionOk="0">
                  <a:moveTo>
                    <a:pt x="66" y="1"/>
                  </a:moveTo>
                  <a:cubicBezTo>
                    <a:pt x="28" y="1"/>
                    <a:pt x="1" y="19"/>
                    <a:pt x="1" y="56"/>
                  </a:cubicBezTo>
                  <a:cubicBezTo>
                    <a:pt x="1" y="84"/>
                    <a:pt x="28" y="112"/>
                    <a:pt x="66" y="112"/>
                  </a:cubicBezTo>
                  <a:lnTo>
                    <a:pt x="604" y="112"/>
                  </a:lnTo>
                  <a:cubicBezTo>
                    <a:pt x="631" y="112"/>
                    <a:pt x="659" y="84"/>
                    <a:pt x="659" y="56"/>
                  </a:cubicBezTo>
                  <a:cubicBezTo>
                    <a:pt x="659" y="19"/>
                    <a:pt x="631"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3">
              <a:extLst>
                <a:ext uri="{FF2B5EF4-FFF2-40B4-BE49-F238E27FC236}">
                  <a16:creationId xmlns:a16="http://schemas.microsoft.com/office/drawing/2014/main" id="{08D12A6E-095E-9E13-06B3-71670643E7A9}"/>
                </a:ext>
              </a:extLst>
            </p:cNvPr>
            <p:cNvSpPr/>
            <p:nvPr/>
          </p:nvSpPr>
          <p:spPr>
            <a:xfrm>
              <a:off x="2265525" y="2566325"/>
              <a:ext cx="9550" cy="9525"/>
            </a:xfrm>
            <a:custGeom>
              <a:avLst/>
              <a:gdLst/>
              <a:ahLst/>
              <a:cxnLst/>
              <a:rect l="l" t="t" r="r" b="b"/>
              <a:pathLst>
                <a:path w="382" h="381" extrusionOk="0">
                  <a:moveTo>
                    <a:pt x="1" y="381"/>
                  </a:moveTo>
                  <a:lnTo>
                    <a:pt x="381"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3">
              <a:extLst>
                <a:ext uri="{FF2B5EF4-FFF2-40B4-BE49-F238E27FC236}">
                  <a16:creationId xmlns:a16="http://schemas.microsoft.com/office/drawing/2014/main" id="{196FFDD2-CB55-DE0E-32AE-B9A02862BB64}"/>
                </a:ext>
              </a:extLst>
            </p:cNvPr>
            <p:cNvSpPr/>
            <p:nvPr/>
          </p:nvSpPr>
          <p:spPr>
            <a:xfrm>
              <a:off x="2263900" y="2564875"/>
              <a:ext cx="12800" cy="12600"/>
            </a:xfrm>
            <a:custGeom>
              <a:avLst/>
              <a:gdLst/>
              <a:ahLst/>
              <a:cxnLst/>
              <a:rect l="l" t="t" r="r" b="b"/>
              <a:pathLst>
                <a:path w="512" h="504" extrusionOk="0">
                  <a:moveTo>
                    <a:pt x="447" y="0"/>
                  </a:moveTo>
                  <a:cubicBezTo>
                    <a:pt x="432" y="0"/>
                    <a:pt x="418" y="7"/>
                    <a:pt x="409" y="21"/>
                  </a:cubicBezTo>
                  <a:lnTo>
                    <a:pt x="29" y="401"/>
                  </a:lnTo>
                  <a:cubicBezTo>
                    <a:pt x="1" y="420"/>
                    <a:pt x="1" y="457"/>
                    <a:pt x="29" y="485"/>
                  </a:cubicBezTo>
                  <a:cubicBezTo>
                    <a:pt x="38" y="494"/>
                    <a:pt x="47" y="503"/>
                    <a:pt x="66" y="503"/>
                  </a:cubicBezTo>
                  <a:cubicBezTo>
                    <a:pt x="84" y="503"/>
                    <a:pt x="94" y="494"/>
                    <a:pt x="112" y="485"/>
                  </a:cubicBezTo>
                  <a:lnTo>
                    <a:pt x="493" y="105"/>
                  </a:lnTo>
                  <a:cubicBezTo>
                    <a:pt x="511" y="77"/>
                    <a:pt x="511" y="40"/>
                    <a:pt x="493" y="21"/>
                  </a:cubicBezTo>
                  <a:cubicBezTo>
                    <a:pt x="479" y="7"/>
                    <a:pt x="462" y="0"/>
                    <a:pt x="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3">
              <a:extLst>
                <a:ext uri="{FF2B5EF4-FFF2-40B4-BE49-F238E27FC236}">
                  <a16:creationId xmlns:a16="http://schemas.microsoft.com/office/drawing/2014/main" id="{C62E1E97-09FA-ECA1-FF9A-33218E4E1EB6}"/>
                </a:ext>
              </a:extLst>
            </p:cNvPr>
            <p:cNvSpPr/>
            <p:nvPr/>
          </p:nvSpPr>
          <p:spPr>
            <a:xfrm>
              <a:off x="2290125" y="2541725"/>
              <a:ext cx="9525" cy="9550"/>
            </a:xfrm>
            <a:custGeom>
              <a:avLst/>
              <a:gdLst/>
              <a:ahLst/>
              <a:cxnLst/>
              <a:rect l="l" t="t" r="r" b="b"/>
              <a:pathLst>
                <a:path w="381" h="382" extrusionOk="0">
                  <a:moveTo>
                    <a:pt x="0" y="381"/>
                  </a:moveTo>
                  <a:lnTo>
                    <a:pt x="381"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3">
              <a:extLst>
                <a:ext uri="{FF2B5EF4-FFF2-40B4-BE49-F238E27FC236}">
                  <a16:creationId xmlns:a16="http://schemas.microsoft.com/office/drawing/2014/main" id="{AB5CA40D-AAD1-3827-775B-756742300E3F}"/>
                </a:ext>
              </a:extLst>
            </p:cNvPr>
            <p:cNvSpPr/>
            <p:nvPr/>
          </p:nvSpPr>
          <p:spPr>
            <a:xfrm>
              <a:off x="2288500" y="2540275"/>
              <a:ext cx="12775" cy="12625"/>
            </a:xfrm>
            <a:custGeom>
              <a:avLst/>
              <a:gdLst/>
              <a:ahLst/>
              <a:cxnLst/>
              <a:rect l="l" t="t" r="r" b="b"/>
              <a:pathLst>
                <a:path w="511" h="505" extrusionOk="0">
                  <a:moveTo>
                    <a:pt x="447" y="1"/>
                  </a:moveTo>
                  <a:cubicBezTo>
                    <a:pt x="432" y="1"/>
                    <a:pt x="418" y="8"/>
                    <a:pt x="408" y="22"/>
                  </a:cubicBezTo>
                  <a:lnTo>
                    <a:pt x="28" y="402"/>
                  </a:lnTo>
                  <a:cubicBezTo>
                    <a:pt x="0" y="421"/>
                    <a:pt x="0" y="458"/>
                    <a:pt x="28" y="486"/>
                  </a:cubicBezTo>
                  <a:cubicBezTo>
                    <a:pt x="37" y="495"/>
                    <a:pt x="47" y="504"/>
                    <a:pt x="65" y="504"/>
                  </a:cubicBezTo>
                  <a:cubicBezTo>
                    <a:pt x="84" y="504"/>
                    <a:pt x="93" y="495"/>
                    <a:pt x="112" y="486"/>
                  </a:cubicBezTo>
                  <a:lnTo>
                    <a:pt x="492" y="96"/>
                  </a:lnTo>
                  <a:cubicBezTo>
                    <a:pt x="510" y="77"/>
                    <a:pt x="510" y="40"/>
                    <a:pt x="492" y="22"/>
                  </a:cubicBezTo>
                  <a:cubicBezTo>
                    <a:pt x="478" y="8"/>
                    <a:pt x="462" y="1"/>
                    <a:pt x="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3">
              <a:extLst>
                <a:ext uri="{FF2B5EF4-FFF2-40B4-BE49-F238E27FC236}">
                  <a16:creationId xmlns:a16="http://schemas.microsoft.com/office/drawing/2014/main" id="{793EF373-3618-4CD8-7EAC-A1378363834D}"/>
                </a:ext>
              </a:extLst>
            </p:cNvPr>
            <p:cNvSpPr/>
            <p:nvPr/>
          </p:nvSpPr>
          <p:spPr>
            <a:xfrm>
              <a:off x="2265525" y="2541725"/>
              <a:ext cx="9550" cy="9550"/>
            </a:xfrm>
            <a:custGeom>
              <a:avLst/>
              <a:gdLst/>
              <a:ahLst/>
              <a:cxnLst/>
              <a:rect l="l" t="t" r="r" b="b"/>
              <a:pathLst>
                <a:path w="382" h="382" extrusionOk="0">
                  <a:moveTo>
                    <a:pt x="1" y="1"/>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3">
              <a:extLst>
                <a:ext uri="{FF2B5EF4-FFF2-40B4-BE49-F238E27FC236}">
                  <a16:creationId xmlns:a16="http://schemas.microsoft.com/office/drawing/2014/main" id="{35C1909F-D140-5848-B9FE-8C1F98220F1A}"/>
                </a:ext>
              </a:extLst>
            </p:cNvPr>
            <p:cNvSpPr/>
            <p:nvPr/>
          </p:nvSpPr>
          <p:spPr>
            <a:xfrm>
              <a:off x="2263900" y="2540275"/>
              <a:ext cx="12800" cy="12625"/>
            </a:xfrm>
            <a:custGeom>
              <a:avLst/>
              <a:gdLst/>
              <a:ahLst/>
              <a:cxnLst/>
              <a:rect l="l" t="t" r="r" b="b"/>
              <a:pathLst>
                <a:path w="512" h="505" extrusionOk="0">
                  <a:moveTo>
                    <a:pt x="67" y="1"/>
                  </a:moveTo>
                  <a:cubicBezTo>
                    <a:pt x="52" y="1"/>
                    <a:pt x="38" y="8"/>
                    <a:pt x="29" y="22"/>
                  </a:cubicBezTo>
                  <a:cubicBezTo>
                    <a:pt x="1" y="40"/>
                    <a:pt x="1" y="77"/>
                    <a:pt x="29" y="96"/>
                  </a:cubicBezTo>
                  <a:lnTo>
                    <a:pt x="409" y="486"/>
                  </a:lnTo>
                  <a:cubicBezTo>
                    <a:pt x="418" y="495"/>
                    <a:pt x="437" y="504"/>
                    <a:pt x="446" y="504"/>
                  </a:cubicBezTo>
                  <a:cubicBezTo>
                    <a:pt x="465" y="504"/>
                    <a:pt x="483" y="495"/>
                    <a:pt x="493" y="486"/>
                  </a:cubicBezTo>
                  <a:cubicBezTo>
                    <a:pt x="511" y="458"/>
                    <a:pt x="511" y="421"/>
                    <a:pt x="493" y="402"/>
                  </a:cubicBezTo>
                  <a:lnTo>
                    <a:pt x="112" y="22"/>
                  </a:lnTo>
                  <a:cubicBezTo>
                    <a:pt x="98" y="8"/>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3">
              <a:extLst>
                <a:ext uri="{FF2B5EF4-FFF2-40B4-BE49-F238E27FC236}">
                  <a16:creationId xmlns:a16="http://schemas.microsoft.com/office/drawing/2014/main" id="{0FC29DB2-D359-E410-8412-F6121F77A628}"/>
                </a:ext>
              </a:extLst>
            </p:cNvPr>
            <p:cNvSpPr/>
            <p:nvPr/>
          </p:nvSpPr>
          <p:spPr>
            <a:xfrm>
              <a:off x="2290125" y="2566325"/>
              <a:ext cx="9525" cy="9525"/>
            </a:xfrm>
            <a:custGeom>
              <a:avLst/>
              <a:gdLst/>
              <a:ahLst/>
              <a:cxnLst/>
              <a:rect l="l" t="t" r="r" b="b"/>
              <a:pathLst>
                <a:path w="381" h="381" extrusionOk="0">
                  <a:moveTo>
                    <a:pt x="0" y="0"/>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3">
              <a:extLst>
                <a:ext uri="{FF2B5EF4-FFF2-40B4-BE49-F238E27FC236}">
                  <a16:creationId xmlns:a16="http://schemas.microsoft.com/office/drawing/2014/main" id="{3611C9F4-C671-19DF-5087-FAD3FA00E6F9}"/>
                </a:ext>
              </a:extLst>
            </p:cNvPr>
            <p:cNvSpPr/>
            <p:nvPr/>
          </p:nvSpPr>
          <p:spPr>
            <a:xfrm>
              <a:off x="2288500" y="2564875"/>
              <a:ext cx="12775" cy="12600"/>
            </a:xfrm>
            <a:custGeom>
              <a:avLst/>
              <a:gdLst/>
              <a:ahLst/>
              <a:cxnLst/>
              <a:rect l="l" t="t" r="r" b="b"/>
              <a:pathLst>
                <a:path w="511" h="504" extrusionOk="0">
                  <a:moveTo>
                    <a:pt x="66" y="0"/>
                  </a:moveTo>
                  <a:cubicBezTo>
                    <a:pt x="51" y="0"/>
                    <a:pt x="37" y="7"/>
                    <a:pt x="28" y="21"/>
                  </a:cubicBezTo>
                  <a:cubicBezTo>
                    <a:pt x="0" y="40"/>
                    <a:pt x="0" y="77"/>
                    <a:pt x="28" y="105"/>
                  </a:cubicBezTo>
                  <a:lnTo>
                    <a:pt x="408" y="485"/>
                  </a:lnTo>
                  <a:cubicBezTo>
                    <a:pt x="418" y="494"/>
                    <a:pt x="436" y="503"/>
                    <a:pt x="446" y="503"/>
                  </a:cubicBezTo>
                  <a:cubicBezTo>
                    <a:pt x="464" y="503"/>
                    <a:pt x="483" y="494"/>
                    <a:pt x="492" y="485"/>
                  </a:cubicBezTo>
                  <a:cubicBezTo>
                    <a:pt x="510" y="457"/>
                    <a:pt x="510" y="420"/>
                    <a:pt x="492" y="401"/>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3">
              <a:extLst>
                <a:ext uri="{FF2B5EF4-FFF2-40B4-BE49-F238E27FC236}">
                  <a16:creationId xmlns:a16="http://schemas.microsoft.com/office/drawing/2014/main" id="{A1DC86E7-8422-1CC5-E6EB-F9D4CBAE5EB1}"/>
                </a:ext>
              </a:extLst>
            </p:cNvPr>
            <p:cNvSpPr/>
            <p:nvPr/>
          </p:nvSpPr>
          <p:spPr>
            <a:xfrm>
              <a:off x="2241175" y="2381700"/>
              <a:ext cx="19525" cy="19525"/>
            </a:xfrm>
            <a:custGeom>
              <a:avLst/>
              <a:gdLst/>
              <a:ahLst/>
              <a:cxnLst/>
              <a:rect l="l" t="t" r="r" b="b"/>
              <a:pathLst>
                <a:path w="781" h="781" extrusionOk="0">
                  <a:moveTo>
                    <a:pt x="390" y="112"/>
                  </a:moveTo>
                  <a:cubicBezTo>
                    <a:pt x="539" y="112"/>
                    <a:pt x="659" y="233"/>
                    <a:pt x="659" y="391"/>
                  </a:cubicBezTo>
                  <a:cubicBezTo>
                    <a:pt x="659" y="539"/>
                    <a:pt x="539" y="660"/>
                    <a:pt x="390" y="660"/>
                  </a:cubicBezTo>
                  <a:cubicBezTo>
                    <a:pt x="233" y="660"/>
                    <a:pt x="112" y="539"/>
                    <a:pt x="112" y="391"/>
                  </a:cubicBezTo>
                  <a:cubicBezTo>
                    <a:pt x="112" y="233"/>
                    <a:pt x="242" y="112"/>
                    <a:pt x="390" y="112"/>
                  </a:cubicBezTo>
                  <a:close/>
                  <a:moveTo>
                    <a:pt x="390" y="1"/>
                  </a:moveTo>
                  <a:cubicBezTo>
                    <a:pt x="177" y="1"/>
                    <a:pt x="1" y="177"/>
                    <a:pt x="1" y="391"/>
                  </a:cubicBezTo>
                  <a:cubicBezTo>
                    <a:pt x="1" y="604"/>
                    <a:pt x="177" y="780"/>
                    <a:pt x="390" y="780"/>
                  </a:cubicBezTo>
                  <a:cubicBezTo>
                    <a:pt x="604" y="780"/>
                    <a:pt x="780" y="604"/>
                    <a:pt x="780" y="391"/>
                  </a:cubicBezTo>
                  <a:cubicBezTo>
                    <a:pt x="780" y="177"/>
                    <a:pt x="604" y="1"/>
                    <a:pt x="3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3">
              <a:extLst>
                <a:ext uri="{FF2B5EF4-FFF2-40B4-BE49-F238E27FC236}">
                  <a16:creationId xmlns:a16="http://schemas.microsoft.com/office/drawing/2014/main" id="{138F4CA3-11AF-B1B1-43FC-04BF18088478}"/>
                </a:ext>
              </a:extLst>
            </p:cNvPr>
            <p:cNvSpPr/>
            <p:nvPr/>
          </p:nvSpPr>
          <p:spPr>
            <a:xfrm>
              <a:off x="2330000" y="2906075"/>
              <a:ext cx="19525" cy="19500"/>
            </a:xfrm>
            <a:custGeom>
              <a:avLst/>
              <a:gdLst/>
              <a:ahLst/>
              <a:cxnLst/>
              <a:rect l="l" t="t" r="r" b="b"/>
              <a:pathLst>
                <a:path w="781" h="780" extrusionOk="0">
                  <a:moveTo>
                    <a:pt x="390" y="112"/>
                  </a:moveTo>
                  <a:cubicBezTo>
                    <a:pt x="539" y="112"/>
                    <a:pt x="659" y="232"/>
                    <a:pt x="659" y="390"/>
                  </a:cubicBezTo>
                  <a:cubicBezTo>
                    <a:pt x="659" y="539"/>
                    <a:pt x="539" y="659"/>
                    <a:pt x="390" y="659"/>
                  </a:cubicBezTo>
                  <a:cubicBezTo>
                    <a:pt x="233" y="659"/>
                    <a:pt x="112" y="539"/>
                    <a:pt x="112" y="390"/>
                  </a:cubicBezTo>
                  <a:cubicBezTo>
                    <a:pt x="112" y="232"/>
                    <a:pt x="233" y="112"/>
                    <a:pt x="390" y="112"/>
                  </a:cubicBezTo>
                  <a:close/>
                  <a:moveTo>
                    <a:pt x="390" y="0"/>
                  </a:moveTo>
                  <a:cubicBezTo>
                    <a:pt x="168" y="0"/>
                    <a:pt x="1" y="167"/>
                    <a:pt x="1" y="390"/>
                  </a:cubicBezTo>
                  <a:cubicBezTo>
                    <a:pt x="1" y="603"/>
                    <a:pt x="168" y="780"/>
                    <a:pt x="390" y="780"/>
                  </a:cubicBezTo>
                  <a:cubicBezTo>
                    <a:pt x="604" y="780"/>
                    <a:pt x="780" y="603"/>
                    <a:pt x="780" y="390"/>
                  </a:cubicBezTo>
                  <a:cubicBezTo>
                    <a:pt x="780" y="167"/>
                    <a:pt x="604" y="0"/>
                    <a:pt x="3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3">
              <a:extLst>
                <a:ext uri="{FF2B5EF4-FFF2-40B4-BE49-F238E27FC236}">
                  <a16:creationId xmlns:a16="http://schemas.microsoft.com/office/drawing/2014/main" id="{222789F3-627B-2FDB-E118-E1EF3A9D3BC2}"/>
                </a:ext>
              </a:extLst>
            </p:cNvPr>
            <p:cNvSpPr/>
            <p:nvPr/>
          </p:nvSpPr>
          <p:spPr>
            <a:xfrm>
              <a:off x="2228425" y="3186000"/>
              <a:ext cx="12550" cy="12775"/>
            </a:xfrm>
            <a:custGeom>
              <a:avLst/>
              <a:gdLst/>
              <a:ahLst/>
              <a:cxnLst/>
              <a:rect l="l" t="t" r="r" b="b"/>
              <a:pathLst>
                <a:path w="502" h="511" extrusionOk="0">
                  <a:moveTo>
                    <a:pt x="251" y="121"/>
                  </a:moveTo>
                  <a:cubicBezTo>
                    <a:pt x="325" y="121"/>
                    <a:pt x="390" y="177"/>
                    <a:pt x="390" y="251"/>
                  </a:cubicBezTo>
                  <a:cubicBezTo>
                    <a:pt x="390" y="325"/>
                    <a:pt x="325" y="390"/>
                    <a:pt x="251" y="390"/>
                  </a:cubicBezTo>
                  <a:cubicBezTo>
                    <a:pt x="177" y="390"/>
                    <a:pt x="121" y="334"/>
                    <a:pt x="121" y="251"/>
                  </a:cubicBezTo>
                  <a:cubicBezTo>
                    <a:pt x="121" y="177"/>
                    <a:pt x="177" y="121"/>
                    <a:pt x="251" y="121"/>
                  </a:cubicBezTo>
                  <a:close/>
                  <a:moveTo>
                    <a:pt x="251" y="0"/>
                  </a:moveTo>
                  <a:cubicBezTo>
                    <a:pt x="112" y="0"/>
                    <a:pt x="1" y="112"/>
                    <a:pt x="1" y="251"/>
                  </a:cubicBezTo>
                  <a:cubicBezTo>
                    <a:pt x="1" y="390"/>
                    <a:pt x="112" y="511"/>
                    <a:pt x="251" y="511"/>
                  </a:cubicBezTo>
                  <a:cubicBezTo>
                    <a:pt x="390" y="511"/>
                    <a:pt x="502" y="390"/>
                    <a:pt x="502" y="251"/>
                  </a:cubicBezTo>
                  <a:cubicBezTo>
                    <a:pt x="502" y="112"/>
                    <a:pt x="390" y="0"/>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3">
              <a:extLst>
                <a:ext uri="{FF2B5EF4-FFF2-40B4-BE49-F238E27FC236}">
                  <a16:creationId xmlns:a16="http://schemas.microsoft.com/office/drawing/2014/main" id="{834D3952-86E6-C2F0-46A9-B3F500B24706}"/>
                </a:ext>
              </a:extLst>
            </p:cNvPr>
            <p:cNvSpPr/>
            <p:nvPr/>
          </p:nvSpPr>
          <p:spPr>
            <a:xfrm>
              <a:off x="1942250" y="2555875"/>
              <a:ext cx="313575" cy="313575"/>
            </a:xfrm>
            <a:custGeom>
              <a:avLst/>
              <a:gdLst/>
              <a:ahLst/>
              <a:cxnLst/>
              <a:rect l="l" t="t" r="r" b="b"/>
              <a:pathLst>
                <a:path w="12543" h="12543" extrusionOk="0">
                  <a:moveTo>
                    <a:pt x="12496" y="5196"/>
                  </a:moveTo>
                  <a:lnTo>
                    <a:pt x="11995" y="3582"/>
                  </a:lnTo>
                  <a:cubicBezTo>
                    <a:pt x="11949" y="3452"/>
                    <a:pt x="11809" y="3377"/>
                    <a:pt x="11680" y="3424"/>
                  </a:cubicBezTo>
                  <a:lnTo>
                    <a:pt x="10641" y="3748"/>
                  </a:lnTo>
                  <a:cubicBezTo>
                    <a:pt x="10529" y="3786"/>
                    <a:pt x="10418" y="3739"/>
                    <a:pt x="10353" y="3646"/>
                  </a:cubicBezTo>
                  <a:cubicBezTo>
                    <a:pt x="10130" y="3294"/>
                    <a:pt x="9861" y="2988"/>
                    <a:pt x="9564" y="2710"/>
                  </a:cubicBezTo>
                  <a:cubicBezTo>
                    <a:pt x="9481" y="2635"/>
                    <a:pt x="9462" y="2505"/>
                    <a:pt x="9518" y="2413"/>
                  </a:cubicBezTo>
                  <a:lnTo>
                    <a:pt x="10019" y="1439"/>
                  </a:lnTo>
                  <a:cubicBezTo>
                    <a:pt x="10084" y="1318"/>
                    <a:pt x="10028" y="1170"/>
                    <a:pt x="9908" y="1105"/>
                  </a:cubicBezTo>
                  <a:lnTo>
                    <a:pt x="8414" y="325"/>
                  </a:lnTo>
                  <a:cubicBezTo>
                    <a:pt x="8284" y="260"/>
                    <a:pt x="8136" y="307"/>
                    <a:pt x="8071" y="437"/>
                  </a:cubicBezTo>
                  <a:lnTo>
                    <a:pt x="7570" y="1402"/>
                  </a:lnTo>
                  <a:cubicBezTo>
                    <a:pt x="7524" y="1504"/>
                    <a:pt x="7412" y="1550"/>
                    <a:pt x="7301" y="1531"/>
                  </a:cubicBezTo>
                  <a:cubicBezTo>
                    <a:pt x="6902" y="1448"/>
                    <a:pt x="6494" y="1411"/>
                    <a:pt x="6076" y="1420"/>
                  </a:cubicBezTo>
                  <a:cubicBezTo>
                    <a:pt x="5965" y="1429"/>
                    <a:pt x="5863" y="1355"/>
                    <a:pt x="5835" y="1253"/>
                  </a:cubicBezTo>
                  <a:lnTo>
                    <a:pt x="5501" y="214"/>
                  </a:lnTo>
                  <a:cubicBezTo>
                    <a:pt x="5464" y="75"/>
                    <a:pt x="5325" y="1"/>
                    <a:pt x="5186" y="47"/>
                  </a:cubicBezTo>
                  <a:lnTo>
                    <a:pt x="3581" y="557"/>
                  </a:lnTo>
                  <a:cubicBezTo>
                    <a:pt x="3451" y="594"/>
                    <a:pt x="3377" y="734"/>
                    <a:pt x="3414" y="873"/>
                  </a:cubicBezTo>
                  <a:lnTo>
                    <a:pt x="3748" y="1912"/>
                  </a:lnTo>
                  <a:cubicBezTo>
                    <a:pt x="3776" y="2014"/>
                    <a:pt x="3739" y="2134"/>
                    <a:pt x="3646" y="2190"/>
                  </a:cubicBezTo>
                  <a:cubicBezTo>
                    <a:pt x="3293" y="2422"/>
                    <a:pt x="2978" y="2682"/>
                    <a:pt x="2700" y="2979"/>
                  </a:cubicBezTo>
                  <a:cubicBezTo>
                    <a:pt x="2625" y="3062"/>
                    <a:pt x="2505" y="3081"/>
                    <a:pt x="2403" y="3034"/>
                  </a:cubicBezTo>
                  <a:lnTo>
                    <a:pt x="1438" y="2533"/>
                  </a:lnTo>
                  <a:cubicBezTo>
                    <a:pt x="1317" y="2468"/>
                    <a:pt x="1169" y="2515"/>
                    <a:pt x="1104" y="2635"/>
                  </a:cubicBezTo>
                  <a:lnTo>
                    <a:pt x="325" y="4138"/>
                  </a:lnTo>
                  <a:cubicBezTo>
                    <a:pt x="260" y="4259"/>
                    <a:pt x="306" y="4407"/>
                    <a:pt x="427" y="4472"/>
                  </a:cubicBezTo>
                  <a:lnTo>
                    <a:pt x="1401" y="4973"/>
                  </a:lnTo>
                  <a:cubicBezTo>
                    <a:pt x="1494" y="5029"/>
                    <a:pt x="1549" y="5140"/>
                    <a:pt x="1531" y="5251"/>
                  </a:cubicBezTo>
                  <a:cubicBezTo>
                    <a:pt x="1438" y="5641"/>
                    <a:pt x="1401" y="6058"/>
                    <a:pt x="1419" y="6467"/>
                  </a:cubicBezTo>
                  <a:cubicBezTo>
                    <a:pt x="1429" y="6578"/>
                    <a:pt x="1355" y="6680"/>
                    <a:pt x="1243" y="6717"/>
                  </a:cubicBezTo>
                  <a:lnTo>
                    <a:pt x="204" y="7042"/>
                  </a:lnTo>
                  <a:cubicBezTo>
                    <a:pt x="74" y="7088"/>
                    <a:pt x="0" y="7227"/>
                    <a:pt x="47" y="7357"/>
                  </a:cubicBezTo>
                  <a:lnTo>
                    <a:pt x="557" y="8971"/>
                  </a:lnTo>
                  <a:cubicBezTo>
                    <a:pt x="594" y="9101"/>
                    <a:pt x="733" y="9175"/>
                    <a:pt x="863" y="9129"/>
                  </a:cubicBezTo>
                  <a:lnTo>
                    <a:pt x="1902" y="8804"/>
                  </a:lnTo>
                  <a:cubicBezTo>
                    <a:pt x="2013" y="8767"/>
                    <a:pt x="2134" y="8804"/>
                    <a:pt x="2189" y="8906"/>
                  </a:cubicBezTo>
                  <a:cubicBezTo>
                    <a:pt x="2412" y="9250"/>
                    <a:pt x="2681" y="9565"/>
                    <a:pt x="2978" y="9843"/>
                  </a:cubicBezTo>
                  <a:cubicBezTo>
                    <a:pt x="3061" y="9917"/>
                    <a:pt x="3080" y="10038"/>
                    <a:pt x="3034" y="10140"/>
                  </a:cubicBezTo>
                  <a:lnTo>
                    <a:pt x="2523" y="11105"/>
                  </a:lnTo>
                  <a:cubicBezTo>
                    <a:pt x="2468" y="11225"/>
                    <a:pt x="2514" y="11383"/>
                    <a:pt x="2635" y="11448"/>
                  </a:cubicBezTo>
                  <a:lnTo>
                    <a:pt x="4128" y="12227"/>
                  </a:lnTo>
                  <a:cubicBezTo>
                    <a:pt x="4258" y="12283"/>
                    <a:pt x="4407" y="12237"/>
                    <a:pt x="4472" y="12116"/>
                  </a:cubicBezTo>
                  <a:lnTo>
                    <a:pt x="4972" y="11151"/>
                  </a:lnTo>
                  <a:cubicBezTo>
                    <a:pt x="5028" y="11049"/>
                    <a:pt x="5139" y="10994"/>
                    <a:pt x="5241" y="11021"/>
                  </a:cubicBezTo>
                  <a:cubicBezTo>
                    <a:pt x="5640" y="11105"/>
                    <a:pt x="6049" y="11142"/>
                    <a:pt x="6466" y="11123"/>
                  </a:cubicBezTo>
                  <a:cubicBezTo>
                    <a:pt x="6577" y="11123"/>
                    <a:pt x="6679" y="11198"/>
                    <a:pt x="6716" y="11300"/>
                  </a:cubicBezTo>
                  <a:lnTo>
                    <a:pt x="7041" y="12339"/>
                  </a:lnTo>
                  <a:cubicBezTo>
                    <a:pt x="7078" y="12469"/>
                    <a:pt x="7227" y="12543"/>
                    <a:pt x="7357" y="12506"/>
                  </a:cubicBezTo>
                  <a:lnTo>
                    <a:pt x="8961" y="11995"/>
                  </a:lnTo>
                  <a:cubicBezTo>
                    <a:pt x="9101" y="11949"/>
                    <a:pt x="9166" y="11810"/>
                    <a:pt x="9128" y="11680"/>
                  </a:cubicBezTo>
                  <a:lnTo>
                    <a:pt x="8804" y="10641"/>
                  </a:lnTo>
                  <a:cubicBezTo>
                    <a:pt x="8767" y="10539"/>
                    <a:pt x="8804" y="10418"/>
                    <a:pt x="8896" y="10353"/>
                  </a:cubicBezTo>
                  <a:cubicBezTo>
                    <a:pt x="9249" y="10131"/>
                    <a:pt x="9564" y="9871"/>
                    <a:pt x="9843" y="9565"/>
                  </a:cubicBezTo>
                  <a:cubicBezTo>
                    <a:pt x="9917" y="9481"/>
                    <a:pt x="10038" y="9463"/>
                    <a:pt x="10140" y="9519"/>
                  </a:cubicBezTo>
                  <a:lnTo>
                    <a:pt x="11104" y="10020"/>
                  </a:lnTo>
                  <a:cubicBezTo>
                    <a:pt x="11225" y="10084"/>
                    <a:pt x="11373" y="10038"/>
                    <a:pt x="11438" y="9917"/>
                  </a:cubicBezTo>
                  <a:lnTo>
                    <a:pt x="12218" y="8415"/>
                  </a:lnTo>
                  <a:cubicBezTo>
                    <a:pt x="12282" y="8294"/>
                    <a:pt x="12236" y="8136"/>
                    <a:pt x="12116" y="8081"/>
                  </a:cubicBezTo>
                  <a:lnTo>
                    <a:pt x="11141" y="7570"/>
                  </a:lnTo>
                  <a:cubicBezTo>
                    <a:pt x="11049" y="7524"/>
                    <a:pt x="10993" y="7413"/>
                    <a:pt x="11012" y="7301"/>
                  </a:cubicBezTo>
                  <a:cubicBezTo>
                    <a:pt x="11104" y="6903"/>
                    <a:pt x="11141" y="6494"/>
                    <a:pt x="11123" y="6077"/>
                  </a:cubicBezTo>
                  <a:cubicBezTo>
                    <a:pt x="11114" y="5966"/>
                    <a:pt x="11188" y="5873"/>
                    <a:pt x="11299" y="5836"/>
                  </a:cubicBezTo>
                  <a:lnTo>
                    <a:pt x="12338" y="5511"/>
                  </a:lnTo>
                  <a:cubicBezTo>
                    <a:pt x="12468" y="5465"/>
                    <a:pt x="12542" y="5326"/>
                    <a:pt x="12496" y="5196"/>
                  </a:cubicBezTo>
                  <a:close/>
                  <a:moveTo>
                    <a:pt x="7088" y="8869"/>
                  </a:moveTo>
                  <a:cubicBezTo>
                    <a:pt x="5371" y="9361"/>
                    <a:pt x="3637" y="8211"/>
                    <a:pt x="3423" y="6439"/>
                  </a:cubicBezTo>
                  <a:cubicBezTo>
                    <a:pt x="3247" y="5047"/>
                    <a:pt x="4138" y="3711"/>
                    <a:pt x="5483" y="3331"/>
                  </a:cubicBezTo>
                  <a:cubicBezTo>
                    <a:pt x="7199" y="2839"/>
                    <a:pt x="8934" y="3990"/>
                    <a:pt x="9147" y="5752"/>
                  </a:cubicBezTo>
                  <a:cubicBezTo>
                    <a:pt x="9314" y="7144"/>
                    <a:pt x="8433" y="8480"/>
                    <a:pt x="7088" y="886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3">
              <a:extLst>
                <a:ext uri="{FF2B5EF4-FFF2-40B4-BE49-F238E27FC236}">
                  <a16:creationId xmlns:a16="http://schemas.microsoft.com/office/drawing/2014/main" id="{8459C8DA-1B40-CC16-78CB-C1E662BF3223}"/>
                </a:ext>
              </a:extLst>
            </p:cNvPr>
            <p:cNvSpPr/>
            <p:nvPr/>
          </p:nvSpPr>
          <p:spPr>
            <a:xfrm>
              <a:off x="1942250" y="2548100"/>
              <a:ext cx="313575" cy="312075"/>
            </a:xfrm>
            <a:custGeom>
              <a:avLst/>
              <a:gdLst/>
              <a:ahLst/>
              <a:cxnLst/>
              <a:rect l="l" t="t" r="r" b="b"/>
              <a:pathLst>
                <a:path w="12543" h="12483" extrusionOk="0">
                  <a:moveTo>
                    <a:pt x="6281" y="3179"/>
                  </a:moveTo>
                  <a:cubicBezTo>
                    <a:pt x="7703" y="3179"/>
                    <a:pt x="8967" y="4225"/>
                    <a:pt x="9147" y="5720"/>
                  </a:cubicBezTo>
                  <a:cubicBezTo>
                    <a:pt x="9314" y="7112"/>
                    <a:pt x="8433" y="8447"/>
                    <a:pt x="7088" y="8837"/>
                  </a:cubicBezTo>
                  <a:cubicBezTo>
                    <a:pt x="6820" y="8912"/>
                    <a:pt x="6552" y="8948"/>
                    <a:pt x="6289" y="8948"/>
                  </a:cubicBezTo>
                  <a:cubicBezTo>
                    <a:pt x="4867" y="8948"/>
                    <a:pt x="3603" y="7902"/>
                    <a:pt x="3423" y="6406"/>
                  </a:cubicBezTo>
                  <a:cubicBezTo>
                    <a:pt x="3247" y="5015"/>
                    <a:pt x="4138" y="3679"/>
                    <a:pt x="5483" y="3290"/>
                  </a:cubicBezTo>
                  <a:cubicBezTo>
                    <a:pt x="5750" y="3214"/>
                    <a:pt x="6019" y="3179"/>
                    <a:pt x="6281" y="3179"/>
                  </a:cubicBezTo>
                  <a:close/>
                  <a:moveTo>
                    <a:pt x="5270" y="1"/>
                  </a:moveTo>
                  <a:cubicBezTo>
                    <a:pt x="5242" y="1"/>
                    <a:pt x="5214" y="5"/>
                    <a:pt x="5186" y="15"/>
                  </a:cubicBezTo>
                  <a:lnTo>
                    <a:pt x="3581" y="525"/>
                  </a:lnTo>
                  <a:cubicBezTo>
                    <a:pt x="3451" y="562"/>
                    <a:pt x="3377" y="701"/>
                    <a:pt x="3414" y="840"/>
                  </a:cubicBezTo>
                  <a:lnTo>
                    <a:pt x="3748" y="1879"/>
                  </a:lnTo>
                  <a:cubicBezTo>
                    <a:pt x="3776" y="1982"/>
                    <a:pt x="3739" y="2102"/>
                    <a:pt x="3646" y="2158"/>
                  </a:cubicBezTo>
                  <a:cubicBezTo>
                    <a:pt x="3293" y="2380"/>
                    <a:pt x="2978" y="2649"/>
                    <a:pt x="2700" y="2946"/>
                  </a:cubicBezTo>
                  <a:cubicBezTo>
                    <a:pt x="2652" y="3000"/>
                    <a:pt x="2585" y="3027"/>
                    <a:pt x="2516" y="3027"/>
                  </a:cubicBezTo>
                  <a:cubicBezTo>
                    <a:pt x="2478" y="3027"/>
                    <a:pt x="2439" y="3019"/>
                    <a:pt x="2403" y="3002"/>
                  </a:cubicBezTo>
                  <a:lnTo>
                    <a:pt x="1438" y="2501"/>
                  </a:lnTo>
                  <a:cubicBezTo>
                    <a:pt x="1401" y="2481"/>
                    <a:pt x="1361" y="2472"/>
                    <a:pt x="1322" y="2472"/>
                  </a:cubicBezTo>
                  <a:cubicBezTo>
                    <a:pt x="1234" y="2472"/>
                    <a:pt x="1149" y="2520"/>
                    <a:pt x="1104" y="2603"/>
                  </a:cubicBezTo>
                  <a:lnTo>
                    <a:pt x="325" y="4106"/>
                  </a:lnTo>
                  <a:cubicBezTo>
                    <a:pt x="260" y="4226"/>
                    <a:pt x="306" y="4375"/>
                    <a:pt x="427" y="4440"/>
                  </a:cubicBezTo>
                  <a:lnTo>
                    <a:pt x="1401" y="4941"/>
                  </a:lnTo>
                  <a:cubicBezTo>
                    <a:pt x="1494" y="4996"/>
                    <a:pt x="1549" y="5108"/>
                    <a:pt x="1531" y="5210"/>
                  </a:cubicBezTo>
                  <a:cubicBezTo>
                    <a:pt x="1438" y="5609"/>
                    <a:pt x="1401" y="6026"/>
                    <a:pt x="1419" y="6434"/>
                  </a:cubicBezTo>
                  <a:cubicBezTo>
                    <a:pt x="1429" y="6546"/>
                    <a:pt x="1355" y="6648"/>
                    <a:pt x="1243" y="6685"/>
                  </a:cubicBezTo>
                  <a:lnTo>
                    <a:pt x="204" y="7009"/>
                  </a:lnTo>
                  <a:cubicBezTo>
                    <a:pt x="74" y="7056"/>
                    <a:pt x="0" y="7195"/>
                    <a:pt x="47" y="7325"/>
                  </a:cubicBezTo>
                  <a:lnTo>
                    <a:pt x="557" y="8930"/>
                  </a:lnTo>
                  <a:cubicBezTo>
                    <a:pt x="587" y="9043"/>
                    <a:pt x="685" y="9107"/>
                    <a:pt x="790" y="9107"/>
                  </a:cubicBezTo>
                  <a:cubicBezTo>
                    <a:pt x="814" y="9107"/>
                    <a:pt x="839" y="9104"/>
                    <a:pt x="863" y="9097"/>
                  </a:cubicBezTo>
                  <a:lnTo>
                    <a:pt x="1902" y="8772"/>
                  </a:lnTo>
                  <a:cubicBezTo>
                    <a:pt x="1931" y="8762"/>
                    <a:pt x="1960" y="8758"/>
                    <a:pt x="1989" y="8758"/>
                  </a:cubicBezTo>
                  <a:cubicBezTo>
                    <a:pt x="2071" y="8758"/>
                    <a:pt x="2148" y="8796"/>
                    <a:pt x="2189" y="8865"/>
                  </a:cubicBezTo>
                  <a:cubicBezTo>
                    <a:pt x="2412" y="9217"/>
                    <a:pt x="2681" y="9533"/>
                    <a:pt x="2978" y="9811"/>
                  </a:cubicBezTo>
                  <a:cubicBezTo>
                    <a:pt x="3061" y="9885"/>
                    <a:pt x="3080" y="10006"/>
                    <a:pt x="3034" y="10108"/>
                  </a:cubicBezTo>
                  <a:lnTo>
                    <a:pt x="2523" y="11073"/>
                  </a:lnTo>
                  <a:cubicBezTo>
                    <a:pt x="2468" y="11193"/>
                    <a:pt x="2514" y="11351"/>
                    <a:pt x="2635" y="11407"/>
                  </a:cubicBezTo>
                  <a:lnTo>
                    <a:pt x="4128" y="12186"/>
                  </a:lnTo>
                  <a:cubicBezTo>
                    <a:pt x="4168" y="12206"/>
                    <a:pt x="4210" y="12215"/>
                    <a:pt x="4250" y="12215"/>
                  </a:cubicBezTo>
                  <a:cubicBezTo>
                    <a:pt x="4342" y="12215"/>
                    <a:pt x="4427" y="12167"/>
                    <a:pt x="4472" y="12084"/>
                  </a:cubicBezTo>
                  <a:lnTo>
                    <a:pt x="4972" y="11119"/>
                  </a:lnTo>
                  <a:cubicBezTo>
                    <a:pt x="5018" y="11035"/>
                    <a:pt x="5103" y="10982"/>
                    <a:pt x="5188" y="10982"/>
                  </a:cubicBezTo>
                  <a:cubicBezTo>
                    <a:pt x="5206" y="10982"/>
                    <a:pt x="5224" y="10984"/>
                    <a:pt x="5241" y="10989"/>
                  </a:cubicBezTo>
                  <a:cubicBezTo>
                    <a:pt x="5573" y="11059"/>
                    <a:pt x="5911" y="11096"/>
                    <a:pt x="6255" y="11096"/>
                  </a:cubicBezTo>
                  <a:cubicBezTo>
                    <a:pt x="6325" y="11096"/>
                    <a:pt x="6395" y="11094"/>
                    <a:pt x="6466" y="11091"/>
                  </a:cubicBezTo>
                  <a:cubicBezTo>
                    <a:pt x="6577" y="11091"/>
                    <a:pt x="6679" y="11156"/>
                    <a:pt x="6716" y="11267"/>
                  </a:cubicBezTo>
                  <a:lnTo>
                    <a:pt x="7041" y="12306"/>
                  </a:lnTo>
                  <a:cubicBezTo>
                    <a:pt x="7072" y="12414"/>
                    <a:pt x="7178" y="12483"/>
                    <a:pt x="7288" y="12483"/>
                  </a:cubicBezTo>
                  <a:cubicBezTo>
                    <a:pt x="7311" y="12483"/>
                    <a:pt x="7334" y="12480"/>
                    <a:pt x="7357" y="12473"/>
                  </a:cubicBezTo>
                  <a:lnTo>
                    <a:pt x="8961" y="11963"/>
                  </a:lnTo>
                  <a:cubicBezTo>
                    <a:pt x="9101" y="11917"/>
                    <a:pt x="9166" y="11778"/>
                    <a:pt x="9128" y="11648"/>
                  </a:cubicBezTo>
                  <a:lnTo>
                    <a:pt x="8804" y="10609"/>
                  </a:lnTo>
                  <a:cubicBezTo>
                    <a:pt x="8767" y="10497"/>
                    <a:pt x="8804" y="10386"/>
                    <a:pt x="8896" y="10321"/>
                  </a:cubicBezTo>
                  <a:cubicBezTo>
                    <a:pt x="9249" y="10099"/>
                    <a:pt x="9564" y="9830"/>
                    <a:pt x="9843" y="9533"/>
                  </a:cubicBezTo>
                  <a:cubicBezTo>
                    <a:pt x="9888" y="9481"/>
                    <a:pt x="9952" y="9455"/>
                    <a:pt x="10017" y="9455"/>
                  </a:cubicBezTo>
                  <a:cubicBezTo>
                    <a:pt x="10058" y="9455"/>
                    <a:pt x="10100" y="9465"/>
                    <a:pt x="10140" y="9486"/>
                  </a:cubicBezTo>
                  <a:lnTo>
                    <a:pt x="11104" y="9987"/>
                  </a:lnTo>
                  <a:cubicBezTo>
                    <a:pt x="11141" y="10007"/>
                    <a:pt x="11180" y="10016"/>
                    <a:pt x="11219" y="10016"/>
                  </a:cubicBezTo>
                  <a:cubicBezTo>
                    <a:pt x="11307" y="10016"/>
                    <a:pt x="11393" y="9966"/>
                    <a:pt x="11438" y="9876"/>
                  </a:cubicBezTo>
                  <a:lnTo>
                    <a:pt x="12218" y="8382"/>
                  </a:lnTo>
                  <a:cubicBezTo>
                    <a:pt x="12282" y="8262"/>
                    <a:pt x="12236" y="8104"/>
                    <a:pt x="12116" y="8039"/>
                  </a:cubicBezTo>
                  <a:lnTo>
                    <a:pt x="11141" y="7538"/>
                  </a:lnTo>
                  <a:cubicBezTo>
                    <a:pt x="11049" y="7492"/>
                    <a:pt x="10993" y="7381"/>
                    <a:pt x="11012" y="7269"/>
                  </a:cubicBezTo>
                  <a:cubicBezTo>
                    <a:pt x="11104" y="6870"/>
                    <a:pt x="11141" y="6462"/>
                    <a:pt x="11123" y="6045"/>
                  </a:cubicBezTo>
                  <a:cubicBezTo>
                    <a:pt x="11114" y="5933"/>
                    <a:pt x="11188" y="5831"/>
                    <a:pt x="11299" y="5804"/>
                  </a:cubicBezTo>
                  <a:lnTo>
                    <a:pt x="12338" y="5470"/>
                  </a:lnTo>
                  <a:cubicBezTo>
                    <a:pt x="12468" y="5432"/>
                    <a:pt x="12542" y="5293"/>
                    <a:pt x="12496" y="5154"/>
                  </a:cubicBezTo>
                  <a:lnTo>
                    <a:pt x="11995" y="3549"/>
                  </a:lnTo>
                  <a:cubicBezTo>
                    <a:pt x="11957" y="3442"/>
                    <a:pt x="11855" y="3373"/>
                    <a:pt x="11748" y="3373"/>
                  </a:cubicBezTo>
                  <a:cubicBezTo>
                    <a:pt x="11725" y="3373"/>
                    <a:pt x="11702" y="3376"/>
                    <a:pt x="11680" y="3382"/>
                  </a:cubicBezTo>
                  <a:lnTo>
                    <a:pt x="10641" y="3716"/>
                  </a:lnTo>
                  <a:cubicBezTo>
                    <a:pt x="10616" y="3722"/>
                    <a:pt x="10592" y="3725"/>
                    <a:pt x="10568" y="3725"/>
                  </a:cubicBezTo>
                  <a:cubicBezTo>
                    <a:pt x="10483" y="3725"/>
                    <a:pt x="10404" y="3687"/>
                    <a:pt x="10353" y="3614"/>
                  </a:cubicBezTo>
                  <a:cubicBezTo>
                    <a:pt x="10130" y="3262"/>
                    <a:pt x="9861" y="2946"/>
                    <a:pt x="9564" y="2677"/>
                  </a:cubicBezTo>
                  <a:cubicBezTo>
                    <a:pt x="9481" y="2594"/>
                    <a:pt x="9462" y="2473"/>
                    <a:pt x="9518" y="2380"/>
                  </a:cubicBezTo>
                  <a:lnTo>
                    <a:pt x="10019" y="1406"/>
                  </a:lnTo>
                  <a:cubicBezTo>
                    <a:pt x="10084" y="1286"/>
                    <a:pt x="10028" y="1137"/>
                    <a:pt x="9908" y="1072"/>
                  </a:cubicBezTo>
                  <a:lnTo>
                    <a:pt x="8414" y="293"/>
                  </a:lnTo>
                  <a:cubicBezTo>
                    <a:pt x="8374" y="273"/>
                    <a:pt x="8333" y="264"/>
                    <a:pt x="8292" y="264"/>
                  </a:cubicBezTo>
                  <a:cubicBezTo>
                    <a:pt x="8201" y="264"/>
                    <a:pt x="8116" y="312"/>
                    <a:pt x="8071" y="395"/>
                  </a:cubicBezTo>
                  <a:lnTo>
                    <a:pt x="7570" y="1369"/>
                  </a:lnTo>
                  <a:cubicBezTo>
                    <a:pt x="7530" y="1450"/>
                    <a:pt x="7440" y="1503"/>
                    <a:pt x="7344" y="1503"/>
                  </a:cubicBezTo>
                  <a:cubicBezTo>
                    <a:pt x="7330" y="1503"/>
                    <a:pt x="7315" y="1502"/>
                    <a:pt x="7301" y="1499"/>
                  </a:cubicBezTo>
                  <a:cubicBezTo>
                    <a:pt x="6950" y="1417"/>
                    <a:pt x="6591" y="1386"/>
                    <a:pt x="6226" y="1386"/>
                  </a:cubicBezTo>
                  <a:cubicBezTo>
                    <a:pt x="6176" y="1386"/>
                    <a:pt x="6126" y="1387"/>
                    <a:pt x="6076" y="1388"/>
                  </a:cubicBezTo>
                  <a:cubicBezTo>
                    <a:pt x="6070" y="1388"/>
                    <a:pt x="6064" y="1389"/>
                    <a:pt x="6058" y="1389"/>
                  </a:cubicBezTo>
                  <a:cubicBezTo>
                    <a:pt x="5954" y="1389"/>
                    <a:pt x="5861" y="1317"/>
                    <a:pt x="5835" y="1212"/>
                  </a:cubicBezTo>
                  <a:lnTo>
                    <a:pt x="5501" y="173"/>
                  </a:lnTo>
                  <a:cubicBezTo>
                    <a:pt x="5472" y="69"/>
                    <a:pt x="5377" y="1"/>
                    <a:pt x="5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3">
              <a:extLst>
                <a:ext uri="{FF2B5EF4-FFF2-40B4-BE49-F238E27FC236}">
                  <a16:creationId xmlns:a16="http://schemas.microsoft.com/office/drawing/2014/main" id="{DA4A5F48-BC15-C8F8-5EA7-7FAFB7596849}"/>
                </a:ext>
              </a:extLst>
            </p:cNvPr>
            <p:cNvSpPr/>
            <p:nvPr/>
          </p:nvSpPr>
          <p:spPr>
            <a:xfrm>
              <a:off x="1942925" y="2533050"/>
              <a:ext cx="313600" cy="311950"/>
            </a:xfrm>
            <a:custGeom>
              <a:avLst/>
              <a:gdLst/>
              <a:ahLst/>
              <a:cxnLst/>
              <a:rect l="l" t="t" r="r" b="b"/>
              <a:pathLst>
                <a:path w="12544" h="12478" extrusionOk="0">
                  <a:moveTo>
                    <a:pt x="6287" y="3341"/>
                  </a:moveTo>
                  <a:cubicBezTo>
                    <a:pt x="7702" y="3341"/>
                    <a:pt x="8968" y="4392"/>
                    <a:pt x="9148" y="5877"/>
                  </a:cubicBezTo>
                  <a:cubicBezTo>
                    <a:pt x="9315" y="7268"/>
                    <a:pt x="8433" y="8604"/>
                    <a:pt x="7088" y="8994"/>
                  </a:cubicBezTo>
                  <a:cubicBezTo>
                    <a:pt x="6818" y="9071"/>
                    <a:pt x="6548" y="9108"/>
                    <a:pt x="6283" y="9108"/>
                  </a:cubicBezTo>
                  <a:cubicBezTo>
                    <a:pt x="4864" y="9108"/>
                    <a:pt x="3604" y="8056"/>
                    <a:pt x="3424" y="6563"/>
                  </a:cubicBezTo>
                  <a:cubicBezTo>
                    <a:pt x="3248" y="5172"/>
                    <a:pt x="4138" y="3836"/>
                    <a:pt x="5484" y="3456"/>
                  </a:cubicBezTo>
                  <a:cubicBezTo>
                    <a:pt x="5752" y="3378"/>
                    <a:pt x="6022" y="3341"/>
                    <a:pt x="6287" y="3341"/>
                  </a:cubicBezTo>
                  <a:close/>
                  <a:moveTo>
                    <a:pt x="5271" y="0"/>
                  </a:moveTo>
                  <a:cubicBezTo>
                    <a:pt x="5243" y="0"/>
                    <a:pt x="5215" y="4"/>
                    <a:pt x="5187" y="14"/>
                  </a:cubicBezTo>
                  <a:lnTo>
                    <a:pt x="3582" y="524"/>
                  </a:lnTo>
                  <a:cubicBezTo>
                    <a:pt x="3452" y="561"/>
                    <a:pt x="3378" y="700"/>
                    <a:pt x="3415" y="840"/>
                  </a:cubicBezTo>
                  <a:lnTo>
                    <a:pt x="3749" y="1879"/>
                  </a:lnTo>
                  <a:cubicBezTo>
                    <a:pt x="3777" y="1981"/>
                    <a:pt x="3739" y="2101"/>
                    <a:pt x="3647" y="2157"/>
                  </a:cubicBezTo>
                  <a:cubicBezTo>
                    <a:pt x="3294" y="2379"/>
                    <a:pt x="2979" y="2648"/>
                    <a:pt x="2700" y="2945"/>
                  </a:cubicBezTo>
                  <a:cubicBezTo>
                    <a:pt x="2653" y="2999"/>
                    <a:pt x="2586" y="3026"/>
                    <a:pt x="2517" y="3026"/>
                  </a:cubicBezTo>
                  <a:cubicBezTo>
                    <a:pt x="2479" y="3026"/>
                    <a:pt x="2440" y="3018"/>
                    <a:pt x="2404" y="3001"/>
                  </a:cubicBezTo>
                  <a:lnTo>
                    <a:pt x="1439" y="2500"/>
                  </a:lnTo>
                  <a:cubicBezTo>
                    <a:pt x="1402" y="2480"/>
                    <a:pt x="1362" y="2471"/>
                    <a:pt x="1323" y="2471"/>
                  </a:cubicBezTo>
                  <a:cubicBezTo>
                    <a:pt x="1235" y="2471"/>
                    <a:pt x="1150" y="2519"/>
                    <a:pt x="1105" y="2602"/>
                  </a:cubicBezTo>
                  <a:lnTo>
                    <a:pt x="326" y="4096"/>
                  </a:lnTo>
                  <a:cubicBezTo>
                    <a:pt x="261" y="4225"/>
                    <a:pt x="307" y="4374"/>
                    <a:pt x="428" y="4439"/>
                  </a:cubicBezTo>
                  <a:lnTo>
                    <a:pt x="1402" y="4940"/>
                  </a:lnTo>
                  <a:cubicBezTo>
                    <a:pt x="1495" y="4995"/>
                    <a:pt x="1550" y="5107"/>
                    <a:pt x="1532" y="5209"/>
                  </a:cubicBezTo>
                  <a:cubicBezTo>
                    <a:pt x="1439" y="5608"/>
                    <a:pt x="1402" y="6016"/>
                    <a:pt x="1420" y="6433"/>
                  </a:cubicBezTo>
                  <a:cubicBezTo>
                    <a:pt x="1430" y="6545"/>
                    <a:pt x="1355" y="6647"/>
                    <a:pt x="1244" y="6684"/>
                  </a:cubicBezTo>
                  <a:lnTo>
                    <a:pt x="205" y="7008"/>
                  </a:lnTo>
                  <a:cubicBezTo>
                    <a:pt x="75" y="7046"/>
                    <a:pt x="1" y="7194"/>
                    <a:pt x="47" y="7324"/>
                  </a:cubicBezTo>
                  <a:lnTo>
                    <a:pt x="558" y="8929"/>
                  </a:lnTo>
                  <a:cubicBezTo>
                    <a:pt x="588" y="9042"/>
                    <a:pt x="685" y="9106"/>
                    <a:pt x="791" y="9106"/>
                  </a:cubicBezTo>
                  <a:cubicBezTo>
                    <a:pt x="815" y="9106"/>
                    <a:pt x="839" y="9103"/>
                    <a:pt x="864" y="9096"/>
                  </a:cubicBezTo>
                  <a:lnTo>
                    <a:pt x="1903" y="8771"/>
                  </a:lnTo>
                  <a:cubicBezTo>
                    <a:pt x="1931" y="8761"/>
                    <a:pt x="1961" y="8757"/>
                    <a:pt x="1990" y="8757"/>
                  </a:cubicBezTo>
                  <a:cubicBezTo>
                    <a:pt x="2072" y="8757"/>
                    <a:pt x="2149" y="8795"/>
                    <a:pt x="2190" y="8864"/>
                  </a:cubicBezTo>
                  <a:cubicBezTo>
                    <a:pt x="2413" y="9216"/>
                    <a:pt x="2682" y="9532"/>
                    <a:pt x="2979" y="9810"/>
                  </a:cubicBezTo>
                  <a:cubicBezTo>
                    <a:pt x="3062" y="9884"/>
                    <a:pt x="3081" y="10005"/>
                    <a:pt x="3034" y="10107"/>
                  </a:cubicBezTo>
                  <a:lnTo>
                    <a:pt x="2524" y="11072"/>
                  </a:lnTo>
                  <a:cubicBezTo>
                    <a:pt x="2469" y="11192"/>
                    <a:pt x="2515" y="11341"/>
                    <a:pt x="2636" y="11406"/>
                  </a:cubicBezTo>
                  <a:lnTo>
                    <a:pt x="4129" y="12185"/>
                  </a:lnTo>
                  <a:cubicBezTo>
                    <a:pt x="4169" y="12205"/>
                    <a:pt x="4211" y="12214"/>
                    <a:pt x="4251" y="12214"/>
                  </a:cubicBezTo>
                  <a:cubicBezTo>
                    <a:pt x="4342" y="12214"/>
                    <a:pt x="4427" y="12166"/>
                    <a:pt x="4472" y="12083"/>
                  </a:cubicBezTo>
                  <a:lnTo>
                    <a:pt x="4973" y="11109"/>
                  </a:lnTo>
                  <a:cubicBezTo>
                    <a:pt x="5022" y="11028"/>
                    <a:pt x="5112" y="10975"/>
                    <a:pt x="5202" y="10975"/>
                  </a:cubicBezTo>
                  <a:cubicBezTo>
                    <a:pt x="5216" y="10975"/>
                    <a:pt x="5229" y="10976"/>
                    <a:pt x="5242" y="10979"/>
                  </a:cubicBezTo>
                  <a:cubicBezTo>
                    <a:pt x="5575" y="11056"/>
                    <a:pt x="5914" y="11095"/>
                    <a:pt x="6259" y="11095"/>
                  </a:cubicBezTo>
                  <a:cubicBezTo>
                    <a:pt x="6328" y="11095"/>
                    <a:pt x="6397" y="11093"/>
                    <a:pt x="6467" y="11090"/>
                  </a:cubicBezTo>
                  <a:cubicBezTo>
                    <a:pt x="6473" y="11090"/>
                    <a:pt x="6479" y="11089"/>
                    <a:pt x="6486" y="11089"/>
                  </a:cubicBezTo>
                  <a:cubicBezTo>
                    <a:pt x="6589" y="11089"/>
                    <a:pt x="6682" y="11161"/>
                    <a:pt x="6717" y="11266"/>
                  </a:cubicBezTo>
                  <a:lnTo>
                    <a:pt x="7042" y="12305"/>
                  </a:lnTo>
                  <a:cubicBezTo>
                    <a:pt x="7072" y="12409"/>
                    <a:pt x="7172" y="12477"/>
                    <a:pt x="7277" y="12477"/>
                  </a:cubicBezTo>
                  <a:cubicBezTo>
                    <a:pt x="7304" y="12477"/>
                    <a:pt x="7331" y="12473"/>
                    <a:pt x="7357" y="12463"/>
                  </a:cubicBezTo>
                  <a:lnTo>
                    <a:pt x="8962" y="11962"/>
                  </a:lnTo>
                  <a:cubicBezTo>
                    <a:pt x="9101" y="11916"/>
                    <a:pt x="9166" y="11777"/>
                    <a:pt x="9129" y="11647"/>
                  </a:cubicBezTo>
                  <a:lnTo>
                    <a:pt x="8805" y="10608"/>
                  </a:lnTo>
                  <a:cubicBezTo>
                    <a:pt x="8767" y="10497"/>
                    <a:pt x="8805" y="10385"/>
                    <a:pt x="8897" y="10320"/>
                  </a:cubicBezTo>
                  <a:cubicBezTo>
                    <a:pt x="9250" y="10098"/>
                    <a:pt x="9565" y="9829"/>
                    <a:pt x="9844" y="9532"/>
                  </a:cubicBezTo>
                  <a:cubicBezTo>
                    <a:pt x="9889" y="9480"/>
                    <a:pt x="9953" y="9454"/>
                    <a:pt x="10018" y="9454"/>
                  </a:cubicBezTo>
                  <a:cubicBezTo>
                    <a:pt x="10059" y="9454"/>
                    <a:pt x="10101" y="9464"/>
                    <a:pt x="10140" y="9485"/>
                  </a:cubicBezTo>
                  <a:lnTo>
                    <a:pt x="11105" y="9986"/>
                  </a:lnTo>
                  <a:cubicBezTo>
                    <a:pt x="11142" y="10006"/>
                    <a:pt x="11181" y="10015"/>
                    <a:pt x="11219" y="10015"/>
                  </a:cubicBezTo>
                  <a:cubicBezTo>
                    <a:pt x="11308" y="10015"/>
                    <a:pt x="11394" y="9965"/>
                    <a:pt x="11439" y="9875"/>
                  </a:cubicBezTo>
                  <a:lnTo>
                    <a:pt x="12218" y="8381"/>
                  </a:lnTo>
                  <a:cubicBezTo>
                    <a:pt x="12283" y="8252"/>
                    <a:pt x="12237" y="8103"/>
                    <a:pt x="12116" y="8038"/>
                  </a:cubicBezTo>
                  <a:lnTo>
                    <a:pt x="11142" y="7537"/>
                  </a:lnTo>
                  <a:cubicBezTo>
                    <a:pt x="11050" y="7491"/>
                    <a:pt x="10994" y="7380"/>
                    <a:pt x="11012" y="7268"/>
                  </a:cubicBezTo>
                  <a:cubicBezTo>
                    <a:pt x="11105" y="6869"/>
                    <a:pt x="11142" y="6461"/>
                    <a:pt x="11124" y="6044"/>
                  </a:cubicBezTo>
                  <a:cubicBezTo>
                    <a:pt x="11114" y="5932"/>
                    <a:pt x="11189" y="5830"/>
                    <a:pt x="11300" y="5803"/>
                  </a:cubicBezTo>
                  <a:lnTo>
                    <a:pt x="12339" y="5469"/>
                  </a:lnTo>
                  <a:cubicBezTo>
                    <a:pt x="12469" y="5431"/>
                    <a:pt x="12543" y="5292"/>
                    <a:pt x="12497" y="5153"/>
                  </a:cubicBezTo>
                  <a:lnTo>
                    <a:pt x="11996" y="3548"/>
                  </a:lnTo>
                  <a:cubicBezTo>
                    <a:pt x="11957" y="3441"/>
                    <a:pt x="11856" y="3372"/>
                    <a:pt x="11749" y="3372"/>
                  </a:cubicBezTo>
                  <a:cubicBezTo>
                    <a:pt x="11726" y="3372"/>
                    <a:pt x="11703" y="3375"/>
                    <a:pt x="11680" y="3381"/>
                  </a:cubicBezTo>
                  <a:lnTo>
                    <a:pt x="10641" y="3715"/>
                  </a:lnTo>
                  <a:cubicBezTo>
                    <a:pt x="10617" y="3721"/>
                    <a:pt x="10593" y="3724"/>
                    <a:pt x="10569" y="3724"/>
                  </a:cubicBezTo>
                  <a:cubicBezTo>
                    <a:pt x="10484" y="3724"/>
                    <a:pt x="10405" y="3686"/>
                    <a:pt x="10354" y="3613"/>
                  </a:cubicBezTo>
                  <a:cubicBezTo>
                    <a:pt x="10131" y="3261"/>
                    <a:pt x="9862" y="2945"/>
                    <a:pt x="9565" y="2676"/>
                  </a:cubicBezTo>
                  <a:cubicBezTo>
                    <a:pt x="9482" y="2593"/>
                    <a:pt x="9463" y="2472"/>
                    <a:pt x="9519" y="2379"/>
                  </a:cubicBezTo>
                  <a:lnTo>
                    <a:pt x="10020" y="1405"/>
                  </a:lnTo>
                  <a:cubicBezTo>
                    <a:pt x="10085" y="1285"/>
                    <a:pt x="10029" y="1136"/>
                    <a:pt x="9908" y="1071"/>
                  </a:cubicBezTo>
                  <a:lnTo>
                    <a:pt x="8415" y="292"/>
                  </a:lnTo>
                  <a:cubicBezTo>
                    <a:pt x="8376" y="273"/>
                    <a:pt x="8334" y="263"/>
                    <a:pt x="8295" y="263"/>
                  </a:cubicBezTo>
                  <a:cubicBezTo>
                    <a:pt x="8203" y="263"/>
                    <a:pt x="8117" y="313"/>
                    <a:pt x="8072" y="404"/>
                  </a:cubicBezTo>
                  <a:lnTo>
                    <a:pt x="7571" y="1368"/>
                  </a:lnTo>
                  <a:cubicBezTo>
                    <a:pt x="7530" y="1449"/>
                    <a:pt x="7441" y="1502"/>
                    <a:pt x="7345" y="1502"/>
                  </a:cubicBezTo>
                  <a:cubicBezTo>
                    <a:pt x="7330" y="1502"/>
                    <a:pt x="7316" y="1501"/>
                    <a:pt x="7302" y="1498"/>
                  </a:cubicBezTo>
                  <a:cubicBezTo>
                    <a:pt x="6951" y="1416"/>
                    <a:pt x="6592" y="1385"/>
                    <a:pt x="6227" y="1385"/>
                  </a:cubicBezTo>
                  <a:cubicBezTo>
                    <a:pt x="6177" y="1385"/>
                    <a:pt x="6127" y="1386"/>
                    <a:pt x="6077" y="1387"/>
                  </a:cubicBezTo>
                  <a:cubicBezTo>
                    <a:pt x="6071" y="1387"/>
                    <a:pt x="6065" y="1388"/>
                    <a:pt x="6058" y="1388"/>
                  </a:cubicBezTo>
                  <a:cubicBezTo>
                    <a:pt x="5955" y="1388"/>
                    <a:pt x="5862" y="1316"/>
                    <a:pt x="5836" y="1211"/>
                  </a:cubicBezTo>
                  <a:lnTo>
                    <a:pt x="5502" y="172"/>
                  </a:lnTo>
                  <a:cubicBezTo>
                    <a:pt x="5473" y="68"/>
                    <a:pt x="5378" y="0"/>
                    <a:pt x="52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3">
              <a:extLst>
                <a:ext uri="{FF2B5EF4-FFF2-40B4-BE49-F238E27FC236}">
                  <a16:creationId xmlns:a16="http://schemas.microsoft.com/office/drawing/2014/main" id="{E39109F2-4044-3362-165B-AB3F585B4517}"/>
                </a:ext>
              </a:extLst>
            </p:cNvPr>
            <p:cNvSpPr/>
            <p:nvPr/>
          </p:nvSpPr>
          <p:spPr>
            <a:xfrm>
              <a:off x="1941325" y="2531675"/>
              <a:ext cx="316800" cy="314825"/>
            </a:xfrm>
            <a:custGeom>
              <a:avLst/>
              <a:gdLst/>
              <a:ahLst/>
              <a:cxnLst/>
              <a:rect l="l" t="t" r="r" b="b"/>
              <a:pathLst>
                <a:path w="12672" h="12593" extrusionOk="0">
                  <a:moveTo>
                    <a:pt x="6345" y="3455"/>
                  </a:moveTo>
                  <a:cubicBezTo>
                    <a:pt x="6902" y="3455"/>
                    <a:pt x="7440" y="3613"/>
                    <a:pt x="7904" y="3928"/>
                  </a:cubicBezTo>
                  <a:cubicBezTo>
                    <a:pt x="8600" y="4383"/>
                    <a:pt x="9054" y="5115"/>
                    <a:pt x="9156" y="5941"/>
                  </a:cubicBezTo>
                  <a:cubicBezTo>
                    <a:pt x="9323" y="7305"/>
                    <a:pt x="8451" y="8613"/>
                    <a:pt x="7134" y="8993"/>
                  </a:cubicBezTo>
                  <a:cubicBezTo>
                    <a:pt x="6875" y="9068"/>
                    <a:pt x="6610" y="9105"/>
                    <a:pt x="6347" y="9105"/>
                  </a:cubicBezTo>
                  <a:cubicBezTo>
                    <a:pt x="5799" y="9105"/>
                    <a:pt x="5257" y="8945"/>
                    <a:pt x="4787" y="8631"/>
                  </a:cubicBezTo>
                  <a:cubicBezTo>
                    <a:pt x="4100" y="8177"/>
                    <a:pt x="3646" y="7444"/>
                    <a:pt x="3544" y="6618"/>
                  </a:cubicBezTo>
                  <a:cubicBezTo>
                    <a:pt x="3377" y="5255"/>
                    <a:pt x="4249" y="3937"/>
                    <a:pt x="5566" y="3566"/>
                  </a:cubicBezTo>
                  <a:cubicBezTo>
                    <a:pt x="5826" y="3492"/>
                    <a:pt x="6086" y="3455"/>
                    <a:pt x="6345" y="3455"/>
                  </a:cubicBezTo>
                  <a:close/>
                  <a:moveTo>
                    <a:pt x="6349" y="3339"/>
                  </a:moveTo>
                  <a:cubicBezTo>
                    <a:pt x="6075" y="3339"/>
                    <a:pt x="5799" y="3377"/>
                    <a:pt x="5529" y="3455"/>
                  </a:cubicBezTo>
                  <a:cubicBezTo>
                    <a:pt x="4156" y="3844"/>
                    <a:pt x="3256" y="5208"/>
                    <a:pt x="3423" y="6627"/>
                  </a:cubicBezTo>
                  <a:cubicBezTo>
                    <a:pt x="3534" y="7490"/>
                    <a:pt x="4008" y="8251"/>
                    <a:pt x="4722" y="8733"/>
                  </a:cubicBezTo>
                  <a:cubicBezTo>
                    <a:pt x="5214" y="9049"/>
                    <a:pt x="5770" y="9216"/>
                    <a:pt x="6345" y="9216"/>
                  </a:cubicBezTo>
                  <a:cubicBezTo>
                    <a:pt x="6624" y="9216"/>
                    <a:pt x="6893" y="9179"/>
                    <a:pt x="7162" y="9104"/>
                  </a:cubicBezTo>
                  <a:cubicBezTo>
                    <a:pt x="8535" y="8715"/>
                    <a:pt x="9444" y="7342"/>
                    <a:pt x="9267" y="5932"/>
                  </a:cubicBezTo>
                  <a:cubicBezTo>
                    <a:pt x="9165" y="5069"/>
                    <a:pt x="8692" y="4299"/>
                    <a:pt x="7969" y="3826"/>
                  </a:cubicBezTo>
                  <a:cubicBezTo>
                    <a:pt x="7485" y="3506"/>
                    <a:pt x="6922" y="3339"/>
                    <a:pt x="6349" y="3339"/>
                  </a:cubicBezTo>
                  <a:close/>
                  <a:moveTo>
                    <a:pt x="5334" y="113"/>
                  </a:moveTo>
                  <a:cubicBezTo>
                    <a:pt x="5415" y="113"/>
                    <a:pt x="5488" y="165"/>
                    <a:pt x="5510" y="245"/>
                  </a:cubicBezTo>
                  <a:lnTo>
                    <a:pt x="5844" y="1284"/>
                  </a:lnTo>
                  <a:cubicBezTo>
                    <a:pt x="5881" y="1423"/>
                    <a:pt x="6011" y="1507"/>
                    <a:pt x="6141" y="1507"/>
                  </a:cubicBezTo>
                  <a:cubicBezTo>
                    <a:pt x="6210" y="1504"/>
                    <a:pt x="6279" y="1502"/>
                    <a:pt x="6348" y="1502"/>
                  </a:cubicBezTo>
                  <a:cubicBezTo>
                    <a:pt x="6687" y="1502"/>
                    <a:pt x="7025" y="1539"/>
                    <a:pt x="7356" y="1609"/>
                  </a:cubicBezTo>
                  <a:cubicBezTo>
                    <a:pt x="7377" y="1613"/>
                    <a:pt x="7397" y="1615"/>
                    <a:pt x="7417" y="1615"/>
                  </a:cubicBezTo>
                  <a:cubicBezTo>
                    <a:pt x="7528" y="1615"/>
                    <a:pt x="7636" y="1553"/>
                    <a:pt x="7690" y="1451"/>
                  </a:cubicBezTo>
                  <a:lnTo>
                    <a:pt x="8191" y="477"/>
                  </a:lnTo>
                  <a:cubicBezTo>
                    <a:pt x="8223" y="414"/>
                    <a:pt x="8289" y="377"/>
                    <a:pt x="8357" y="377"/>
                  </a:cubicBezTo>
                  <a:cubicBezTo>
                    <a:pt x="8389" y="377"/>
                    <a:pt x="8421" y="385"/>
                    <a:pt x="8451" y="403"/>
                  </a:cubicBezTo>
                  <a:lnTo>
                    <a:pt x="9945" y="1173"/>
                  </a:lnTo>
                  <a:cubicBezTo>
                    <a:pt x="10047" y="1228"/>
                    <a:pt x="10084" y="1340"/>
                    <a:pt x="10028" y="1433"/>
                  </a:cubicBezTo>
                  <a:lnTo>
                    <a:pt x="9527" y="2407"/>
                  </a:lnTo>
                  <a:cubicBezTo>
                    <a:pt x="9462" y="2527"/>
                    <a:pt x="9490" y="2676"/>
                    <a:pt x="9592" y="2768"/>
                  </a:cubicBezTo>
                  <a:cubicBezTo>
                    <a:pt x="9889" y="3047"/>
                    <a:pt x="10149" y="3353"/>
                    <a:pt x="10371" y="3696"/>
                  </a:cubicBezTo>
                  <a:cubicBezTo>
                    <a:pt x="10429" y="3790"/>
                    <a:pt x="10525" y="3838"/>
                    <a:pt x="10626" y="3838"/>
                  </a:cubicBezTo>
                  <a:cubicBezTo>
                    <a:pt x="10656" y="3838"/>
                    <a:pt x="10685" y="3834"/>
                    <a:pt x="10715" y="3826"/>
                  </a:cubicBezTo>
                  <a:lnTo>
                    <a:pt x="11763" y="3492"/>
                  </a:lnTo>
                  <a:cubicBezTo>
                    <a:pt x="11780" y="3489"/>
                    <a:pt x="11797" y="3486"/>
                    <a:pt x="11814" y="3486"/>
                  </a:cubicBezTo>
                  <a:cubicBezTo>
                    <a:pt x="11843" y="3486"/>
                    <a:pt x="11873" y="3493"/>
                    <a:pt x="11902" y="3511"/>
                  </a:cubicBezTo>
                  <a:cubicBezTo>
                    <a:pt x="11948" y="3529"/>
                    <a:pt x="11986" y="3575"/>
                    <a:pt x="12004" y="3622"/>
                  </a:cubicBezTo>
                  <a:lnTo>
                    <a:pt x="12505" y="5227"/>
                  </a:lnTo>
                  <a:cubicBezTo>
                    <a:pt x="12542" y="5329"/>
                    <a:pt x="12486" y="5440"/>
                    <a:pt x="12384" y="5468"/>
                  </a:cubicBezTo>
                  <a:lnTo>
                    <a:pt x="11345" y="5793"/>
                  </a:lnTo>
                  <a:cubicBezTo>
                    <a:pt x="11206" y="5839"/>
                    <a:pt x="11123" y="5960"/>
                    <a:pt x="11123" y="6099"/>
                  </a:cubicBezTo>
                  <a:cubicBezTo>
                    <a:pt x="11141" y="6507"/>
                    <a:pt x="11104" y="6915"/>
                    <a:pt x="11021" y="7305"/>
                  </a:cubicBezTo>
                  <a:cubicBezTo>
                    <a:pt x="10993" y="7444"/>
                    <a:pt x="11058" y="7583"/>
                    <a:pt x="11178" y="7648"/>
                  </a:cubicBezTo>
                  <a:lnTo>
                    <a:pt x="12153" y="8149"/>
                  </a:lnTo>
                  <a:cubicBezTo>
                    <a:pt x="12245" y="8195"/>
                    <a:pt x="12282" y="8316"/>
                    <a:pt x="12236" y="8409"/>
                  </a:cubicBezTo>
                  <a:lnTo>
                    <a:pt x="11457" y="9902"/>
                  </a:lnTo>
                  <a:cubicBezTo>
                    <a:pt x="11429" y="9949"/>
                    <a:pt x="11392" y="9986"/>
                    <a:pt x="11345" y="10004"/>
                  </a:cubicBezTo>
                  <a:cubicBezTo>
                    <a:pt x="11325" y="10008"/>
                    <a:pt x="11306" y="10010"/>
                    <a:pt x="11288" y="10010"/>
                  </a:cubicBezTo>
                  <a:cubicBezTo>
                    <a:pt x="11256" y="10010"/>
                    <a:pt x="11226" y="10003"/>
                    <a:pt x="11197" y="9986"/>
                  </a:cubicBezTo>
                  <a:lnTo>
                    <a:pt x="10232" y="9485"/>
                  </a:lnTo>
                  <a:cubicBezTo>
                    <a:pt x="10185" y="9461"/>
                    <a:pt x="10135" y="9450"/>
                    <a:pt x="10087" y="9450"/>
                  </a:cubicBezTo>
                  <a:cubicBezTo>
                    <a:pt x="10002" y="9450"/>
                    <a:pt x="9920" y="9485"/>
                    <a:pt x="9861" y="9550"/>
                  </a:cubicBezTo>
                  <a:cubicBezTo>
                    <a:pt x="9583" y="9846"/>
                    <a:pt x="9277" y="10106"/>
                    <a:pt x="8933" y="10329"/>
                  </a:cubicBezTo>
                  <a:cubicBezTo>
                    <a:pt x="8822" y="10403"/>
                    <a:pt x="8767" y="10542"/>
                    <a:pt x="8813" y="10681"/>
                  </a:cubicBezTo>
                  <a:lnTo>
                    <a:pt x="9138" y="11720"/>
                  </a:lnTo>
                  <a:cubicBezTo>
                    <a:pt x="9165" y="11813"/>
                    <a:pt x="9110" y="11924"/>
                    <a:pt x="9008" y="11952"/>
                  </a:cubicBezTo>
                  <a:lnTo>
                    <a:pt x="7403" y="12462"/>
                  </a:lnTo>
                  <a:cubicBezTo>
                    <a:pt x="7381" y="12470"/>
                    <a:pt x="7359" y="12474"/>
                    <a:pt x="7338" y="12474"/>
                  </a:cubicBezTo>
                  <a:cubicBezTo>
                    <a:pt x="7258" y="12474"/>
                    <a:pt x="7184" y="12422"/>
                    <a:pt x="7162" y="12342"/>
                  </a:cubicBezTo>
                  <a:lnTo>
                    <a:pt x="6837" y="11303"/>
                  </a:lnTo>
                  <a:cubicBezTo>
                    <a:pt x="6791" y="11173"/>
                    <a:pt x="6670" y="11090"/>
                    <a:pt x="6540" y="11090"/>
                  </a:cubicBezTo>
                  <a:lnTo>
                    <a:pt x="6531" y="11090"/>
                  </a:lnTo>
                  <a:cubicBezTo>
                    <a:pt x="6463" y="11093"/>
                    <a:pt x="6395" y="11094"/>
                    <a:pt x="6327" y="11094"/>
                  </a:cubicBezTo>
                  <a:cubicBezTo>
                    <a:pt x="5987" y="11094"/>
                    <a:pt x="5650" y="11056"/>
                    <a:pt x="5325" y="10978"/>
                  </a:cubicBezTo>
                  <a:cubicBezTo>
                    <a:pt x="5304" y="10974"/>
                    <a:pt x="5282" y="10972"/>
                    <a:pt x="5261" y="10972"/>
                  </a:cubicBezTo>
                  <a:cubicBezTo>
                    <a:pt x="5145" y="10972"/>
                    <a:pt x="5038" y="11035"/>
                    <a:pt x="4991" y="11145"/>
                  </a:cubicBezTo>
                  <a:lnTo>
                    <a:pt x="4481" y="12110"/>
                  </a:lnTo>
                  <a:cubicBezTo>
                    <a:pt x="4462" y="12156"/>
                    <a:pt x="4425" y="12193"/>
                    <a:pt x="4369" y="12203"/>
                  </a:cubicBezTo>
                  <a:cubicBezTo>
                    <a:pt x="4352" y="12210"/>
                    <a:pt x="4333" y="12213"/>
                    <a:pt x="4314" y="12213"/>
                  </a:cubicBezTo>
                  <a:cubicBezTo>
                    <a:pt x="4283" y="12213"/>
                    <a:pt x="4253" y="12205"/>
                    <a:pt x="4230" y="12193"/>
                  </a:cubicBezTo>
                  <a:lnTo>
                    <a:pt x="2727" y="11414"/>
                  </a:lnTo>
                  <a:cubicBezTo>
                    <a:pt x="2681" y="11386"/>
                    <a:pt x="2644" y="11349"/>
                    <a:pt x="2635" y="11303"/>
                  </a:cubicBezTo>
                  <a:cubicBezTo>
                    <a:pt x="2616" y="11247"/>
                    <a:pt x="2625" y="11201"/>
                    <a:pt x="2644" y="11154"/>
                  </a:cubicBezTo>
                  <a:lnTo>
                    <a:pt x="3145" y="10190"/>
                  </a:lnTo>
                  <a:cubicBezTo>
                    <a:pt x="3210" y="10060"/>
                    <a:pt x="3191" y="9911"/>
                    <a:pt x="3089" y="9819"/>
                  </a:cubicBezTo>
                  <a:cubicBezTo>
                    <a:pt x="2783" y="9550"/>
                    <a:pt x="2523" y="9234"/>
                    <a:pt x="2310" y="8891"/>
                  </a:cubicBezTo>
                  <a:cubicBezTo>
                    <a:pt x="2254" y="8806"/>
                    <a:pt x="2154" y="8754"/>
                    <a:pt x="2053" y="8754"/>
                  </a:cubicBezTo>
                  <a:cubicBezTo>
                    <a:pt x="2021" y="8754"/>
                    <a:pt x="1989" y="8759"/>
                    <a:pt x="1957" y="8770"/>
                  </a:cubicBezTo>
                  <a:lnTo>
                    <a:pt x="918" y="9095"/>
                  </a:lnTo>
                  <a:cubicBezTo>
                    <a:pt x="898" y="9102"/>
                    <a:pt x="878" y="9106"/>
                    <a:pt x="858" y="9106"/>
                  </a:cubicBezTo>
                  <a:cubicBezTo>
                    <a:pt x="776" y="9106"/>
                    <a:pt x="700" y="9049"/>
                    <a:pt x="677" y="8974"/>
                  </a:cubicBezTo>
                  <a:lnTo>
                    <a:pt x="167" y="7360"/>
                  </a:lnTo>
                  <a:cubicBezTo>
                    <a:pt x="130" y="7258"/>
                    <a:pt x="195" y="7156"/>
                    <a:pt x="288" y="7119"/>
                  </a:cubicBezTo>
                  <a:lnTo>
                    <a:pt x="1327" y="6794"/>
                  </a:lnTo>
                  <a:cubicBezTo>
                    <a:pt x="1466" y="6748"/>
                    <a:pt x="1549" y="6627"/>
                    <a:pt x="1549" y="6488"/>
                  </a:cubicBezTo>
                  <a:cubicBezTo>
                    <a:pt x="1531" y="6080"/>
                    <a:pt x="1568" y="5672"/>
                    <a:pt x="1651" y="5282"/>
                  </a:cubicBezTo>
                  <a:cubicBezTo>
                    <a:pt x="1679" y="5143"/>
                    <a:pt x="1614" y="5004"/>
                    <a:pt x="1494" y="4948"/>
                  </a:cubicBezTo>
                  <a:lnTo>
                    <a:pt x="520" y="4438"/>
                  </a:lnTo>
                  <a:cubicBezTo>
                    <a:pt x="473" y="4420"/>
                    <a:pt x="445" y="4383"/>
                    <a:pt x="427" y="4327"/>
                  </a:cubicBezTo>
                  <a:cubicBezTo>
                    <a:pt x="417" y="4280"/>
                    <a:pt x="417" y="4225"/>
                    <a:pt x="445" y="4178"/>
                  </a:cubicBezTo>
                  <a:lnTo>
                    <a:pt x="1215" y="2685"/>
                  </a:lnTo>
                  <a:cubicBezTo>
                    <a:pt x="1243" y="2639"/>
                    <a:pt x="1280" y="2601"/>
                    <a:pt x="1336" y="2592"/>
                  </a:cubicBezTo>
                  <a:cubicBezTo>
                    <a:pt x="1354" y="2585"/>
                    <a:pt x="1371" y="2582"/>
                    <a:pt x="1389" y="2582"/>
                  </a:cubicBezTo>
                  <a:cubicBezTo>
                    <a:pt x="1418" y="2582"/>
                    <a:pt x="1446" y="2590"/>
                    <a:pt x="1475" y="2601"/>
                  </a:cubicBezTo>
                  <a:lnTo>
                    <a:pt x="2449" y="3102"/>
                  </a:lnTo>
                  <a:cubicBezTo>
                    <a:pt x="2494" y="3126"/>
                    <a:pt x="2542" y="3138"/>
                    <a:pt x="2590" y="3138"/>
                  </a:cubicBezTo>
                  <a:cubicBezTo>
                    <a:pt x="2672" y="3138"/>
                    <a:pt x="2752" y="3105"/>
                    <a:pt x="2811" y="3047"/>
                  </a:cubicBezTo>
                  <a:cubicBezTo>
                    <a:pt x="3089" y="2741"/>
                    <a:pt x="3395" y="2481"/>
                    <a:pt x="3739" y="2258"/>
                  </a:cubicBezTo>
                  <a:cubicBezTo>
                    <a:pt x="3859" y="2184"/>
                    <a:pt x="3906" y="2045"/>
                    <a:pt x="3868" y="1915"/>
                  </a:cubicBezTo>
                  <a:lnTo>
                    <a:pt x="3534" y="876"/>
                  </a:lnTo>
                  <a:cubicBezTo>
                    <a:pt x="3525" y="820"/>
                    <a:pt x="3525" y="774"/>
                    <a:pt x="3553" y="728"/>
                  </a:cubicBezTo>
                  <a:cubicBezTo>
                    <a:pt x="3572" y="681"/>
                    <a:pt x="3609" y="644"/>
                    <a:pt x="3664" y="635"/>
                  </a:cubicBezTo>
                  <a:lnTo>
                    <a:pt x="5269" y="125"/>
                  </a:lnTo>
                  <a:cubicBezTo>
                    <a:pt x="5291" y="117"/>
                    <a:pt x="5313" y="113"/>
                    <a:pt x="5334" y="113"/>
                  </a:cubicBezTo>
                  <a:close/>
                  <a:moveTo>
                    <a:pt x="5330" y="1"/>
                  </a:moveTo>
                  <a:cubicBezTo>
                    <a:pt x="5300" y="1"/>
                    <a:pt x="5270" y="5"/>
                    <a:pt x="5241" y="13"/>
                  </a:cubicBezTo>
                  <a:lnTo>
                    <a:pt x="3627" y="523"/>
                  </a:lnTo>
                  <a:cubicBezTo>
                    <a:pt x="3553" y="551"/>
                    <a:pt x="3488" y="598"/>
                    <a:pt x="3451" y="672"/>
                  </a:cubicBezTo>
                  <a:cubicBezTo>
                    <a:pt x="3405" y="746"/>
                    <a:pt x="3405" y="830"/>
                    <a:pt x="3423" y="913"/>
                  </a:cubicBezTo>
                  <a:lnTo>
                    <a:pt x="3757" y="1952"/>
                  </a:lnTo>
                  <a:cubicBezTo>
                    <a:pt x="3785" y="2036"/>
                    <a:pt x="3748" y="2119"/>
                    <a:pt x="3683" y="2165"/>
                  </a:cubicBezTo>
                  <a:cubicBezTo>
                    <a:pt x="3330" y="2388"/>
                    <a:pt x="3006" y="2657"/>
                    <a:pt x="2727" y="2963"/>
                  </a:cubicBezTo>
                  <a:cubicBezTo>
                    <a:pt x="2693" y="3003"/>
                    <a:pt x="2645" y="3022"/>
                    <a:pt x="2596" y="3022"/>
                  </a:cubicBezTo>
                  <a:cubicBezTo>
                    <a:pt x="2565" y="3022"/>
                    <a:pt x="2533" y="3015"/>
                    <a:pt x="2505" y="3000"/>
                  </a:cubicBezTo>
                  <a:lnTo>
                    <a:pt x="1531" y="2499"/>
                  </a:lnTo>
                  <a:cubicBezTo>
                    <a:pt x="1486" y="2477"/>
                    <a:pt x="1437" y="2465"/>
                    <a:pt x="1390" y="2465"/>
                  </a:cubicBezTo>
                  <a:cubicBezTo>
                    <a:pt x="1359" y="2465"/>
                    <a:pt x="1328" y="2470"/>
                    <a:pt x="1299" y="2481"/>
                  </a:cubicBezTo>
                  <a:cubicBezTo>
                    <a:pt x="1225" y="2499"/>
                    <a:pt x="1160" y="2555"/>
                    <a:pt x="1123" y="2629"/>
                  </a:cubicBezTo>
                  <a:lnTo>
                    <a:pt x="343" y="4132"/>
                  </a:lnTo>
                  <a:cubicBezTo>
                    <a:pt x="306" y="4206"/>
                    <a:pt x="297" y="4290"/>
                    <a:pt x="315" y="4364"/>
                  </a:cubicBezTo>
                  <a:cubicBezTo>
                    <a:pt x="343" y="4447"/>
                    <a:pt x="399" y="4503"/>
                    <a:pt x="473" y="4550"/>
                  </a:cubicBezTo>
                  <a:lnTo>
                    <a:pt x="1438" y="5050"/>
                  </a:lnTo>
                  <a:cubicBezTo>
                    <a:pt x="1512" y="5088"/>
                    <a:pt x="1559" y="5171"/>
                    <a:pt x="1540" y="5255"/>
                  </a:cubicBezTo>
                  <a:cubicBezTo>
                    <a:pt x="1447" y="5663"/>
                    <a:pt x="1410" y="6080"/>
                    <a:pt x="1429" y="6498"/>
                  </a:cubicBezTo>
                  <a:cubicBezTo>
                    <a:pt x="1438" y="6581"/>
                    <a:pt x="1382" y="6655"/>
                    <a:pt x="1299" y="6683"/>
                  </a:cubicBezTo>
                  <a:lnTo>
                    <a:pt x="260" y="7008"/>
                  </a:lnTo>
                  <a:cubicBezTo>
                    <a:pt x="93" y="7063"/>
                    <a:pt x="0" y="7230"/>
                    <a:pt x="56" y="7397"/>
                  </a:cubicBezTo>
                  <a:lnTo>
                    <a:pt x="566" y="9002"/>
                  </a:lnTo>
                  <a:cubicBezTo>
                    <a:pt x="604" y="9138"/>
                    <a:pt x="728" y="9219"/>
                    <a:pt x="863" y="9219"/>
                  </a:cubicBezTo>
                  <a:cubicBezTo>
                    <a:pt x="894" y="9219"/>
                    <a:pt x="925" y="9215"/>
                    <a:pt x="956" y="9206"/>
                  </a:cubicBezTo>
                  <a:lnTo>
                    <a:pt x="1995" y="8882"/>
                  </a:lnTo>
                  <a:cubicBezTo>
                    <a:pt x="2016" y="8875"/>
                    <a:pt x="2037" y="8871"/>
                    <a:pt x="2058" y="8871"/>
                  </a:cubicBezTo>
                  <a:cubicBezTo>
                    <a:pt x="2118" y="8871"/>
                    <a:pt x="2173" y="8901"/>
                    <a:pt x="2208" y="8956"/>
                  </a:cubicBezTo>
                  <a:cubicBezTo>
                    <a:pt x="2431" y="9299"/>
                    <a:pt x="2700" y="9624"/>
                    <a:pt x="3006" y="9902"/>
                  </a:cubicBezTo>
                  <a:cubicBezTo>
                    <a:pt x="3071" y="9958"/>
                    <a:pt x="3080" y="10051"/>
                    <a:pt x="3043" y="10134"/>
                  </a:cubicBezTo>
                  <a:lnTo>
                    <a:pt x="2542" y="11099"/>
                  </a:lnTo>
                  <a:cubicBezTo>
                    <a:pt x="2505" y="11173"/>
                    <a:pt x="2495" y="11257"/>
                    <a:pt x="2523" y="11331"/>
                  </a:cubicBezTo>
                  <a:cubicBezTo>
                    <a:pt x="2542" y="11414"/>
                    <a:pt x="2598" y="11479"/>
                    <a:pt x="2672" y="11516"/>
                  </a:cubicBezTo>
                  <a:lnTo>
                    <a:pt x="4175" y="12296"/>
                  </a:lnTo>
                  <a:cubicBezTo>
                    <a:pt x="4218" y="12317"/>
                    <a:pt x="4265" y="12326"/>
                    <a:pt x="4311" y="12326"/>
                  </a:cubicBezTo>
                  <a:cubicBezTo>
                    <a:pt x="4343" y="12326"/>
                    <a:pt x="4376" y="12322"/>
                    <a:pt x="4406" y="12314"/>
                  </a:cubicBezTo>
                  <a:cubicBezTo>
                    <a:pt x="4490" y="12286"/>
                    <a:pt x="4546" y="12231"/>
                    <a:pt x="4592" y="12156"/>
                  </a:cubicBezTo>
                  <a:lnTo>
                    <a:pt x="5093" y="11192"/>
                  </a:lnTo>
                  <a:cubicBezTo>
                    <a:pt x="5125" y="11128"/>
                    <a:pt x="5190" y="11085"/>
                    <a:pt x="5260" y="11085"/>
                  </a:cubicBezTo>
                  <a:cubicBezTo>
                    <a:pt x="5272" y="11085"/>
                    <a:pt x="5285" y="11087"/>
                    <a:pt x="5297" y="11090"/>
                  </a:cubicBezTo>
                  <a:cubicBezTo>
                    <a:pt x="5637" y="11167"/>
                    <a:pt x="5984" y="11206"/>
                    <a:pt x="6331" y="11206"/>
                  </a:cubicBezTo>
                  <a:cubicBezTo>
                    <a:pt x="6401" y="11206"/>
                    <a:pt x="6471" y="11204"/>
                    <a:pt x="6540" y="11201"/>
                  </a:cubicBezTo>
                  <a:cubicBezTo>
                    <a:pt x="6624" y="11201"/>
                    <a:pt x="6698" y="11257"/>
                    <a:pt x="6726" y="11340"/>
                  </a:cubicBezTo>
                  <a:lnTo>
                    <a:pt x="7050" y="12379"/>
                  </a:lnTo>
                  <a:cubicBezTo>
                    <a:pt x="7097" y="12509"/>
                    <a:pt x="7217" y="12592"/>
                    <a:pt x="7347" y="12592"/>
                  </a:cubicBezTo>
                  <a:cubicBezTo>
                    <a:pt x="7375" y="12592"/>
                    <a:pt x="7403" y="12583"/>
                    <a:pt x="7440" y="12583"/>
                  </a:cubicBezTo>
                  <a:lnTo>
                    <a:pt x="9045" y="12073"/>
                  </a:lnTo>
                  <a:cubicBezTo>
                    <a:pt x="9212" y="12017"/>
                    <a:pt x="9295" y="11850"/>
                    <a:pt x="9249" y="11683"/>
                  </a:cubicBezTo>
                  <a:lnTo>
                    <a:pt x="8924" y="10644"/>
                  </a:lnTo>
                  <a:cubicBezTo>
                    <a:pt x="8896" y="10561"/>
                    <a:pt x="8924" y="10477"/>
                    <a:pt x="8998" y="10431"/>
                  </a:cubicBezTo>
                  <a:cubicBezTo>
                    <a:pt x="9342" y="10208"/>
                    <a:pt x="9666" y="9939"/>
                    <a:pt x="9945" y="9633"/>
                  </a:cubicBezTo>
                  <a:cubicBezTo>
                    <a:pt x="9979" y="9593"/>
                    <a:pt x="10032" y="9570"/>
                    <a:pt x="10085" y="9570"/>
                  </a:cubicBezTo>
                  <a:cubicBezTo>
                    <a:pt x="10117" y="9570"/>
                    <a:pt x="10149" y="9578"/>
                    <a:pt x="10177" y="9596"/>
                  </a:cubicBezTo>
                  <a:lnTo>
                    <a:pt x="11141" y="10097"/>
                  </a:lnTo>
                  <a:cubicBezTo>
                    <a:pt x="11186" y="10119"/>
                    <a:pt x="11235" y="10132"/>
                    <a:pt x="11282" y="10132"/>
                  </a:cubicBezTo>
                  <a:cubicBezTo>
                    <a:pt x="11313" y="10132"/>
                    <a:pt x="11344" y="10126"/>
                    <a:pt x="11373" y="10115"/>
                  </a:cubicBezTo>
                  <a:cubicBezTo>
                    <a:pt x="11457" y="10088"/>
                    <a:pt x="11522" y="10032"/>
                    <a:pt x="11559" y="9967"/>
                  </a:cubicBezTo>
                  <a:lnTo>
                    <a:pt x="12338" y="8464"/>
                  </a:lnTo>
                  <a:cubicBezTo>
                    <a:pt x="12412" y="8316"/>
                    <a:pt x="12357" y="8130"/>
                    <a:pt x="12208" y="8047"/>
                  </a:cubicBezTo>
                  <a:lnTo>
                    <a:pt x="11234" y="7546"/>
                  </a:lnTo>
                  <a:cubicBezTo>
                    <a:pt x="11160" y="7509"/>
                    <a:pt x="11123" y="7416"/>
                    <a:pt x="11141" y="7342"/>
                  </a:cubicBezTo>
                  <a:cubicBezTo>
                    <a:pt x="11225" y="6934"/>
                    <a:pt x="11262" y="6516"/>
                    <a:pt x="11243" y="6099"/>
                  </a:cubicBezTo>
                  <a:cubicBezTo>
                    <a:pt x="11243" y="6015"/>
                    <a:pt x="11299" y="5941"/>
                    <a:pt x="11383" y="5913"/>
                  </a:cubicBezTo>
                  <a:lnTo>
                    <a:pt x="12422" y="5588"/>
                  </a:lnTo>
                  <a:cubicBezTo>
                    <a:pt x="12579" y="5533"/>
                    <a:pt x="12672" y="5357"/>
                    <a:pt x="12616" y="5199"/>
                  </a:cubicBezTo>
                  <a:lnTo>
                    <a:pt x="12115" y="3585"/>
                  </a:lnTo>
                  <a:cubicBezTo>
                    <a:pt x="12088" y="3511"/>
                    <a:pt x="12032" y="3446"/>
                    <a:pt x="11958" y="3408"/>
                  </a:cubicBezTo>
                  <a:cubicBezTo>
                    <a:pt x="11913" y="3386"/>
                    <a:pt x="11864" y="3374"/>
                    <a:pt x="11817" y="3374"/>
                  </a:cubicBezTo>
                  <a:cubicBezTo>
                    <a:pt x="11786" y="3374"/>
                    <a:pt x="11755" y="3379"/>
                    <a:pt x="11726" y="3390"/>
                  </a:cubicBezTo>
                  <a:lnTo>
                    <a:pt x="10687" y="3715"/>
                  </a:lnTo>
                  <a:cubicBezTo>
                    <a:pt x="10668" y="3721"/>
                    <a:pt x="10648" y="3724"/>
                    <a:pt x="10629" y="3724"/>
                  </a:cubicBezTo>
                  <a:cubicBezTo>
                    <a:pt x="10563" y="3724"/>
                    <a:pt x="10500" y="3690"/>
                    <a:pt x="10464" y="3640"/>
                  </a:cubicBezTo>
                  <a:cubicBezTo>
                    <a:pt x="10242" y="3288"/>
                    <a:pt x="9972" y="2972"/>
                    <a:pt x="9666" y="2685"/>
                  </a:cubicBezTo>
                  <a:cubicBezTo>
                    <a:pt x="9611" y="2629"/>
                    <a:pt x="9592" y="2536"/>
                    <a:pt x="9629" y="2462"/>
                  </a:cubicBezTo>
                  <a:lnTo>
                    <a:pt x="10130" y="1488"/>
                  </a:lnTo>
                  <a:cubicBezTo>
                    <a:pt x="10214" y="1340"/>
                    <a:pt x="10158" y="1154"/>
                    <a:pt x="10000" y="1080"/>
                  </a:cubicBezTo>
                  <a:lnTo>
                    <a:pt x="8507" y="301"/>
                  </a:lnTo>
                  <a:cubicBezTo>
                    <a:pt x="8459" y="276"/>
                    <a:pt x="8409" y="264"/>
                    <a:pt x="8361" y="264"/>
                  </a:cubicBezTo>
                  <a:cubicBezTo>
                    <a:pt x="8247" y="264"/>
                    <a:pt x="8141" y="327"/>
                    <a:pt x="8089" y="431"/>
                  </a:cubicBezTo>
                  <a:lnTo>
                    <a:pt x="7588" y="1395"/>
                  </a:lnTo>
                  <a:cubicBezTo>
                    <a:pt x="7549" y="1459"/>
                    <a:pt x="7483" y="1502"/>
                    <a:pt x="7412" y="1502"/>
                  </a:cubicBezTo>
                  <a:cubicBezTo>
                    <a:pt x="7400" y="1502"/>
                    <a:pt x="7387" y="1500"/>
                    <a:pt x="7375" y="1497"/>
                  </a:cubicBezTo>
                  <a:cubicBezTo>
                    <a:pt x="7043" y="1420"/>
                    <a:pt x="6697" y="1382"/>
                    <a:pt x="6350" y="1382"/>
                  </a:cubicBezTo>
                  <a:cubicBezTo>
                    <a:pt x="6280" y="1382"/>
                    <a:pt x="6211" y="1383"/>
                    <a:pt x="6141" y="1386"/>
                  </a:cubicBezTo>
                  <a:cubicBezTo>
                    <a:pt x="6058" y="1386"/>
                    <a:pt x="5974" y="1340"/>
                    <a:pt x="5956" y="1256"/>
                  </a:cubicBezTo>
                  <a:lnTo>
                    <a:pt x="5622" y="217"/>
                  </a:lnTo>
                  <a:cubicBezTo>
                    <a:pt x="5584" y="81"/>
                    <a:pt x="5460" y="1"/>
                    <a:pt x="5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3">
              <a:extLst>
                <a:ext uri="{FF2B5EF4-FFF2-40B4-BE49-F238E27FC236}">
                  <a16:creationId xmlns:a16="http://schemas.microsoft.com/office/drawing/2014/main" id="{F27C25AE-7E2B-B81F-9C9D-9A53FBF2AA17}"/>
                </a:ext>
              </a:extLst>
            </p:cNvPr>
            <p:cNvSpPr/>
            <p:nvPr/>
          </p:nvSpPr>
          <p:spPr>
            <a:xfrm>
              <a:off x="2050775" y="2414100"/>
              <a:ext cx="126425" cy="126275"/>
            </a:xfrm>
            <a:custGeom>
              <a:avLst/>
              <a:gdLst/>
              <a:ahLst/>
              <a:cxnLst/>
              <a:rect l="l" t="t" r="r" b="b"/>
              <a:pathLst>
                <a:path w="5057" h="5051" extrusionOk="0">
                  <a:moveTo>
                    <a:pt x="2540" y="1452"/>
                  </a:moveTo>
                  <a:cubicBezTo>
                    <a:pt x="2602" y="1452"/>
                    <a:pt x="2665" y="1458"/>
                    <a:pt x="2728" y="1469"/>
                  </a:cubicBezTo>
                  <a:cubicBezTo>
                    <a:pt x="3034" y="1534"/>
                    <a:pt x="3303" y="1720"/>
                    <a:pt x="3452" y="1989"/>
                  </a:cubicBezTo>
                  <a:cubicBezTo>
                    <a:pt x="3609" y="2258"/>
                    <a:pt x="3637" y="2583"/>
                    <a:pt x="3535" y="2879"/>
                  </a:cubicBezTo>
                  <a:cubicBezTo>
                    <a:pt x="3382" y="3306"/>
                    <a:pt x="2971" y="3586"/>
                    <a:pt x="2537" y="3586"/>
                  </a:cubicBezTo>
                  <a:cubicBezTo>
                    <a:pt x="2471" y="3586"/>
                    <a:pt x="2405" y="3579"/>
                    <a:pt x="2338" y="3566"/>
                  </a:cubicBezTo>
                  <a:cubicBezTo>
                    <a:pt x="2032" y="3510"/>
                    <a:pt x="1763" y="3325"/>
                    <a:pt x="1606" y="3046"/>
                  </a:cubicBezTo>
                  <a:cubicBezTo>
                    <a:pt x="1448" y="2777"/>
                    <a:pt x="1420" y="2453"/>
                    <a:pt x="1531" y="2156"/>
                  </a:cubicBezTo>
                  <a:cubicBezTo>
                    <a:pt x="1678" y="1733"/>
                    <a:pt x="2095" y="1452"/>
                    <a:pt x="2540" y="1452"/>
                  </a:cubicBezTo>
                  <a:close/>
                  <a:moveTo>
                    <a:pt x="2538" y="1339"/>
                  </a:moveTo>
                  <a:cubicBezTo>
                    <a:pt x="2047" y="1339"/>
                    <a:pt x="1591" y="1647"/>
                    <a:pt x="1420" y="2119"/>
                  </a:cubicBezTo>
                  <a:cubicBezTo>
                    <a:pt x="1299" y="2443"/>
                    <a:pt x="1336" y="2805"/>
                    <a:pt x="1503" y="3111"/>
                  </a:cubicBezTo>
                  <a:cubicBezTo>
                    <a:pt x="1680" y="3408"/>
                    <a:pt x="1977" y="3622"/>
                    <a:pt x="2320" y="3687"/>
                  </a:cubicBezTo>
                  <a:cubicBezTo>
                    <a:pt x="2385" y="3696"/>
                    <a:pt x="2459" y="3705"/>
                    <a:pt x="2533" y="3705"/>
                  </a:cubicBezTo>
                  <a:cubicBezTo>
                    <a:pt x="3016" y="3705"/>
                    <a:pt x="3470" y="3390"/>
                    <a:pt x="3646" y="2917"/>
                  </a:cubicBezTo>
                  <a:cubicBezTo>
                    <a:pt x="3758" y="2592"/>
                    <a:pt x="3730" y="2230"/>
                    <a:pt x="3554" y="1933"/>
                  </a:cubicBezTo>
                  <a:cubicBezTo>
                    <a:pt x="3387" y="1636"/>
                    <a:pt x="3090" y="1423"/>
                    <a:pt x="2747" y="1358"/>
                  </a:cubicBezTo>
                  <a:cubicBezTo>
                    <a:pt x="2677" y="1346"/>
                    <a:pt x="2607" y="1339"/>
                    <a:pt x="2538" y="1339"/>
                  </a:cubicBezTo>
                  <a:close/>
                  <a:moveTo>
                    <a:pt x="2580" y="115"/>
                  </a:moveTo>
                  <a:lnTo>
                    <a:pt x="3229" y="226"/>
                  </a:lnTo>
                  <a:cubicBezTo>
                    <a:pt x="3247" y="226"/>
                    <a:pt x="3266" y="245"/>
                    <a:pt x="3257" y="273"/>
                  </a:cubicBezTo>
                  <a:lnTo>
                    <a:pt x="3192" y="690"/>
                  </a:lnTo>
                  <a:cubicBezTo>
                    <a:pt x="3183" y="755"/>
                    <a:pt x="3220" y="829"/>
                    <a:pt x="3275" y="857"/>
                  </a:cubicBezTo>
                  <a:cubicBezTo>
                    <a:pt x="3424" y="922"/>
                    <a:pt x="3554" y="996"/>
                    <a:pt x="3674" y="1098"/>
                  </a:cubicBezTo>
                  <a:cubicBezTo>
                    <a:pt x="3702" y="1122"/>
                    <a:pt x="3735" y="1133"/>
                    <a:pt x="3767" y="1133"/>
                  </a:cubicBezTo>
                  <a:cubicBezTo>
                    <a:pt x="3799" y="1133"/>
                    <a:pt x="3832" y="1122"/>
                    <a:pt x="3860" y="1098"/>
                  </a:cubicBezTo>
                  <a:lnTo>
                    <a:pt x="4212" y="848"/>
                  </a:lnTo>
                  <a:lnTo>
                    <a:pt x="4240" y="848"/>
                  </a:lnTo>
                  <a:cubicBezTo>
                    <a:pt x="4249" y="848"/>
                    <a:pt x="4259" y="857"/>
                    <a:pt x="4259" y="857"/>
                  </a:cubicBezTo>
                  <a:lnTo>
                    <a:pt x="4648" y="1395"/>
                  </a:lnTo>
                  <a:cubicBezTo>
                    <a:pt x="4658" y="1404"/>
                    <a:pt x="4658" y="1414"/>
                    <a:pt x="4658" y="1423"/>
                  </a:cubicBezTo>
                  <a:cubicBezTo>
                    <a:pt x="4658" y="1432"/>
                    <a:pt x="4648" y="1442"/>
                    <a:pt x="4639" y="1451"/>
                  </a:cubicBezTo>
                  <a:lnTo>
                    <a:pt x="4296" y="1701"/>
                  </a:lnTo>
                  <a:cubicBezTo>
                    <a:pt x="4240" y="1738"/>
                    <a:pt x="4212" y="1813"/>
                    <a:pt x="4240" y="1878"/>
                  </a:cubicBezTo>
                  <a:cubicBezTo>
                    <a:pt x="4296" y="2026"/>
                    <a:pt x="4333" y="2174"/>
                    <a:pt x="4351" y="2332"/>
                  </a:cubicBezTo>
                  <a:cubicBezTo>
                    <a:pt x="4351" y="2397"/>
                    <a:pt x="4407" y="2453"/>
                    <a:pt x="4481" y="2462"/>
                  </a:cubicBezTo>
                  <a:lnTo>
                    <a:pt x="4899" y="2536"/>
                  </a:lnTo>
                  <a:cubicBezTo>
                    <a:pt x="4917" y="2536"/>
                    <a:pt x="4936" y="2555"/>
                    <a:pt x="4927" y="2573"/>
                  </a:cubicBezTo>
                  <a:lnTo>
                    <a:pt x="4825" y="3223"/>
                  </a:lnTo>
                  <a:cubicBezTo>
                    <a:pt x="4825" y="3241"/>
                    <a:pt x="4815" y="3251"/>
                    <a:pt x="4806" y="3251"/>
                  </a:cubicBezTo>
                  <a:cubicBezTo>
                    <a:pt x="4797" y="3260"/>
                    <a:pt x="4787" y="3260"/>
                    <a:pt x="4778" y="3260"/>
                  </a:cubicBezTo>
                  <a:lnTo>
                    <a:pt x="4361" y="3195"/>
                  </a:lnTo>
                  <a:cubicBezTo>
                    <a:pt x="4349" y="3192"/>
                    <a:pt x="4338" y="3190"/>
                    <a:pt x="4326" y="3190"/>
                  </a:cubicBezTo>
                  <a:cubicBezTo>
                    <a:pt x="4271" y="3190"/>
                    <a:pt x="4217" y="3225"/>
                    <a:pt x="4194" y="3278"/>
                  </a:cubicBezTo>
                  <a:cubicBezTo>
                    <a:pt x="4129" y="3418"/>
                    <a:pt x="4045" y="3557"/>
                    <a:pt x="3953" y="3677"/>
                  </a:cubicBezTo>
                  <a:cubicBezTo>
                    <a:pt x="3906" y="3733"/>
                    <a:pt x="3906" y="3807"/>
                    <a:pt x="3953" y="3863"/>
                  </a:cubicBezTo>
                  <a:lnTo>
                    <a:pt x="4194" y="4206"/>
                  </a:lnTo>
                  <a:cubicBezTo>
                    <a:pt x="4212" y="4225"/>
                    <a:pt x="4203" y="4252"/>
                    <a:pt x="4184" y="4262"/>
                  </a:cubicBezTo>
                  <a:lnTo>
                    <a:pt x="3656" y="4651"/>
                  </a:lnTo>
                  <a:cubicBezTo>
                    <a:pt x="3648" y="4655"/>
                    <a:pt x="3639" y="4657"/>
                    <a:pt x="3630" y="4657"/>
                  </a:cubicBezTo>
                  <a:cubicBezTo>
                    <a:pt x="3617" y="4657"/>
                    <a:pt x="3605" y="4653"/>
                    <a:pt x="3600" y="4642"/>
                  </a:cubicBezTo>
                  <a:lnTo>
                    <a:pt x="3350" y="4299"/>
                  </a:lnTo>
                  <a:cubicBezTo>
                    <a:pt x="3324" y="4253"/>
                    <a:pt x="3279" y="4231"/>
                    <a:pt x="3233" y="4231"/>
                  </a:cubicBezTo>
                  <a:cubicBezTo>
                    <a:pt x="3213" y="4231"/>
                    <a:pt x="3193" y="4235"/>
                    <a:pt x="3173" y="4243"/>
                  </a:cubicBezTo>
                  <a:cubicBezTo>
                    <a:pt x="3025" y="4299"/>
                    <a:pt x="2876" y="4336"/>
                    <a:pt x="2719" y="4345"/>
                  </a:cubicBezTo>
                  <a:cubicBezTo>
                    <a:pt x="2654" y="4354"/>
                    <a:pt x="2598" y="4410"/>
                    <a:pt x="2580" y="4475"/>
                  </a:cubicBezTo>
                  <a:lnTo>
                    <a:pt x="2515" y="4902"/>
                  </a:lnTo>
                  <a:cubicBezTo>
                    <a:pt x="2515" y="4911"/>
                    <a:pt x="2505" y="4920"/>
                    <a:pt x="2496" y="4920"/>
                  </a:cubicBezTo>
                  <a:cubicBezTo>
                    <a:pt x="2496" y="4930"/>
                    <a:pt x="2478" y="4930"/>
                    <a:pt x="2468" y="4930"/>
                  </a:cubicBezTo>
                  <a:lnTo>
                    <a:pt x="1819" y="4828"/>
                  </a:lnTo>
                  <a:cubicBezTo>
                    <a:pt x="1810" y="4828"/>
                    <a:pt x="1800" y="4818"/>
                    <a:pt x="1800" y="4809"/>
                  </a:cubicBezTo>
                  <a:cubicBezTo>
                    <a:pt x="1791" y="4800"/>
                    <a:pt x="1791" y="4790"/>
                    <a:pt x="1791" y="4781"/>
                  </a:cubicBezTo>
                  <a:lnTo>
                    <a:pt x="1856" y="4364"/>
                  </a:lnTo>
                  <a:cubicBezTo>
                    <a:pt x="1865" y="4290"/>
                    <a:pt x="1828" y="4225"/>
                    <a:pt x="1772" y="4197"/>
                  </a:cubicBezTo>
                  <a:cubicBezTo>
                    <a:pt x="1624" y="4132"/>
                    <a:pt x="1494" y="4048"/>
                    <a:pt x="1374" y="3956"/>
                  </a:cubicBezTo>
                  <a:cubicBezTo>
                    <a:pt x="1346" y="3928"/>
                    <a:pt x="1309" y="3918"/>
                    <a:pt x="1281" y="3918"/>
                  </a:cubicBezTo>
                  <a:cubicBezTo>
                    <a:pt x="1244" y="3918"/>
                    <a:pt x="1216" y="3928"/>
                    <a:pt x="1188" y="3946"/>
                  </a:cubicBezTo>
                  <a:lnTo>
                    <a:pt x="845" y="4197"/>
                  </a:lnTo>
                  <a:cubicBezTo>
                    <a:pt x="836" y="4206"/>
                    <a:pt x="817" y="4206"/>
                    <a:pt x="808" y="4206"/>
                  </a:cubicBezTo>
                  <a:cubicBezTo>
                    <a:pt x="798" y="4206"/>
                    <a:pt x="789" y="4197"/>
                    <a:pt x="789" y="4187"/>
                  </a:cubicBezTo>
                  <a:lnTo>
                    <a:pt x="400" y="3659"/>
                  </a:lnTo>
                  <a:cubicBezTo>
                    <a:pt x="390" y="3649"/>
                    <a:pt x="390" y="3640"/>
                    <a:pt x="390" y="3631"/>
                  </a:cubicBezTo>
                  <a:cubicBezTo>
                    <a:pt x="390" y="3612"/>
                    <a:pt x="400" y="3603"/>
                    <a:pt x="409" y="3603"/>
                  </a:cubicBezTo>
                  <a:lnTo>
                    <a:pt x="752" y="3353"/>
                  </a:lnTo>
                  <a:cubicBezTo>
                    <a:pt x="808" y="3306"/>
                    <a:pt x="836" y="3241"/>
                    <a:pt x="808" y="3176"/>
                  </a:cubicBezTo>
                  <a:cubicBezTo>
                    <a:pt x="752" y="3028"/>
                    <a:pt x="715" y="2879"/>
                    <a:pt x="696" y="2722"/>
                  </a:cubicBezTo>
                  <a:cubicBezTo>
                    <a:pt x="696" y="2657"/>
                    <a:pt x="641" y="2601"/>
                    <a:pt x="567" y="2583"/>
                  </a:cubicBezTo>
                  <a:lnTo>
                    <a:pt x="149" y="2518"/>
                  </a:lnTo>
                  <a:cubicBezTo>
                    <a:pt x="140" y="2518"/>
                    <a:pt x="131" y="2508"/>
                    <a:pt x="121" y="2499"/>
                  </a:cubicBezTo>
                  <a:cubicBezTo>
                    <a:pt x="121" y="2490"/>
                    <a:pt x="121" y="2481"/>
                    <a:pt x="121" y="2471"/>
                  </a:cubicBezTo>
                  <a:lnTo>
                    <a:pt x="223" y="1822"/>
                  </a:lnTo>
                  <a:cubicBezTo>
                    <a:pt x="223" y="1813"/>
                    <a:pt x="233" y="1803"/>
                    <a:pt x="242" y="1794"/>
                  </a:cubicBezTo>
                  <a:lnTo>
                    <a:pt x="270" y="1794"/>
                  </a:lnTo>
                  <a:lnTo>
                    <a:pt x="687" y="1859"/>
                  </a:lnTo>
                  <a:cubicBezTo>
                    <a:pt x="694" y="1860"/>
                    <a:pt x="700" y="1860"/>
                    <a:pt x="707" y="1860"/>
                  </a:cubicBezTo>
                  <a:cubicBezTo>
                    <a:pt x="767" y="1860"/>
                    <a:pt x="829" y="1825"/>
                    <a:pt x="854" y="1766"/>
                  </a:cubicBezTo>
                  <a:cubicBezTo>
                    <a:pt x="919" y="1627"/>
                    <a:pt x="1003" y="1497"/>
                    <a:pt x="1095" y="1377"/>
                  </a:cubicBezTo>
                  <a:cubicBezTo>
                    <a:pt x="1142" y="1321"/>
                    <a:pt x="1142" y="1247"/>
                    <a:pt x="1105" y="1191"/>
                  </a:cubicBezTo>
                  <a:lnTo>
                    <a:pt x="854" y="839"/>
                  </a:lnTo>
                  <a:cubicBezTo>
                    <a:pt x="836" y="820"/>
                    <a:pt x="845" y="801"/>
                    <a:pt x="863" y="783"/>
                  </a:cubicBezTo>
                  <a:lnTo>
                    <a:pt x="1392" y="403"/>
                  </a:lnTo>
                  <a:cubicBezTo>
                    <a:pt x="1399" y="396"/>
                    <a:pt x="1408" y="392"/>
                    <a:pt x="1416" y="392"/>
                  </a:cubicBezTo>
                  <a:cubicBezTo>
                    <a:pt x="1429" y="392"/>
                    <a:pt x="1442" y="400"/>
                    <a:pt x="1448" y="412"/>
                  </a:cubicBezTo>
                  <a:lnTo>
                    <a:pt x="1698" y="755"/>
                  </a:lnTo>
                  <a:cubicBezTo>
                    <a:pt x="1733" y="797"/>
                    <a:pt x="1778" y="818"/>
                    <a:pt x="1826" y="818"/>
                  </a:cubicBezTo>
                  <a:cubicBezTo>
                    <a:pt x="1842" y="818"/>
                    <a:pt x="1858" y="815"/>
                    <a:pt x="1875" y="811"/>
                  </a:cubicBezTo>
                  <a:cubicBezTo>
                    <a:pt x="2023" y="755"/>
                    <a:pt x="2171" y="718"/>
                    <a:pt x="2329" y="699"/>
                  </a:cubicBezTo>
                  <a:cubicBezTo>
                    <a:pt x="2394" y="690"/>
                    <a:pt x="2450" y="644"/>
                    <a:pt x="2468" y="570"/>
                  </a:cubicBezTo>
                  <a:lnTo>
                    <a:pt x="2533" y="152"/>
                  </a:lnTo>
                  <a:cubicBezTo>
                    <a:pt x="2533" y="134"/>
                    <a:pt x="2561" y="115"/>
                    <a:pt x="2580" y="115"/>
                  </a:cubicBezTo>
                  <a:close/>
                  <a:moveTo>
                    <a:pt x="2565" y="0"/>
                  </a:moveTo>
                  <a:cubicBezTo>
                    <a:pt x="2533" y="0"/>
                    <a:pt x="2505" y="11"/>
                    <a:pt x="2478" y="32"/>
                  </a:cubicBezTo>
                  <a:cubicBezTo>
                    <a:pt x="2440" y="50"/>
                    <a:pt x="2422" y="87"/>
                    <a:pt x="2413" y="134"/>
                  </a:cubicBezTo>
                  <a:lnTo>
                    <a:pt x="2348" y="551"/>
                  </a:lnTo>
                  <a:cubicBezTo>
                    <a:pt x="2348" y="570"/>
                    <a:pt x="2329" y="579"/>
                    <a:pt x="2311" y="579"/>
                  </a:cubicBezTo>
                  <a:cubicBezTo>
                    <a:pt x="2153" y="597"/>
                    <a:pt x="1986" y="644"/>
                    <a:pt x="1837" y="699"/>
                  </a:cubicBezTo>
                  <a:cubicBezTo>
                    <a:pt x="1819" y="699"/>
                    <a:pt x="1800" y="699"/>
                    <a:pt x="1791" y="681"/>
                  </a:cubicBezTo>
                  <a:lnTo>
                    <a:pt x="1541" y="338"/>
                  </a:lnTo>
                  <a:cubicBezTo>
                    <a:pt x="1512" y="297"/>
                    <a:pt x="1461" y="275"/>
                    <a:pt x="1412" y="275"/>
                  </a:cubicBezTo>
                  <a:cubicBezTo>
                    <a:pt x="1382" y="275"/>
                    <a:pt x="1352" y="283"/>
                    <a:pt x="1327" y="301"/>
                  </a:cubicBezTo>
                  <a:lnTo>
                    <a:pt x="789" y="690"/>
                  </a:lnTo>
                  <a:cubicBezTo>
                    <a:pt x="724" y="737"/>
                    <a:pt x="706" y="839"/>
                    <a:pt x="752" y="904"/>
                  </a:cubicBezTo>
                  <a:lnTo>
                    <a:pt x="1003" y="1256"/>
                  </a:lnTo>
                  <a:cubicBezTo>
                    <a:pt x="1021" y="1265"/>
                    <a:pt x="1021" y="1284"/>
                    <a:pt x="1003" y="1302"/>
                  </a:cubicBezTo>
                  <a:cubicBezTo>
                    <a:pt x="900" y="1423"/>
                    <a:pt x="817" y="1571"/>
                    <a:pt x="743" y="1720"/>
                  </a:cubicBezTo>
                  <a:cubicBezTo>
                    <a:pt x="743" y="1729"/>
                    <a:pt x="724" y="1738"/>
                    <a:pt x="706" y="1738"/>
                  </a:cubicBezTo>
                  <a:lnTo>
                    <a:pt x="288" y="1673"/>
                  </a:lnTo>
                  <a:cubicBezTo>
                    <a:pt x="277" y="1671"/>
                    <a:pt x="266" y="1670"/>
                    <a:pt x="255" y="1670"/>
                  </a:cubicBezTo>
                  <a:cubicBezTo>
                    <a:pt x="223" y="1670"/>
                    <a:pt x="195" y="1680"/>
                    <a:pt x="168" y="1701"/>
                  </a:cubicBezTo>
                  <a:cubicBezTo>
                    <a:pt x="140" y="1720"/>
                    <a:pt x="112" y="1757"/>
                    <a:pt x="103" y="1803"/>
                  </a:cubicBezTo>
                  <a:lnTo>
                    <a:pt x="1" y="2453"/>
                  </a:lnTo>
                  <a:cubicBezTo>
                    <a:pt x="1" y="2490"/>
                    <a:pt x="10" y="2536"/>
                    <a:pt x="28" y="2564"/>
                  </a:cubicBezTo>
                  <a:cubicBezTo>
                    <a:pt x="56" y="2601"/>
                    <a:pt x="93" y="2620"/>
                    <a:pt x="131" y="2629"/>
                  </a:cubicBezTo>
                  <a:lnTo>
                    <a:pt x="548" y="2694"/>
                  </a:lnTo>
                  <a:cubicBezTo>
                    <a:pt x="567" y="2703"/>
                    <a:pt x="585" y="2712"/>
                    <a:pt x="585" y="2731"/>
                  </a:cubicBezTo>
                  <a:cubicBezTo>
                    <a:pt x="604" y="2898"/>
                    <a:pt x="641" y="3056"/>
                    <a:pt x="696" y="3213"/>
                  </a:cubicBezTo>
                  <a:cubicBezTo>
                    <a:pt x="706" y="3223"/>
                    <a:pt x="696" y="3241"/>
                    <a:pt x="687" y="3251"/>
                  </a:cubicBezTo>
                  <a:lnTo>
                    <a:pt x="344" y="3501"/>
                  </a:lnTo>
                  <a:cubicBezTo>
                    <a:pt x="307" y="3529"/>
                    <a:pt x="288" y="3566"/>
                    <a:pt x="279" y="3603"/>
                  </a:cubicBezTo>
                  <a:cubicBezTo>
                    <a:pt x="270" y="3649"/>
                    <a:pt x="279" y="3687"/>
                    <a:pt x="307" y="3724"/>
                  </a:cubicBezTo>
                  <a:lnTo>
                    <a:pt x="696" y="4252"/>
                  </a:lnTo>
                  <a:cubicBezTo>
                    <a:pt x="715" y="4290"/>
                    <a:pt x="752" y="4308"/>
                    <a:pt x="798" y="4317"/>
                  </a:cubicBezTo>
                  <a:cubicBezTo>
                    <a:pt x="808" y="4320"/>
                    <a:pt x="817" y="4321"/>
                    <a:pt x="826" y="4321"/>
                  </a:cubicBezTo>
                  <a:cubicBezTo>
                    <a:pt x="854" y="4321"/>
                    <a:pt x="882" y="4310"/>
                    <a:pt x="910" y="4290"/>
                  </a:cubicBezTo>
                  <a:lnTo>
                    <a:pt x="1253" y="4039"/>
                  </a:lnTo>
                  <a:cubicBezTo>
                    <a:pt x="1262" y="4034"/>
                    <a:pt x="1272" y="4032"/>
                    <a:pt x="1280" y="4032"/>
                  </a:cubicBezTo>
                  <a:cubicBezTo>
                    <a:pt x="1288" y="4032"/>
                    <a:pt x="1295" y="4034"/>
                    <a:pt x="1299" y="4039"/>
                  </a:cubicBezTo>
                  <a:cubicBezTo>
                    <a:pt x="1429" y="4141"/>
                    <a:pt x="1568" y="4234"/>
                    <a:pt x="1726" y="4299"/>
                  </a:cubicBezTo>
                  <a:cubicBezTo>
                    <a:pt x="1735" y="4308"/>
                    <a:pt x="1745" y="4327"/>
                    <a:pt x="1745" y="4345"/>
                  </a:cubicBezTo>
                  <a:lnTo>
                    <a:pt x="1670" y="4763"/>
                  </a:lnTo>
                  <a:cubicBezTo>
                    <a:pt x="1670" y="4800"/>
                    <a:pt x="1680" y="4846"/>
                    <a:pt x="1698" y="4874"/>
                  </a:cubicBezTo>
                  <a:cubicBezTo>
                    <a:pt x="1726" y="4911"/>
                    <a:pt x="1763" y="4930"/>
                    <a:pt x="1800" y="4939"/>
                  </a:cubicBezTo>
                  <a:lnTo>
                    <a:pt x="2450" y="5041"/>
                  </a:lnTo>
                  <a:cubicBezTo>
                    <a:pt x="2459" y="5041"/>
                    <a:pt x="2468" y="5050"/>
                    <a:pt x="2478" y="5050"/>
                  </a:cubicBezTo>
                  <a:cubicBezTo>
                    <a:pt x="2515" y="5050"/>
                    <a:pt x="2542" y="5041"/>
                    <a:pt x="2570" y="5013"/>
                  </a:cubicBezTo>
                  <a:cubicBezTo>
                    <a:pt x="2598" y="4995"/>
                    <a:pt x="2626" y="4957"/>
                    <a:pt x="2635" y="4911"/>
                  </a:cubicBezTo>
                  <a:lnTo>
                    <a:pt x="2700" y="4494"/>
                  </a:lnTo>
                  <a:cubicBezTo>
                    <a:pt x="2700" y="4475"/>
                    <a:pt x="2719" y="4466"/>
                    <a:pt x="2728" y="4466"/>
                  </a:cubicBezTo>
                  <a:cubicBezTo>
                    <a:pt x="2895" y="4447"/>
                    <a:pt x="3062" y="4401"/>
                    <a:pt x="3210" y="4345"/>
                  </a:cubicBezTo>
                  <a:cubicBezTo>
                    <a:pt x="3229" y="4345"/>
                    <a:pt x="3247" y="4345"/>
                    <a:pt x="3257" y="4364"/>
                  </a:cubicBezTo>
                  <a:lnTo>
                    <a:pt x="3507" y="4707"/>
                  </a:lnTo>
                  <a:cubicBezTo>
                    <a:pt x="3536" y="4747"/>
                    <a:pt x="3587" y="4770"/>
                    <a:pt x="3636" y="4770"/>
                  </a:cubicBezTo>
                  <a:cubicBezTo>
                    <a:pt x="3666" y="4770"/>
                    <a:pt x="3696" y="4762"/>
                    <a:pt x="3721" y="4744"/>
                  </a:cubicBezTo>
                  <a:lnTo>
                    <a:pt x="4259" y="4354"/>
                  </a:lnTo>
                  <a:cubicBezTo>
                    <a:pt x="4324" y="4299"/>
                    <a:pt x="4342" y="4206"/>
                    <a:pt x="4286" y="4132"/>
                  </a:cubicBezTo>
                  <a:lnTo>
                    <a:pt x="4036" y="3789"/>
                  </a:lnTo>
                  <a:cubicBezTo>
                    <a:pt x="4027" y="3779"/>
                    <a:pt x="4027" y="3761"/>
                    <a:pt x="4036" y="3742"/>
                  </a:cubicBezTo>
                  <a:cubicBezTo>
                    <a:pt x="4147" y="3622"/>
                    <a:pt x="4231" y="3473"/>
                    <a:pt x="4296" y="3325"/>
                  </a:cubicBezTo>
                  <a:cubicBezTo>
                    <a:pt x="4303" y="3311"/>
                    <a:pt x="4314" y="3303"/>
                    <a:pt x="4327" y="3303"/>
                  </a:cubicBezTo>
                  <a:cubicBezTo>
                    <a:pt x="4332" y="3303"/>
                    <a:pt x="4337" y="3304"/>
                    <a:pt x="4342" y="3306"/>
                  </a:cubicBezTo>
                  <a:lnTo>
                    <a:pt x="4760" y="3371"/>
                  </a:lnTo>
                  <a:cubicBezTo>
                    <a:pt x="4771" y="3373"/>
                    <a:pt x="4782" y="3375"/>
                    <a:pt x="4793" y="3375"/>
                  </a:cubicBezTo>
                  <a:cubicBezTo>
                    <a:pt x="4825" y="3375"/>
                    <a:pt x="4852" y="3364"/>
                    <a:pt x="4880" y="3343"/>
                  </a:cubicBezTo>
                  <a:cubicBezTo>
                    <a:pt x="4908" y="3315"/>
                    <a:pt x="4936" y="3278"/>
                    <a:pt x="4936" y="3241"/>
                  </a:cubicBezTo>
                  <a:lnTo>
                    <a:pt x="5047" y="2592"/>
                  </a:lnTo>
                  <a:cubicBezTo>
                    <a:pt x="5056" y="2508"/>
                    <a:pt x="5001" y="2425"/>
                    <a:pt x="4917" y="2416"/>
                  </a:cubicBezTo>
                  <a:lnTo>
                    <a:pt x="4491" y="2351"/>
                  </a:lnTo>
                  <a:cubicBezTo>
                    <a:pt x="4481" y="2341"/>
                    <a:pt x="4463" y="2332"/>
                    <a:pt x="4463" y="2314"/>
                  </a:cubicBezTo>
                  <a:cubicBezTo>
                    <a:pt x="4444" y="2147"/>
                    <a:pt x="4407" y="1989"/>
                    <a:pt x="4351" y="1831"/>
                  </a:cubicBezTo>
                  <a:cubicBezTo>
                    <a:pt x="4342" y="1822"/>
                    <a:pt x="4351" y="1803"/>
                    <a:pt x="4361" y="1794"/>
                  </a:cubicBezTo>
                  <a:lnTo>
                    <a:pt x="4704" y="1544"/>
                  </a:lnTo>
                  <a:cubicBezTo>
                    <a:pt x="4741" y="1516"/>
                    <a:pt x="4760" y="1479"/>
                    <a:pt x="4769" y="1442"/>
                  </a:cubicBezTo>
                  <a:cubicBezTo>
                    <a:pt x="4778" y="1395"/>
                    <a:pt x="4769" y="1358"/>
                    <a:pt x="4741" y="1321"/>
                  </a:cubicBezTo>
                  <a:lnTo>
                    <a:pt x="4351" y="792"/>
                  </a:lnTo>
                  <a:cubicBezTo>
                    <a:pt x="4333" y="755"/>
                    <a:pt x="4296" y="737"/>
                    <a:pt x="4249" y="727"/>
                  </a:cubicBezTo>
                  <a:cubicBezTo>
                    <a:pt x="4240" y="725"/>
                    <a:pt x="4230" y="724"/>
                    <a:pt x="4220" y="724"/>
                  </a:cubicBezTo>
                  <a:cubicBezTo>
                    <a:pt x="4190" y="724"/>
                    <a:pt x="4159" y="734"/>
                    <a:pt x="4138" y="755"/>
                  </a:cubicBezTo>
                  <a:lnTo>
                    <a:pt x="3795" y="1006"/>
                  </a:lnTo>
                  <a:cubicBezTo>
                    <a:pt x="3786" y="1010"/>
                    <a:pt x="3776" y="1013"/>
                    <a:pt x="3768" y="1013"/>
                  </a:cubicBezTo>
                  <a:cubicBezTo>
                    <a:pt x="3760" y="1013"/>
                    <a:pt x="3753" y="1010"/>
                    <a:pt x="3748" y="1006"/>
                  </a:cubicBezTo>
                  <a:cubicBezTo>
                    <a:pt x="3619" y="904"/>
                    <a:pt x="3479" y="811"/>
                    <a:pt x="3322" y="746"/>
                  </a:cubicBezTo>
                  <a:cubicBezTo>
                    <a:pt x="3312" y="737"/>
                    <a:pt x="3303" y="718"/>
                    <a:pt x="3303" y="709"/>
                  </a:cubicBezTo>
                  <a:lnTo>
                    <a:pt x="3368" y="282"/>
                  </a:lnTo>
                  <a:cubicBezTo>
                    <a:pt x="3387" y="199"/>
                    <a:pt x="3331" y="124"/>
                    <a:pt x="3247" y="106"/>
                  </a:cubicBezTo>
                  <a:lnTo>
                    <a:pt x="2598" y="4"/>
                  </a:lnTo>
                  <a:cubicBezTo>
                    <a:pt x="2587" y="1"/>
                    <a:pt x="2576" y="0"/>
                    <a:pt x="2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3">
              <a:extLst>
                <a:ext uri="{FF2B5EF4-FFF2-40B4-BE49-F238E27FC236}">
                  <a16:creationId xmlns:a16="http://schemas.microsoft.com/office/drawing/2014/main" id="{D4B16140-CD71-F920-59F1-45101873C3E0}"/>
                </a:ext>
              </a:extLst>
            </p:cNvPr>
            <p:cNvSpPr/>
            <p:nvPr/>
          </p:nvSpPr>
          <p:spPr>
            <a:xfrm>
              <a:off x="2058200" y="2676025"/>
              <a:ext cx="27400" cy="28550"/>
            </a:xfrm>
            <a:custGeom>
              <a:avLst/>
              <a:gdLst/>
              <a:ahLst/>
              <a:cxnLst/>
              <a:rect l="l" t="t" r="r" b="b"/>
              <a:pathLst>
                <a:path w="1096" h="1142" extrusionOk="0">
                  <a:moveTo>
                    <a:pt x="956" y="0"/>
                  </a:moveTo>
                  <a:cubicBezTo>
                    <a:pt x="937" y="0"/>
                    <a:pt x="910" y="9"/>
                    <a:pt x="891" y="19"/>
                  </a:cubicBezTo>
                  <a:lnTo>
                    <a:pt x="75" y="445"/>
                  </a:lnTo>
                  <a:cubicBezTo>
                    <a:pt x="28" y="473"/>
                    <a:pt x="0" y="520"/>
                    <a:pt x="0" y="566"/>
                  </a:cubicBezTo>
                  <a:cubicBezTo>
                    <a:pt x="0" y="612"/>
                    <a:pt x="38" y="659"/>
                    <a:pt x="75" y="687"/>
                  </a:cubicBezTo>
                  <a:lnTo>
                    <a:pt x="84" y="687"/>
                  </a:lnTo>
                  <a:lnTo>
                    <a:pt x="891" y="1132"/>
                  </a:lnTo>
                  <a:cubicBezTo>
                    <a:pt x="910" y="1141"/>
                    <a:pt x="937" y="1141"/>
                    <a:pt x="956" y="1141"/>
                  </a:cubicBezTo>
                  <a:cubicBezTo>
                    <a:pt x="1030" y="1141"/>
                    <a:pt x="1086" y="1085"/>
                    <a:pt x="1086" y="1011"/>
                  </a:cubicBezTo>
                  <a:cubicBezTo>
                    <a:pt x="1086" y="956"/>
                    <a:pt x="1067" y="909"/>
                    <a:pt x="1021" y="891"/>
                  </a:cubicBezTo>
                  <a:lnTo>
                    <a:pt x="427" y="566"/>
                  </a:lnTo>
                  <a:lnTo>
                    <a:pt x="1021" y="260"/>
                  </a:lnTo>
                  <a:cubicBezTo>
                    <a:pt x="1067" y="232"/>
                    <a:pt x="1095" y="186"/>
                    <a:pt x="1095" y="139"/>
                  </a:cubicBezTo>
                  <a:cubicBezTo>
                    <a:pt x="1095" y="65"/>
                    <a:pt x="1030" y="0"/>
                    <a:pt x="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3">
              <a:extLst>
                <a:ext uri="{FF2B5EF4-FFF2-40B4-BE49-F238E27FC236}">
                  <a16:creationId xmlns:a16="http://schemas.microsoft.com/office/drawing/2014/main" id="{54120AAE-E152-5346-790E-F19AF4FDC459}"/>
                </a:ext>
              </a:extLst>
            </p:cNvPr>
            <p:cNvSpPr/>
            <p:nvPr/>
          </p:nvSpPr>
          <p:spPr>
            <a:xfrm>
              <a:off x="2088825" y="2662325"/>
              <a:ext cx="22975" cy="53375"/>
            </a:xfrm>
            <a:custGeom>
              <a:avLst/>
              <a:gdLst/>
              <a:ahLst/>
              <a:cxnLst/>
              <a:rect l="l" t="t" r="r" b="b"/>
              <a:pathLst>
                <a:path w="919" h="2135" extrusionOk="0">
                  <a:moveTo>
                    <a:pt x="751" y="1"/>
                  </a:moveTo>
                  <a:cubicBezTo>
                    <a:pt x="677" y="1"/>
                    <a:pt x="612" y="47"/>
                    <a:pt x="584" y="121"/>
                  </a:cubicBezTo>
                  <a:lnTo>
                    <a:pt x="9" y="1921"/>
                  </a:lnTo>
                  <a:cubicBezTo>
                    <a:pt x="0" y="1930"/>
                    <a:pt x="0" y="1949"/>
                    <a:pt x="0" y="1967"/>
                  </a:cubicBezTo>
                  <a:cubicBezTo>
                    <a:pt x="0" y="2042"/>
                    <a:pt x="46" y="2107"/>
                    <a:pt x="121" y="2134"/>
                  </a:cubicBezTo>
                  <a:lnTo>
                    <a:pt x="167" y="2134"/>
                  </a:lnTo>
                  <a:cubicBezTo>
                    <a:pt x="241" y="2134"/>
                    <a:pt x="306" y="2088"/>
                    <a:pt x="325" y="2023"/>
                  </a:cubicBezTo>
                  <a:lnTo>
                    <a:pt x="909" y="242"/>
                  </a:lnTo>
                  <a:cubicBezTo>
                    <a:pt x="909" y="223"/>
                    <a:pt x="918" y="205"/>
                    <a:pt x="918" y="186"/>
                  </a:cubicBezTo>
                  <a:cubicBezTo>
                    <a:pt x="918" y="84"/>
                    <a:pt x="844" y="1"/>
                    <a:pt x="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3">
              <a:extLst>
                <a:ext uri="{FF2B5EF4-FFF2-40B4-BE49-F238E27FC236}">
                  <a16:creationId xmlns:a16="http://schemas.microsoft.com/office/drawing/2014/main" id="{FE59E5B9-8689-4DF3-D87E-D66CC1F890A0}"/>
                </a:ext>
              </a:extLst>
            </p:cNvPr>
            <p:cNvSpPr/>
            <p:nvPr/>
          </p:nvSpPr>
          <p:spPr>
            <a:xfrm>
              <a:off x="2114100" y="2676025"/>
              <a:ext cx="27150" cy="28550"/>
            </a:xfrm>
            <a:custGeom>
              <a:avLst/>
              <a:gdLst/>
              <a:ahLst/>
              <a:cxnLst/>
              <a:rect l="l" t="t" r="r" b="b"/>
              <a:pathLst>
                <a:path w="1086" h="1142" extrusionOk="0">
                  <a:moveTo>
                    <a:pt x="130" y="0"/>
                  </a:moveTo>
                  <a:cubicBezTo>
                    <a:pt x="56" y="0"/>
                    <a:pt x="0" y="65"/>
                    <a:pt x="0" y="139"/>
                  </a:cubicBezTo>
                  <a:cubicBezTo>
                    <a:pt x="0" y="186"/>
                    <a:pt x="19" y="232"/>
                    <a:pt x="65" y="260"/>
                  </a:cubicBezTo>
                  <a:lnTo>
                    <a:pt x="659" y="566"/>
                  </a:lnTo>
                  <a:lnTo>
                    <a:pt x="74" y="891"/>
                  </a:lnTo>
                  <a:cubicBezTo>
                    <a:pt x="28" y="909"/>
                    <a:pt x="0" y="956"/>
                    <a:pt x="0" y="1011"/>
                  </a:cubicBezTo>
                  <a:cubicBezTo>
                    <a:pt x="0" y="1076"/>
                    <a:pt x="56" y="1141"/>
                    <a:pt x="130" y="1141"/>
                  </a:cubicBezTo>
                  <a:cubicBezTo>
                    <a:pt x="158" y="1141"/>
                    <a:pt x="176" y="1141"/>
                    <a:pt x="195" y="1132"/>
                  </a:cubicBezTo>
                  <a:lnTo>
                    <a:pt x="1002" y="687"/>
                  </a:lnTo>
                  <a:lnTo>
                    <a:pt x="1011" y="687"/>
                  </a:lnTo>
                  <a:cubicBezTo>
                    <a:pt x="1058" y="659"/>
                    <a:pt x="1086" y="612"/>
                    <a:pt x="1086" y="566"/>
                  </a:cubicBezTo>
                  <a:cubicBezTo>
                    <a:pt x="1086" y="520"/>
                    <a:pt x="1058" y="473"/>
                    <a:pt x="1011" y="445"/>
                  </a:cubicBezTo>
                  <a:lnTo>
                    <a:pt x="195" y="19"/>
                  </a:lnTo>
                  <a:cubicBezTo>
                    <a:pt x="176" y="9"/>
                    <a:pt x="158"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3">
              <a:extLst>
                <a:ext uri="{FF2B5EF4-FFF2-40B4-BE49-F238E27FC236}">
                  <a16:creationId xmlns:a16="http://schemas.microsoft.com/office/drawing/2014/main" id="{6533430B-E60E-2A77-F61B-C4478C89C38D}"/>
                </a:ext>
              </a:extLst>
            </p:cNvPr>
            <p:cNvSpPr/>
            <p:nvPr/>
          </p:nvSpPr>
          <p:spPr>
            <a:xfrm>
              <a:off x="2002300" y="2589050"/>
              <a:ext cx="99050" cy="81425"/>
            </a:xfrm>
            <a:custGeom>
              <a:avLst/>
              <a:gdLst/>
              <a:ahLst/>
              <a:cxnLst/>
              <a:rect l="l" t="t" r="r" b="b"/>
              <a:pathLst>
                <a:path w="3962" h="3257" extrusionOk="0">
                  <a:moveTo>
                    <a:pt x="3906" y="0"/>
                  </a:moveTo>
                  <a:cubicBezTo>
                    <a:pt x="3535" y="0"/>
                    <a:pt x="3164" y="56"/>
                    <a:pt x="2802" y="158"/>
                  </a:cubicBezTo>
                  <a:cubicBezTo>
                    <a:pt x="1402" y="557"/>
                    <a:pt x="307" y="1744"/>
                    <a:pt x="1" y="3182"/>
                  </a:cubicBezTo>
                  <a:cubicBezTo>
                    <a:pt x="1" y="3219"/>
                    <a:pt x="19" y="3247"/>
                    <a:pt x="47" y="3256"/>
                  </a:cubicBezTo>
                  <a:lnTo>
                    <a:pt x="66" y="3256"/>
                  </a:lnTo>
                  <a:cubicBezTo>
                    <a:pt x="94" y="3256"/>
                    <a:pt x="112" y="3238"/>
                    <a:pt x="121" y="3210"/>
                  </a:cubicBezTo>
                  <a:cubicBezTo>
                    <a:pt x="409" y="1809"/>
                    <a:pt x="1476" y="659"/>
                    <a:pt x="2830" y="269"/>
                  </a:cubicBezTo>
                  <a:cubicBezTo>
                    <a:pt x="3183" y="167"/>
                    <a:pt x="3545" y="112"/>
                    <a:pt x="3906" y="112"/>
                  </a:cubicBezTo>
                  <a:cubicBezTo>
                    <a:pt x="3943" y="112"/>
                    <a:pt x="3962" y="93"/>
                    <a:pt x="3962" y="56"/>
                  </a:cubicBezTo>
                  <a:cubicBezTo>
                    <a:pt x="3962" y="28"/>
                    <a:pt x="3943" y="0"/>
                    <a:pt x="3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3">
              <a:extLst>
                <a:ext uri="{FF2B5EF4-FFF2-40B4-BE49-F238E27FC236}">
                  <a16:creationId xmlns:a16="http://schemas.microsoft.com/office/drawing/2014/main" id="{6C6A749B-3AC0-313E-47EC-498DB28866E8}"/>
                </a:ext>
              </a:extLst>
            </p:cNvPr>
            <p:cNvSpPr/>
            <p:nvPr/>
          </p:nvSpPr>
          <p:spPr>
            <a:xfrm>
              <a:off x="2000925" y="2593400"/>
              <a:ext cx="203875" cy="194875"/>
            </a:xfrm>
            <a:custGeom>
              <a:avLst/>
              <a:gdLst/>
              <a:ahLst/>
              <a:cxnLst/>
              <a:rect l="l" t="t" r="r" b="b"/>
              <a:pathLst>
                <a:path w="8155" h="7795" extrusionOk="0">
                  <a:moveTo>
                    <a:pt x="5133" y="0"/>
                  </a:moveTo>
                  <a:cubicBezTo>
                    <a:pt x="5109" y="0"/>
                    <a:pt x="5082" y="17"/>
                    <a:pt x="5075" y="40"/>
                  </a:cubicBezTo>
                  <a:cubicBezTo>
                    <a:pt x="5065" y="77"/>
                    <a:pt x="5084" y="105"/>
                    <a:pt x="5112" y="114"/>
                  </a:cubicBezTo>
                  <a:cubicBezTo>
                    <a:pt x="6568" y="568"/>
                    <a:pt x="7626" y="1839"/>
                    <a:pt x="7802" y="3351"/>
                  </a:cubicBezTo>
                  <a:cubicBezTo>
                    <a:pt x="8034" y="5216"/>
                    <a:pt x="6846" y="7006"/>
                    <a:pt x="5037" y="7526"/>
                  </a:cubicBezTo>
                  <a:cubicBezTo>
                    <a:pt x="4682" y="7628"/>
                    <a:pt x="4319" y="7679"/>
                    <a:pt x="3958" y="7679"/>
                  </a:cubicBezTo>
                  <a:cubicBezTo>
                    <a:pt x="3207" y="7679"/>
                    <a:pt x="2467" y="7460"/>
                    <a:pt x="1828" y="7034"/>
                  </a:cubicBezTo>
                  <a:cubicBezTo>
                    <a:pt x="881" y="6413"/>
                    <a:pt x="260" y="5402"/>
                    <a:pt x="121" y="4270"/>
                  </a:cubicBezTo>
                  <a:cubicBezTo>
                    <a:pt x="121" y="4233"/>
                    <a:pt x="93" y="4214"/>
                    <a:pt x="56" y="4214"/>
                  </a:cubicBezTo>
                  <a:cubicBezTo>
                    <a:pt x="28" y="4223"/>
                    <a:pt x="0" y="4251"/>
                    <a:pt x="9" y="4279"/>
                  </a:cubicBezTo>
                  <a:cubicBezTo>
                    <a:pt x="149" y="5448"/>
                    <a:pt x="789" y="6487"/>
                    <a:pt x="1763" y="7136"/>
                  </a:cubicBezTo>
                  <a:cubicBezTo>
                    <a:pt x="2421" y="7572"/>
                    <a:pt x="3182" y="7795"/>
                    <a:pt x="3961" y="7795"/>
                  </a:cubicBezTo>
                  <a:cubicBezTo>
                    <a:pt x="4332" y="7795"/>
                    <a:pt x="4703" y="7739"/>
                    <a:pt x="5075" y="7637"/>
                  </a:cubicBezTo>
                  <a:cubicBezTo>
                    <a:pt x="6930" y="7108"/>
                    <a:pt x="8154" y="5253"/>
                    <a:pt x="7922" y="3333"/>
                  </a:cubicBezTo>
                  <a:cubicBezTo>
                    <a:pt x="7728" y="1774"/>
                    <a:pt x="6642" y="476"/>
                    <a:pt x="5149" y="3"/>
                  </a:cubicBezTo>
                  <a:cubicBezTo>
                    <a:pt x="5144" y="1"/>
                    <a:pt x="5139" y="0"/>
                    <a:pt x="51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3">
              <a:extLst>
                <a:ext uri="{FF2B5EF4-FFF2-40B4-BE49-F238E27FC236}">
                  <a16:creationId xmlns:a16="http://schemas.microsoft.com/office/drawing/2014/main" id="{1CDA7EE3-9C03-A220-8483-D23FCB18DA9C}"/>
                </a:ext>
              </a:extLst>
            </p:cNvPr>
            <p:cNvSpPr/>
            <p:nvPr/>
          </p:nvSpPr>
          <p:spPr>
            <a:xfrm>
              <a:off x="2012975" y="2606000"/>
              <a:ext cx="173975" cy="165350"/>
            </a:xfrm>
            <a:custGeom>
              <a:avLst/>
              <a:gdLst/>
              <a:ahLst/>
              <a:cxnLst/>
              <a:rect l="l" t="t" r="r" b="b"/>
              <a:pathLst>
                <a:path w="6959" h="6614" extrusionOk="0">
                  <a:moveTo>
                    <a:pt x="3479" y="83"/>
                  </a:moveTo>
                  <a:cubicBezTo>
                    <a:pt x="4110" y="83"/>
                    <a:pt x="4732" y="269"/>
                    <a:pt x="5260" y="621"/>
                  </a:cubicBezTo>
                  <a:cubicBezTo>
                    <a:pt x="6049" y="1141"/>
                    <a:pt x="6559" y="1985"/>
                    <a:pt x="6680" y="2922"/>
                  </a:cubicBezTo>
                  <a:cubicBezTo>
                    <a:pt x="6865" y="4480"/>
                    <a:pt x="5882" y="5974"/>
                    <a:pt x="4379" y="6400"/>
                  </a:cubicBezTo>
                  <a:cubicBezTo>
                    <a:pt x="4083" y="6484"/>
                    <a:pt x="3780" y="6526"/>
                    <a:pt x="3480" y="6526"/>
                  </a:cubicBezTo>
                  <a:cubicBezTo>
                    <a:pt x="2851" y="6526"/>
                    <a:pt x="2232" y="6344"/>
                    <a:pt x="1698" y="5992"/>
                  </a:cubicBezTo>
                  <a:cubicBezTo>
                    <a:pt x="919" y="5473"/>
                    <a:pt x="399" y="4629"/>
                    <a:pt x="279" y="3692"/>
                  </a:cubicBezTo>
                  <a:cubicBezTo>
                    <a:pt x="93" y="2133"/>
                    <a:pt x="1086" y="640"/>
                    <a:pt x="2589" y="213"/>
                  </a:cubicBezTo>
                  <a:cubicBezTo>
                    <a:pt x="2886" y="129"/>
                    <a:pt x="3182" y="83"/>
                    <a:pt x="3479" y="83"/>
                  </a:cubicBezTo>
                  <a:close/>
                  <a:moveTo>
                    <a:pt x="3477" y="0"/>
                  </a:moveTo>
                  <a:cubicBezTo>
                    <a:pt x="3171" y="0"/>
                    <a:pt x="2863" y="43"/>
                    <a:pt x="2561" y="129"/>
                  </a:cubicBezTo>
                  <a:cubicBezTo>
                    <a:pt x="1021" y="575"/>
                    <a:pt x="1" y="2105"/>
                    <a:pt x="195" y="3701"/>
                  </a:cubicBezTo>
                  <a:cubicBezTo>
                    <a:pt x="316" y="4666"/>
                    <a:pt x="845" y="5528"/>
                    <a:pt x="1652" y="6066"/>
                  </a:cubicBezTo>
                  <a:cubicBezTo>
                    <a:pt x="2199" y="6428"/>
                    <a:pt x="2839" y="6614"/>
                    <a:pt x="3479" y="6614"/>
                  </a:cubicBezTo>
                  <a:cubicBezTo>
                    <a:pt x="3785" y="6614"/>
                    <a:pt x="4101" y="6567"/>
                    <a:pt x="4398" y="6484"/>
                  </a:cubicBezTo>
                  <a:cubicBezTo>
                    <a:pt x="5938" y="6039"/>
                    <a:pt x="6958" y="4508"/>
                    <a:pt x="6763" y="2912"/>
                  </a:cubicBezTo>
                  <a:cubicBezTo>
                    <a:pt x="6643" y="1948"/>
                    <a:pt x="6114" y="1085"/>
                    <a:pt x="5307" y="547"/>
                  </a:cubicBezTo>
                  <a:cubicBezTo>
                    <a:pt x="4760" y="188"/>
                    <a:pt x="4123" y="0"/>
                    <a:pt x="34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3">
              <a:extLst>
                <a:ext uri="{FF2B5EF4-FFF2-40B4-BE49-F238E27FC236}">
                  <a16:creationId xmlns:a16="http://schemas.microsoft.com/office/drawing/2014/main" id="{5AECBC9B-B6A5-1DF0-D982-9A3C87B054F1}"/>
                </a:ext>
              </a:extLst>
            </p:cNvPr>
            <p:cNvSpPr/>
            <p:nvPr/>
          </p:nvSpPr>
          <p:spPr>
            <a:xfrm>
              <a:off x="2033850" y="2508575"/>
              <a:ext cx="13250" cy="56600"/>
            </a:xfrm>
            <a:custGeom>
              <a:avLst/>
              <a:gdLst/>
              <a:ahLst/>
              <a:cxnLst/>
              <a:rect l="l" t="t" r="r" b="b"/>
              <a:pathLst>
                <a:path w="530" h="2264" extrusionOk="0">
                  <a:moveTo>
                    <a:pt x="232" y="0"/>
                  </a:moveTo>
                  <a:cubicBezTo>
                    <a:pt x="102" y="0"/>
                    <a:pt x="0" y="102"/>
                    <a:pt x="0" y="232"/>
                  </a:cubicBezTo>
                  <a:lnTo>
                    <a:pt x="0" y="2023"/>
                  </a:lnTo>
                  <a:cubicBezTo>
                    <a:pt x="0" y="2152"/>
                    <a:pt x="102" y="2264"/>
                    <a:pt x="232" y="2264"/>
                  </a:cubicBezTo>
                  <a:lnTo>
                    <a:pt x="288" y="2264"/>
                  </a:lnTo>
                  <a:cubicBezTo>
                    <a:pt x="418" y="2264"/>
                    <a:pt x="529" y="2152"/>
                    <a:pt x="520" y="2023"/>
                  </a:cubicBezTo>
                  <a:lnTo>
                    <a:pt x="520" y="232"/>
                  </a:lnTo>
                  <a:cubicBezTo>
                    <a:pt x="520" y="102"/>
                    <a:pt x="418"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3">
              <a:extLst>
                <a:ext uri="{FF2B5EF4-FFF2-40B4-BE49-F238E27FC236}">
                  <a16:creationId xmlns:a16="http://schemas.microsoft.com/office/drawing/2014/main" id="{B87031FF-4250-F3D4-DA29-2369C28B1A33}"/>
                </a:ext>
              </a:extLst>
            </p:cNvPr>
            <p:cNvSpPr/>
            <p:nvPr/>
          </p:nvSpPr>
          <p:spPr>
            <a:xfrm>
              <a:off x="2032450" y="2507175"/>
              <a:ext cx="16025" cy="59400"/>
            </a:xfrm>
            <a:custGeom>
              <a:avLst/>
              <a:gdLst/>
              <a:ahLst/>
              <a:cxnLst/>
              <a:rect l="l" t="t" r="r" b="b"/>
              <a:pathLst>
                <a:path w="641" h="2376" extrusionOk="0">
                  <a:moveTo>
                    <a:pt x="344" y="112"/>
                  </a:moveTo>
                  <a:cubicBezTo>
                    <a:pt x="446" y="112"/>
                    <a:pt x="520" y="195"/>
                    <a:pt x="520" y="288"/>
                  </a:cubicBezTo>
                  <a:lnTo>
                    <a:pt x="520" y="2079"/>
                  </a:lnTo>
                  <a:cubicBezTo>
                    <a:pt x="520" y="2181"/>
                    <a:pt x="446" y="2255"/>
                    <a:pt x="344" y="2255"/>
                  </a:cubicBezTo>
                  <a:lnTo>
                    <a:pt x="298" y="2255"/>
                  </a:lnTo>
                  <a:cubicBezTo>
                    <a:pt x="196" y="2255"/>
                    <a:pt x="121" y="2181"/>
                    <a:pt x="121" y="2079"/>
                  </a:cubicBezTo>
                  <a:lnTo>
                    <a:pt x="121" y="288"/>
                  </a:lnTo>
                  <a:cubicBezTo>
                    <a:pt x="121" y="195"/>
                    <a:pt x="196" y="112"/>
                    <a:pt x="298" y="112"/>
                  </a:cubicBezTo>
                  <a:close/>
                  <a:moveTo>
                    <a:pt x="288" y="1"/>
                  </a:moveTo>
                  <a:cubicBezTo>
                    <a:pt x="131" y="1"/>
                    <a:pt x="1" y="131"/>
                    <a:pt x="1" y="288"/>
                  </a:cubicBezTo>
                  <a:lnTo>
                    <a:pt x="1" y="2079"/>
                  </a:lnTo>
                  <a:cubicBezTo>
                    <a:pt x="1" y="2246"/>
                    <a:pt x="131" y="2375"/>
                    <a:pt x="288" y="2375"/>
                  </a:cubicBezTo>
                  <a:lnTo>
                    <a:pt x="344" y="2375"/>
                  </a:lnTo>
                  <a:cubicBezTo>
                    <a:pt x="511" y="2375"/>
                    <a:pt x="641" y="2246"/>
                    <a:pt x="641" y="2079"/>
                  </a:cubicBezTo>
                  <a:lnTo>
                    <a:pt x="641" y="288"/>
                  </a:lnTo>
                  <a:cubicBezTo>
                    <a:pt x="641" y="131"/>
                    <a:pt x="502" y="1"/>
                    <a:pt x="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3">
              <a:extLst>
                <a:ext uri="{FF2B5EF4-FFF2-40B4-BE49-F238E27FC236}">
                  <a16:creationId xmlns:a16="http://schemas.microsoft.com/office/drawing/2014/main" id="{0D1E9E5F-05CB-718E-D291-276DE6425AFD}"/>
                </a:ext>
              </a:extLst>
            </p:cNvPr>
            <p:cNvSpPr/>
            <p:nvPr/>
          </p:nvSpPr>
          <p:spPr>
            <a:xfrm>
              <a:off x="1764350" y="2410475"/>
              <a:ext cx="53850" cy="477775"/>
            </a:xfrm>
            <a:custGeom>
              <a:avLst/>
              <a:gdLst/>
              <a:ahLst/>
              <a:cxnLst/>
              <a:rect l="l" t="t" r="r" b="b"/>
              <a:pathLst>
                <a:path w="2154" h="19111" extrusionOk="0">
                  <a:moveTo>
                    <a:pt x="1615" y="0"/>
                  </a:moveTo>
                  <a:cubicBezTo>
                    <a:pt x="725" y="0"/>
                    <a:pt x="1" y="724"/>
                    <a:pt x="1" y="1614"/>
                  </a:cubicBezTo>
                  <a:lnTo>
                    <a:pt x="1" y="17496"/>
                  </a:lnTo>
                  <a:cubicBezTo>
                    <a:pt x="1" y="18387"/>
                    <a:pt x="725" y="19110"/>
                    <a:pt x="1615" y="19110"/>
                  </a:cubicBezTo>
                  <a:lnTo>
                    <a:pt x="2153" y="19110"/>
                  </a:lnTo>
                  <a:cubicBezTo>
                    <a:pt x="1272" y="19110"/>
                    <a:pt x="558" y="18396"/>
                    <a:pt x="558" y="17505"/>
                  </a:cubicBezTo>
                  <a:lnTo>
                    <a:pt x="558" y="1605"/>
                  </a:lnTo>
                  <a:cubicBezTo>
                    <a:pt x="558" y="724"/>
                    <a:pt x="1272" y="0"/>
                    <a:pt x="2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3">
              <a:extLst>
                <a:ext uri="{FF2B5EF4-FFF2-40B4-BE49-F238E27FC236}">
                  <a16:creationId xmlns:a16="http://schemas.microsoft.com/office/drawing/2014/main" id="{C5145067-F120-51CA-19DF-17DCE3751693}"/>
                </a:ext>
              </a:extLst>
            </p:cNvPr>
            <p:cNvSpPr/>
            <p:nvPr/>
          </p:nvSpPr>
          <p:spPr>
            <a:xfrm>
              <a:off x="1762975" y="2409075"/>
              <a:ext cx="55225" cy="480550"/>
            </a:xfrm>
            <a:custGeom>
              <a:avLst/>
              <a:gdLst/>
              <a:ahLst/>
              <a:cxnLst/>
              <a:rect l="l" t="t" r="r" b="b"/>
              <a:pathLst>
                <a:path w="2209" h="19222" extrusionOk="0">
                  <a:moveTo>
                    <a:pt x="1596" y="121"/>
                  </a:moveTo>
                  <a:lnTo>
                    <a:pt x="1596" y="121"/>
                  </a:lnTo>
                  <a:cubicBezTo>
                    <a:pt x="984" y="362"/>
                    <a:pt x="548" y="965"/>
                    <a:pt x="548" y="1661"/>
                  </a:cubicBezTo>
                  <a:lnTo>
                    <a:pt x="548" y="17561"/>
                  </a:lnTo>
                  <a:cubicBezTo>
                    <a:pt x="548" y="18266"/>
                    <a:pt x="984" y="18860"/>
                    <a:pt x="1596" y="19110"/>
                  </a:cubicBezTo>
                  <a:cubicBezTo>
                    <a:pt x="770" y="19073"/>
                    <a:pt x="112" y="18387"/>
                    <a:pt x="112" y="17552"/>
                  </a:cubicBezTo>
                  <a:lnTo>
                    <a:pt x="112" y="1670"/>
                  </a:lnTo>
                  <a:cubicBezTo>
                    <a:pt x="112" y="836"/>
                    <a:pt x="770" y="158"/>
                    <a:pt x="1596" y="121"/>
                  </a:cubicBezTo>
                  <a:close/>
                  <a:moveTo>
                    <a:pt x="1670" y="1"/>
                  </a:moveTo>
                  <a:cubicBezTo>
                    <a:pt x="742" y="1"/>
                    <a:pt x="0" y="752"/>
                    <a:pt x="0" y="1670"/>
                  </a:cubicBezTo>
                  <a:lnTo>
                    <a:pt x="0" y="17552"/>
                  </a:lnTo>
                  <a:cubicBezTo>
                    <a:pt x="0" y="18480"/>
                    <a:pt x="742" y="19222"/>
                    <a:pt x="1670" y="19222"/>
                  </a:cubicBezTo>
                  <a:lnTo>
                    <a:pt x="2208" y="19222"/>
                  </a:lnTo>
                  <a:lnTo>
                    <a:pt x="2208" y="19110"/>
                  </a:lnTo>
                  <a:cubicBezTo>
                    <a:pt x="1364" y="19110"/>
                    <a:pt x="668" y="18415"/>
                    <a:pt x="668" y="17561"/>
                  </a:cubicBezTo>
                  <a:lnTo>
                    <a:pt x="668" y="1661"/>
                  </a:lnTo>
                  <a:cubicBezTo>
                    <a:pt x="668" y="808"/>
                    <a:pt x="1364" y="121"/>
                    <a:pt x="2208" y="121"/>
                  </a:cubicBezTo>
                  <a:lnTo>
                    <a:pt x="2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3">
              <a:extLst>
                <a:ext uri="{FF2B5EF4-FFF2-40B4-BE49-F238E27FC236}">
                  <a16:creationId xmlns:a16="http://schemas.microsoft.com/office/drawing/2014/main" id="{F6829BBB-71C8-DC6E-4242-6A7F45BEF7AE}"/>
                </a:ext>
              </a:extLst>
            </p:cNvPr>
            <p:cNvSpPr/>
            <p:nvPr/>
          </p:nvSpPr>
          <p:spPr>
            <a:xfrm>
              <a:off x="1768300" y="2473550"/>
              <a:ext cx="6750" cy="56375"/>
            </a:xfrm>
            <a:custGeom>
              <a:avLst/>
              <a:gdLst/>
              <a:ahLst/>
              <a:cxnLst/>
              <a:rect l="l" t="t" r="r" b="b"/>
              <a:pathLst>
                <a:path w="270" h="2255" extrusionOk="0">
                  <a:moveTo>
                    <a:pt x="140" y="1"/>
                  </a:moveTo>
                  <a:cubicBezTo>
                    <a:pt x="56" y="1"/>
                    <a:pt x="1" y="56"/>
                    <a:pt x="1" y="130"/>
                  </a:cubicBezTo>
                  <a:lnTo>
                    <a:pt x="1" y="2125"/>
                  </a:lnTo>
                  <a:cubicBezTo>
                    <a:pt x="1" y="2199"/>
                    <a:pt x="56" y="2255"/>
                    <a:pt x="140" y="2255"/>
                  </a:cubicBezTo>
                  <a:cubicBezTo>
                    <a:pt x="214" y="2255"/>
                    <a:pt x="270" y="2199"/>
                    <a:pt x="270" y="2125"/>
                  </a:cubicBezTo>
                  <a:lnTo>
                    <a:pt x="270" y="130"/>
                  </a:lnTo>
                  <a:cubicBezTo>
                    <a:pt x="270" y="5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3">
              <a:extLst>
                <a:ext uri="{FF2B5EF4-FFF2-40B4-BE49-F238E27FC236}">
                  <a16:creationId xmlns:a16="http://schemas.microsoft.com/office/drawing/2014/main" id="{9BA44322-8DAD-445E-E0FB-CC5D3D99B521}"/>
                </a:ext>
              </a:extLst>
            </p:cNvPr>
            <p:cNvSpPr/>
            <p:nvPr/>
          </p:nvSpPr>
          <p:spPr>
            <a:xfrm>
              <a:off x="1766088" y="2471511"/>
              <a:ext cx="9550" cy="59625"/>
            </a:xfrm>
            <a:custGeom>
              <a:avLst/>
              <a:gdLst/>
              <a:ahLst/>
              <a:cxnLst/>
              <a:rect l="l" t="t" r="r" b="b"/>
              <a:pathLst>
                <a:path w="382" h="2385" extrusionOk="0">
                  <a:moveTo>
                    <a:pt x="196" y="121"/>
                  </a:moveTo>
                  <a:cubicBezTo>
                    <a:pt x="233" y="121"/>
                    <a:pt x="270" y="158"/>
                    <a:pt x="270" y="205"/>
                  </a:cubicBezTo>
                  <a:lnTo>
                    <a:pt x="270" y="2190"/>
                  </a:lnTo>
                  <a:cubicBezTo>
                    <a:pt x="270" y="2227"/>
                    <a:pt x="233" y="2264"/>
                    <a:pt x="196" y="2264"/>
                  </a:cubicBezTo>
                  <a:cubicBezTo>
                    <a:pt x="149" y="2264"/>
                    <a:pt x="112" y="2227"/>
                    <a:pt x="112" y="2190"/>
                  </a:cubicBezTo>
                  <a:lnTo>
                    <a:pt x="112" y="205"/>
                  </a:lnTo>
                  <a:cubicBezTo>
                    <a:pt x="112" y="158"/>
                    <a:pt x="149" y="121"/>
                    <a:pt x="196" y="121"/>
                  </a:cubicBezTo>
                  <a:close/>
                  <a:moveTo>
                    <a:pt x="196" y="1"/>
                  </a:moveTo>
                  <a:cubicBezTo>
                    <a:pt x="84" y="1"/>
                    <a:pt x="1" y="93"/>
                    <a:pt x="1" y="195"/>
                  </a:cubicBezTo>
                  <a:lnTo>
                    <a:pt x="1" y="2190"/>
                  </a:lnTo>
                  <a:cubicBezTo>
                    <a:pt x="1" y="2292"/>
                    <a:pt x="84" y="2385"/>
                    <a:pt x="196" y="2385"/>
                  </a:cubicBezTo>
                  <a:cubicBezTo>
                    <a:pt x="298" y="2385"/>
                    <a:pt x="381" y="2292"/>
                    <a:pt x="381" y="2190"/>
                  </a:cubicBezTo>
                  <a:lnTo>
                    <a:pt x="381" y="195"/>
                  </a:lnTo>
                  <a:cubicBezTo>
                    <a:pt x="381" y="93"/>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3">
              <a:extLst>
                <a:ext uri="{FF2B5EF4-FFF2-40B4-BE49-F238E27FC236}">
                  <a16:creationId xmlns:a16="http://schemas.microsoft.com/office/drawing/2014/main" id="{4C73236C-6747-BEED-3781-6F67FA6C1ECF}"/>
                </a:ext>
              </a:extLst>
            </p:cNvPr>
            <p:cNvSpPr/>
            <p:nvPr/>
          </p:nvSpPr>
          <p:spPr>
            <a:xfrm>
              <a:off x="1768300" y="2548225"/>
              <a:ext cx="6750" cy="56625"/>
            </a:xfrm>
            <a:custGeom>
              <a:avLst/>
              <a:gdLst/>
              <a:ahLst/>
              <a:cxnLst/>
              <a:rect l="l" t="t" r="r" b="b"/>
              <a:pathLst>
                <a:path w="270" h="2265" extrusionOk="0">
                  <a:moveTo>
                    <a:pt x="140" y="1"/>
                  </a:moveTo>
                  <a:cubicBezTo>
                    <a:pt x="56" y="1"/>
                    <a:pt x="1" y="66"/>
                    <a:pt x="1" y="140"/>
                  </a:cubicBezTo>
                  <a:lnTo>
                    <a:pt x="1" y="2125"/>
                  </a:lnTo>
                  <a:cubicBezTo>
                    <a:pt x="1" y="2199"/>
                    <a:pt x="56" y="2264"/>
                    <a:pt x="140" y="2264"/>
                  </a:cubicBezTo>
                  <a:cubicBezTo>
                    <a:pt x="214" y="2264"/>
                    <a:pt x="270" y="2199"/>
                    <a:pt x="270" y="2125"/>
                  </a:cubicBezTo>
                  <a:lnTo>
                    <a:pt x="270" y="140"/>
                  </a:lnTo>
                  <a:cubicBezTo>
                    <a:pt x="270" y="6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3">
              <a:extLst>
                <a:ext uri="{FF2B5EF4-FFF2-40B4-BE49-F238E27FC236}">
                  <a16:creationId xmlns:a16="http://schemas.microsoft.com/office/drawing/2014/main" id="{38A24F18-60F0-BACA-C8D0-9E35046F8EF9}"/>
                </a:ext>
              </a:extLst>
            </p:cNvPr>
            <p:cNvSpPr/>
            <p:nvPr/>
          </p:nvSpPr>
          <p:spPr>
            <a:xfrm>
              <a:off x="1766088" y="2546411"/>
              <a:ext cx="9550" cy="59400"/>
            </a:xfrm>
            <a:custGeom>
              <a:avLst/>
              <a:gdLst/>
              <a:ahLst/>
              <a:cxnLst/>
              <a:rect l="l" t="t" r="r" b="b"/>
              <a:pathLst>
                <a:path w="382" h="2376" extrusionOk="0">
                  <a:moveTo>
                    <a:pt x="196" y="122"/>
                  </a:moveTo>
                  <a:cubicBezTo>
                    <a:pt x="233" y="122"/>
                    <a:pt x="270" y="149"/>
                    <a:pt x="270" y="196"/>
                  </a:cubicBezTo>
                  <a:lnTo>
                    <a:pt x="270" y="2181"/>
                  </a:lnTo>
                  <a:cubicBezTo>
                    <a:pt x="270" y="2227"/>
                    <a:pt x="233" y="2264"/>
                    <a:pt x="196" y="2264"/>
                  </a:cubicBezTo>
                  <a:cubicBezTo>
                    <a:pt x="149" y="2264"/>
                    <a:pt x="112" y="2227"/>
                    <a:pt x="112" y="2181"/>
                  </a:cubicBezTo>
                  <a:lnTo>
                    <a:pt x="112" y="196"/>
                  </a:lnTo>
                  <a:cubicBezTo>
                    <a:pt x="112" y="149"/>
                    <a:pt x="149" y="122"/>
                    <a:pt x="196" y="122"/>
                  </a:cubicBezTo>
                  <a:close/>
                  <a:moveTo>
                    <a:pt x="196" y="1"/>
                  </a:moveTo>
                  <a:cubicBezTo>
                    <a:pt x="84" y="1"/>
                    <a:pt x="1" y="84"/>
                    <a:pt x="1" y="196"/>
                  </a:cubicBezTo>
                  <a:lnTo>
                    <a:pt x="1" y="2181"/>
                  </a:lnTo>
                  <a:cubicBezTo>
                    <a:pt x="1" y="2292"/>
                    <a:pt x="84" y="2376"/>
                    <a:pt x="196" y="2376"/>
                  </a:cubicBezTo>
                  <a:cubicBezTo>
                    <a:pt x="298" y="2376"/>
                    <a:pt x="381" y="2292"/>
                    <a:pt x="381" y="2181"/>
                  </a:cubicBezTo>
                  <a:lnTo>
                    <a:pt x="381" y="196"/>
                  </a:ln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3">
              <a:extLst>
                <a:ext uri="{FF2B5EF4-FFF2-40B4-BE49-F238E27FC236}">
                  <a16:creationId xmlns:a16="http://schemas.microsoft.com/office/drawing/2014/main" id="{A6CA58FB-84C8-EC44-7BBE-544D54FDF58A}"/>
                </a:ext>
              </a:extLst>
            </p:cNvPr>
            <p:cNvSpPr/>
            <p:nvPr/>
          </p:nvSpPr>
          <p:spPr>
            <a:xfrm>
              <a:off x="1778275" y="2410475"/>
              <a:ext cx="261400" cy="477775"/>
            </a:xfrm>
            <a:custGeom>
              <a:avLst/>
              <a:gdLst/>
              <a:ahLst/>
              <a:cxnLst/>
              <a:rect l="l" t="t" r="r" b="b"/>
              <a:pathLst>
                <a:path w="10456" h="19111" extrusionOk="0">
                  <a:moveTo>
                    <a:pt x="1596" y="0"/>
                  </a:moveTo>
                  <a:cubicBezTo>
                    <a:pt x="715" y="0"/>
                    <a:pt x="1" y="724"/>
                    <a:pt x="1" y="1605"/>
                  </a:cubicBezTo>
                  <a:lnTo>
                    <a:pt x="1" y="17505"/>
                  </a:lnTo>
                  <a:cubicBezTo>
                    <a:pt x="1" y="18396"/>
                    <a:pt x="715" y="19110"/>
                    <a:pt x="1596" y="19110"/>
                  </a:cubicBezTo>
                  <a:lnTo>
                    <a:pt x="8850" y="19110"/>
                  </a:lnTo>
                  <a:cubicBezTo>
                    <a:pt x="9732" y="19110"/>
                    <a:pt x="10455" y="18396"/>
                    <a:pt x="10455" y="17505"/>
                  </a:cubicBezTo>
                  <a:lnTo>
                    <a:pt x="10455" y="1605"/>
                  </a:lnTo>
                  <a:cubicBezTo>
                    <a:pt x="10455" y="724"/>
                    <a:pt x="9732" y="0"/>
                    <a:pt x="88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3">
              <a:extLst>
                <a:ext uri="{FF2B5EF4-FFF2-40B4-BE49-F238E27FC236}">
                  <a16:creationId xmlns:a16="http://schemas.microsoft.com/office/drawing/2014/main" id="{4C6EB44F-4236-81C0-65D1-94398F3966DF}"/>
                </a:ext>
              </a:extLst>
            </p:cNvPr>
            <p:cNvSpPr/>
            <p:nvPr/>
          </p:nvSpPr>
          <p:spPr>
            <a:xfrm>
              <a:off x="1776650" y="2409075"/>
              <a:ext cx="264425" cy="480550"/>
            </a:xfrm>
            <a:custGeom>
              <a:avLst/>
              <a:gdLst/>
              <a:ahLst/>
              <a:cxnLst/>
              <a:rect l="l" t="t" r="r" b="b"/>
              <a:pathLst>
                <a:path w="10577" h="19222" extrusionOk="0">
                  <a:moveTo>
                    <a:pt x="8915" y="112"/>
                  </a:moveTo>
                  <a:cubicBezTo>
                    <a:pt x="9769" y="112"/>
                    <a:pt x="10455" y="808"/>
                    <a:pt x="10455" y="1661"/>
                  </a:cubicBezTo>
                  <a:lnTo>
                    <a:pt x="10455" y="17561"/>
                  </a:lnTo>
                  <a:cubicBezTo>
                    <a:pt x="10455" y="18415"/>
                    <a:pt x="9769" y="19110"/>
                    <a:pt x="8915" y="19110"/>
                  </a:cubicBezTo>
                  <a:lnTo>
                    <a:pt x="1661" y="19110"/>
                  </a:lnTo>
                  <a:cubicBezTo>
                    <a:pt x="817" y="19110"/>
                    <a:pt x="121" y="18415"/>
                    <a:pt x="121" y="17561"/>
                  </a:cubicBezTo>
                  <a:lnTo>
                    <a:pt x="121" y="1661"/>
                  </a:lnTo>
                  <a:cubicBezTo>
                    <a:pt x="121" y="808"/>
                    <a:pt x="817" y="112"/>
                    <a:pt x="1661" y="112"/>
                  </a:cubicBezTo>
                  <a:close/>
                  <a:moveTo>
                    <a:pt x="1661" y="1"/>
                  </a:moveTo>
                  <a:cubicBezTo>
                    <a:pt x="752" y="1"/>
                    <a:pt x="1" y="743"/>
                    <a:pt x="1" y="1661"/>
                  </a:cubicBezTo>
                  <a:lnTo>
                    <a:pt x="1" y="17561"/>
                  </a:lnTo>
                  <a:cubicBezTo>
                    <a:pt x="1" y="18480"/>
                    <a:pt x="752" y="19222"/>
                    <a:pt x="1661" y="19222"/>
                  </a:cubicBezTo>
                  <a:lnTo>
                    <a:pt x="8915" y="19222"/>
                  </a:lnTo>
                  <a:cubicBezTo>
                    <a:pt x="9834" y="19222"/>
                    <a:pt x="10576" y="18480"/>
                    <a:pt x="10576" y="17561"/>
                  </a:cubicBezTo>
                  <a:lnTo>
                    <a:pt x="10576" y="1661"/>
                  </a:lnTo>
                  <a:cubicBezTo>
                    <a:pt x="10576" y="743"/>
                    <a:pt x="9834" y="1"/>
                    <a:pt x="89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3">
              <a:extLst>
                <a:ext uri="{FF2B5EF4-FFF2-40B4-BE49-F238E27FC236}">
                  <a16:creationId xmlns:a16="http://schemas.microsoft.com/office/drawing/2014/main" id="{52D29BF8-8E25-8C72-DF42-572EF90CFC26}"/>
                </a:ext>
              </a:extLst>
            </p:cNvPr>
            <p:cNvSpPr/>
            <p:nvPr/>
          </p:nvSpPr>
          <p:spPr>
            <a:xfrm>
              <a:off x="1902125" y="2430650"/>
              <a:ext cx="13700" cy="13700"/>
            </a:xfrm>
            <a:custGeom>
              <a:avLst/>
              <a:gdLst/>
              <a:ahLst/>
              <a:cxnLst/>
              <a:rect l="l" t="t" r="r" b="b"/>
              <a:pathLst>
                <a:path w="548" h="548" extrusionOk="0">
                  <a:moveTo>
                    <a:pt x="269" y="84"/>
                  </a:moveTo>
                  <a:cubicBezTo>
                    <a:pt x="371" y="84"/>
                    <a:pt x="455" y="167"/>
                    <a:pt x="455" y="269"/>
                  </a:cubicBezTo>
                  <a:cubicBezTo>
                    <a:pt x="455" y="371"/>
                    <a:pt x="371" y="455"/>
                    <a:pt x="269" y="455"/>
                  </a:cubicBezTo>
                  <a:cubicBezTo>
                    <a:pt x="167" y="455"/>
                    <a:pt x="84" y="371"/>
                    <a:pt x="84" y="269"/>
                  </a:cubicBezTo>
                  <a:cubicBezTo>
                    <a:pt x="84" y="167"/>
                    <a:pt x="167" y="84"/>
                    <a:pt x="269" y="84"/>
                  </a:cubicBezTo>
                  <a:close/>
                  <a:moveTo>
                    <a:pt x="269" y="0"/>
                  </a:moveTo>
                  <a:cubicBezTo>
                    <a:pt x="121" y="0"/>
                    <a:pt x="0" y="121"/>
                    <a:pt x="0" y="269"/>
                  </a:cubicBezTo>
                  <a:cubicBezTo>
                    <a:pt x="0" y="418"/>
                    <a:pt x="121" y="548"/>
                    <a:pt x="269" y="548"/>
                  </a:cubicBezTo>
                  <a:cubicBezTo>
                    <a:pt x="418" y="548"/>
                    <a:pt x="548" y="418"/>
                    <a:pt x="548" y="269"/>
                  </a:cubicBezTo>
                  <a:cubicBezTo>
                    <a:pt x="54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3">
              <a:extLst>
                <a:ext uri="{FF2B5EF4-FFF2-40B4-BE49-F238E27FC236}">
                  <a16:creationId xmlns:a16="http://schemas.microsoft.com/office/drawing/2014/main" id="{BE7BDA54-B889-0AB5-3FD3-7D68D3D38ED0}"/>
                </a:ext>
              </a:extLst>
            </p:cNvPr>
            <p:cNvSpPr/>
            <p:nvPr/>
          </p:nvSpPr>
          <p:spPr>
            <a:xfrm>
              <a:off x="1859900" y="2433900"/>
              <a:ext cx="33900" cy="7200"/>
            </a:xfrm>
            <a:custGeom>
              <a:avLst/>
              <a:gdLst/>
              <a:ahLst/>
              <a:cxnLst/>
              <a:rect l="l" t="t" r="r" b="b"/>
              <a:pathLst>
                <a:path w="1356" h="288" extrusionOk="0">
                  <a:moveTo>
                    <a:pt x="1207" y="84"/>
                  </a:moveTo>
                  <a:cubicBezTo>
                    <a:pt x="1244" y="84"/>
                    <a:pt x="1263" y="112"/>
                    <a:pt x="1263" y="139"/>
                  </a:cubicBezTo>
                  <a:cubicBezTo>
                    <a:pt x="1263" y="176"/>
                    <a:pt x="1244" y="195"/>
                    <a:pt x="1207" y="195"/>
                  </a:cubicBezTo>
                  <a:lnTo>
                    <a:pt x="140" y="195"/>
                  </a:lnTo>
                  <a:cubicBezTo>
                    <a:pt x="112" y="195"/>
                    <a:pt x="84" y="176"/>
                    <a:pt x="84" y="139"/>
                  </a:cubicBezTo>
                  <a:cubicBezTo>
                    <a:pt x="84" y="112"/>
                    <a:pt x="112" y="84"/>
                    <a:pt x="140" y="84"/>
                  </a:cubicBezTo>
                  <a:close/>
                  <a:moveTo>
                    <a:pt x="140" y="0"/>
                  </a:moveTo>
                  <a:cubicBezTo>
                    <a:pt x="57" y="0"/>
                    <a:pt x="1" y="65"/>
                    <a:pt x="1" y="149"/>
                  </a:cubicBezTo>
                  <a:cubicBezTo>
                    <a:pt x="1" y="223"/>
                    <a:pt x="66" y="288"/>
                    <a:pt x="140" y="288"/>
                  </a:cubicBezTo>
                  <a:lnTo>
                    <a:pt x="1207" y="288"/>
                  </a:lnTo>
                  <a:cubicBezTo>
                    <a:pt x="1290" y="288"/>
                    <a:pt x="1355" y="223"/>
                    <a:pt x="1355" y="149"/>
                  </a:cubicBezTo>
                  <a:cubicBezTo>
                    <a:pt x="1355" y="65"/>
                    <a:pt x="1290" y="0"/>
                    <a:pt x="12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3">
              <a:extLst>
                <a:ext uri="{FF2B5EF4-FFF2-40B4-BE49-F238E27FC236}">
                  <a16:creationId xmlns:a16="http://schemas.microsoft.com/office/drawing/2014/main" id="{DD7FE4CB-F488-17E9-D5F4-B72DA69596BF}"/>
                </a:ext>
              </a:extLst>
            </p:cNvPr>
            <p:cNvSpPr/>
            <p:nvPr/>
          </p:nvSpPr>
          <p:spPr>
            <a:xfrm>
              <a:off x="1924625" y="2433900"/>
              <a:ext cx="33875" cy="7200"/>
            </a:xfrm>
            <a:custGeom>
              <a:avLst/>
              <a:gdLst/>
              <a:ahLst/>
              <a:cxnLst/>
              <a:rect l="l" t="t" r="r" b="b"/>
              <a:pathLst>
                <a:path w="1355" h="288" extrusionOk="0">
                  <a:moveTo>
                    <a:pt x="1215" y="84"/>
                  </a:moveTo>
                  <a:cubicBezTo>
                    <a:pt x="1243" y="84"/>
                    <a:pt x="1271" y="112"/>
                    <a:pt x="1271" y="139"/>
                  </a:cubicBezTo>
                  <a:cubicBezTo>
                    <a:pt x="1271" y="176"/>
                    <a:pt x="1243" y="195"/>
                    <a:pt x="1215" y="195"/>
                  </a:cubicBezTo>
                  <a:lnTo>
                    <a:pt x="149" y="195"/>
                  </a:lnTo>
                  <a:cubicBezTo>
                    <a:pt x="111" y="195"/>
                    <a:pt x="93" y="176"/>
                    <a:pt x="93" y="139"/>
                  </a:cubicBezTo>
                  <a:cubicBezTo>
                    <a:pt x="93" y="112"/>
                    <a:pt x="111" y="84"/>
                    <a:pt x="149" y="84"/>
                  </a:cubicBezTo>
                  <a:close/>
                  <a:moveTo>
                    <a:pt x="149" y="0"/>
                  </a:moveTo>
                  <a:cubicBezTo>
                    <a:pt x="65" y="0"/>
                    <a:pt x="0" y="65"/>
                    <a:pt x="0" y="149"/>
                  </a:cubicBezTo>
                  <a:cubicBezTo>
                    <a:pt x="0" y="223"/>
                    <a:pt x="65" y="288"/>
                    <a:pt x="149" y="288"/>
                  </a:cubicBezTo>
                  <a:lnTo>
                    <a:pt x="1215" y="288"/>
                  </a:lnTo>
                  <a:cubicBezTo>
                    <a:pt x="1290" y="288"/>
                    <a:pt x="1355" y="223"/>
                    <a:pt x="1355" y="149"/>
                  </a:cubicBezTo>
                  <a:cubicBezTo>
                    <a:pt x="1355" y="65"/>
                    <a:pt x="1290" y="0"/>
                    <a:pt x="1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3">
              <a:extLst>
                <a:ext uri="{FF2B5EF4-FFF2-40B4-BE49-F238E27FC236}">
                  <a16:creationId xmlns:a16="http://schemas.microsoft.com/office/drawing/2014/main" id="{71EEE554-6FAD-ADC9-6282-234F594EC984}"/>
                </a:ext>
              </a:extLst>
            </p:cNvPr>
            <p:cNvSpPr/>
            <p:nvPr/>
          </p:nvSpPr>
          <p:spPr>
            <a:xfrm>
              <a:off x="1798675" y="2455700"/>
              <a:ext cx="220600" cy="392200"/>
            </a:xfrm>
            <a:custGeom>
              <a:avLst/>
              <a:gdLst/>
              <a:ahLst/>
              <a:cxnLst/>
              <a:rect l="l" t="t" r="r" b="b"/>
              <a:pathLst>
                <a:path w="8824" h="15688" extrusionOk="0">
                  <a:moveTo>
                    <a:pt x="1" y="0"/>
                  </a:moveTo>
                  <a:lnTo>
                    <a:pt x="1" y="15687"/>
                  </a:lnTo>
                  <a:lnTo>
                    <a:pt x="8823" y="15687"/>
                  </a:lnTo>
                  <a:lnTo>
                    <a:pt x="882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3">
              <a:extLst>
                <a:ext uri="{FF2B5EF4-FFF2-40B4-BE49-F238E27FC236}">
                  <a16:creationId xmlns:a16="http://schemas.microsoft.com/office/drawing/2014/main" id="{B4ECA198-6F7E-1FFA-944F-926BF1122828}"/>
                </a:ext>
              </a:extLst>
            </p:cNvPr>
            <p:cNvSpPr/>
            <p:nvPr/>
          </p:nvSpPr>
          <p:spPr>
            <a:xfrm>
              <a:off x="1797050" y="2454300"/>
              <a:ext cx="223600" cy="394975"/>
            </a:xfrm>
            <a:custGeom>
              <a:avLst/>
              <a:gdLst/>
              <a:ahLst/>
              <a:cxnLst/>
              <a:rect l="l" t="t" r="r" b="b"/>
              <a:pathLst>
                <a:path w="8944" h="15799" extrusionOk="0">
                  <a:moveTo>
                    <a:pt x="8832" y="112"/>
                  </a:moveTo>
                  <a:lnTo>
                    <a:pt x="8832" y="15678"/>
                  </a:lnTo>
                  <a:lnTo>
                    <a:pt x="122" y="15678"/>
                  </a:lnTo>
                  <a:lnTo>
                    <a:pt x="122" y="112"/>
                  </a:lnTo>
                  <a:close/>
                  <a:moveTo>
                    <a:pt x="57" y="1"/>
                  </a:moveTo>
                  <a:cubicBezTo>
                    <a:pt x="29" y="1"/>
                    <a:pt x="1" y="19"/>
                    <a:pt x="1" y="56"/>
                  </a:cubicBezTo>
                  <a:lnTo>
                    <a:pt x="1" y="15743"/>
                  </a:lnTo>
                  <a:cubicBezTo>
                    <a:pt x="1" y="15771"/>
                    <a:pt x="29" y="15799"/>
                    <a:pt x="57" y="15799"/>
                  </a:cubicBezTo>
                  <a:lnTo>
                    <a:pt x="8888" y="15799"/>
                  </a:lnTo>
                  <a:cubicBezTo>
                    <a:pt x="8916" y="15799"/>
                    <a:pt x="8944" y="15771"/>
                    <a:pt x="8944" y="15743"/>
                  </a:cubicBezTo>
                  <a:lnTo>
                    <a:pt x="8944" y="56"/>
                  </a:lnTo>
                  <a:cubicBezTo>
                    <a:pt x="8944" y="19"/>
                    <a:pt x="8916" y="1"/>
                    <a:pt x="8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3">
              <a:extLst>
                <a:ext uri="{FF2B5EF4-FFF2-40B4-BE49-F238E27FC236}">
                  <a16:creationId xmlns:a16="http://schemas.microsoft.com/office/drawing/2014/main" id="{1513B692-DCEA-DA37-E677-E23A22FD23C6}"/>
                </a:ext>
              </a:extLst>
            </p:cNvPr>
            <p:cNvSpPr/>
            <p:nvPr/>
          </p:nvSpPr>
          <p:spPr>
            <a:xfrm>
              <a:off x="1800075" y="2457075"/>
              <a:ext cx="217575" cy="30175"/>
            </a:xfrm>
            <a:custGeom>
              <a:avLst/>
              <a:gdLst/>
              <a:ahLst/>
              <a:cxnLst/>
              <a:rect l="l" t="t" r="r" b="b"/>
              <a:pathLst>
                <a:path w="8703" h="1207" extrusionOk="0">
                  <a:moveTo>
                    <a:pt x="1" y="1"/>
                  </a:moveTo>
                  <a:lnTo>
                    <a:pt x="1" y="1207"/>
                  </a:lnTo>
                  <a:lnTo>
                    <a:pt x="8702" y="1207"/>
                  </a:lnTo>
                  <a:lnTo>
                    <a:pt x="87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3">
              <a:extLst>
                <a:ext uri="{FF2B5EF4-FFF2-40B4-BE49-F238E27FC236}">
                  <a16:creationId xmlns:a16="http://schemas.microsoft.com/office/drawing/2014/main" id="{14E989A4-3A75-8E6F-3034-DC3169C7F527}"/>
                </a:ext>
              </a:extLst>
            </p:cNvPr>
            <p:cNvSpPr/>
            <p:nvPr/>
          </p:nvSpPr>
          <p:spPr>
            <a:xfrm>
              <a:off x="1959625" y="2467050"/>
              <a:ext cx="9775" cy="9775"/>
            </a:xfrm>
            <a:custGeom>
              <a:avLst/>
              <a:gdLst/>
              <a:ahLst/>
              <a:cxnLst/>
              <a:rect l="l" t="t" r="r" b="b"/>
              <a:pathLst>
                <a:path w="391" h="391" extrusionOk="0">
                  <a:moveTo>
                    <a:pt x="196" y="94"/>
                  </a:moveTo>
                  <a:cubicBezTo>
                    <a:pt x="251" y="94"/>
                    <a:pt x="298" y="140"/>
                    <a:pt x="298" y="196"/>
                  </a:cubicBezTo>
                  <a:cubicBezTo>
                    <a:pt x="298" y="261"/>
                    <a:pt x="251" y="307"/>
                    <a:pt x="196" y="307"/>
                  </a:cubicBezTo>
                  <a:cubicBezTo>
                    <a:pt x="131" y="307"/>
                    <a:pt x="84" y="261"/>
                    <a:pt x="84" y="196"/>
                  </a:cubicBezTo>
                  <a:cubicBezTo>
                    <a:pt x="84" y="140"/>
                    <a:pt x="131" y="94"/>
                    <a:pt x="196" y="94"/>
                  </a:cubicBezTo>
                  <a:close/>
                  <a:moveTo>
                    <a:pt x="196" y="1"/>
                  </a:moveTo>
                  <a:cubicBezTo>
                    <a:pt x="84" y="1"/>
                    <a:pt x="1" y="94"/>
                    <a:pt x="1" y="196"/>
                  </a:cubicBezTo>
                  <a:cubicBezTo>
                    <a:pt x="1" y="307"/>
                    <a:pt x="84" y="390"/>
                    <a:pt x="196" y="390"/>
                  </a:cubicBezTo>
                  <a:cubicBezTo>
                    <a:pt x="298" y="390"/>
                    <a:pt x="391" y="307"/>
                    <a:pt x="391" y="196"/>
                  </a:cubicBezTo>
                  <a:cubicBezTo>
                    <a:pt x="391" y="94"/>
                    <a:pt x="298" y="1"/>
                    <a:pt x="1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3">
              <a:extLst>
                <a:ext uri="{FF2B5EF4-FFF2-40B4-BE49-F238E27FC236}">
                  <a16:creationId xmlns:a16="http://schemas.microsoft.com/office/drawing/2014/main" id="{F21F1B7C-53DB-BC90-9ABC-88632572F17D}"/>
                </a:ext>
              </a:extLst>
            </p:cNvPr>
            <p:cNvSpPr/>
            <p:nvPr/>
          </p:nvSpPr>
          <p:spPr>
            <a:xfrm>
              <a:off x="1979125" y="2467050"/>
              <a:ext cx="9750" cy="9775"/>
            </a:xfrm>
            <a:custGeom>
              <a:avLst/>
              <a:gdLst/>
              <a:ahLst/>
              <a:cxnLst/>
              <a:rect l="l" t="t" r="r" b="b"/>
              <a:pathLst>
                <a:path w="390" h="391" extrusionOk="0">
                  <a:moveTo>
                    <a:pt x="195" y="94"/>
                  </a:moveTo>
                  <a:cubicBezTo>
                    <a:pt x="260" y="94"/>
                    <a:pt x="306" y="140"/>
                    <a:pt x="306" y="196"/>
                  </a:cubicBezTo>
                  <a:cubicBezTo>
                    <a:pt x="306" y="261"/>
                    <a:pt x="260" y="307"/>
                    <a:pt x="195" y="307"/>
                  </a:cubicBezTo>
                  <a:cubicBezTo>
                    <a:pt x="139" y="307"/>
                    <a:pt x="93" y="261"/>
                    <a:pt x="93" y="196"/>
                  </a:cubicBezTo>
                  <a:cubicBezTo>
                    <a:pt x="93" y="140"/>
                    <a:pt x="139" y="94"/>
                    <a:pt x="195" y="94"/>
                  </a:cubicBezTo>
                  <a:close/>
                  <a:moveTo>
                    <a:pt x="195" y="1"/>
                  </a:moveTo>
                  <a:cubicBezTo>
                    <a:pt x="93" y="1"/>
                    <a:pt x="0" y="94"/>
                    <a:pt x="0" y="196"/>
                  </a:cubicBezTo>
                  <a:cubicBezTo>
                    <a:pt x="0" y="307"/>
                    <a:pt x="93" y="390"/>
                    <a:pt x="195" y="390"/>
                  </a:cubicBezTo>
                  <a:cubicBezTo>
                    <a:pt x="306" y="390"/>
                    <a:pt x="390" y="307"/>
                    <a:pt x="390" y="196"/>
                  </a:cubicBezTo>
                  <a:cubicBezTo>
                    <a:pt x="390" y="94"/>
                    <a:pt x="306"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3">
              <a:extLst>
                <a:ext uri="{FF2B5EF4-FFF2-40B4-BE49-F238E27FC236}">
                  <a16:creationId xmlns:a16="http://schemas.microsoft.com/office/drawing/2014/main" id="{19DD2C6E-55A7-A2BA-62C3-0329A7897ED4}"/>
                </a:ext>
              </a:extLst>
            </p:cNvPr>
            <p:cNvSpPr/>
            <p:nvPr/>
          </p:nvSpPr>
          <p:spPr>
            <a:xfrm>
              <a:off x="1999300" y="2467050"/>
              <a:ext cx="9750" cy="9775"/>
            </a:xfrm>
            <a:custGeom>
              <a:avLst/>
              <a:gdLst/>
              <a:ahLst/>
              <a:cxnLst/>
              <a:rect l="l" t="t" r="r" b="b"/>
              <a:pathLst>
                <a:path w="390" h="391" extrusionOk="0">
                  <a:moveTo>
                    <a:pt x="195" y="94"/>
                  </a:moveTo>
                  <a:cubicBezTo>
                    <a:pt x="251" y="94"/>
                    <a:pt x="297" y="140"/>
                    <a:pt x="297" y="196"/>
                  </a:cubicBezTo>
                  <a:cubicBezTo>
                    <a:pt x="297" y="261"/>
                    <a:pt x="251" y="307"/>
                    <a:pt x="195" y="307"/>
                  </a:cubicBezTo>
                  <a:cubicBezTo>
                    <a:pt x="130" y="307"/>
                    <a:pt x="84" y="261"/>
                    <a:pt x="84" y="196"/>
                  </a:cubicBezTo>
                  <a:cubicBezTo>
                    <a:pt x="84" y="140"/>
                    <a:pt x="130" y="94"/>
                    <a:pt x="195" y="94"/>
                  </a:cubicBezTo>
                  <a:close/>
                  <a:moveTo>
                    <a:pt x="195" y="1"/>
                  </a:moveTo>
                  <a:cubicBezTo>
                    <a:pt x="84" y="1"/>
                    <a:pt x="0" y="94"/>
                    <a:pt x="0" y="196"/>
                  </a:cubicBezTo>
                  <a:cubicBezTo>
                    <a:pt x="0" y="307"/>
                    <a:pt x="84" y="390"/>
                    <a:pt x="195" y="390"/>
                  </a:cubicBezTo>
                  <a:cubicBezTo>
                    <a:pt x="297" y="390"/>
                    <a:pt x="390" y="307"/>
                    <a:pt x="390" y="196"/>
                  </a:cubicBezTo>
                  <a:cubicBezTo>
                    <a:pt x="390" y="94"/>
                    <a:pt x="297"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3">
              <a:extLst>
                <a:ext uri="{FF2B5EF4-FFF2-40B4-BE49-F238E27FC236}">
                  <a16:creationId xmlns:a16="http://schemas.microsoft.com/office/drawing/2014/main" id="{5384FC1A-4E56-C057-F520-A334D95A040A}"/>
                </a:ext>
              </a:extLst>
            </p:cNvPr>
            <p:cNvSpPr/>
            <p:nvPr/>
          </p:nvSpPr>
          <p:spPr>
            <a:xfrm>
              <a:off x="1833700" y="2530600"/>
              <a:ext cx="69825" cy="3050"/>
            </a:xfrm>
            <a:custGeom>
              <a:avLst/>
              <a:gdLst/>
              <a:ahLst/>
              <a:cxnLst/>
              <a:rect l="l" t="t" r="r" b="b"/>
              <a:pathLst>
                <a:path w="2793" h="122" extrusionOk="0">
                  <a:moveTo>
                    <a:pt x="56" y="1"/>
                  </a:moveTo>
                  <a:cubicBezTo>
                    <a:pt x="19" y="1"/>
                    <a:pt x="1" y="28"/>
                    <a:pt x="1" y="66"/>
                  </a:cubicBezTo>
                  <a:cubicBezTo>
                    <a:pt x="1" y="93"/>
                    <a:pt x="19" y="121"/>
                    <a:pt x="56" y="121"/>
                  </a:cubicBezTo>
                  <a:lnTo>
                    <a:pt x="2737" y="121"/>
                  </a:lnTo>
                  <a:cubicBezTo>
                    <a:pt x="2765" y="121"/>
                    <a:pt x="2793" y="93"/>
                    <a:pt x="2793" y="66"/>
                  </a:cubicBezTo>
                  <a:cubicBezTo>
                    <a:pt x="2793" y="28"/>
                    <a:pt x="2765" y="1"/>
                    <a:pt x="27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3">
              <a:extLst>
                <a:ext uri="{FF2B5EF4-FFF2-40B4-BE49-F238E27FC236}">
                  <a16:creationId xmlns:a16="http://schemas.microsoft.com/office/drawing/2014/main" id="{97191760-1B2A-5846-A1CA-87BAE6CCEEA9}"/>
                </a:ext>
              </a:extLst>
            </p:cNvPr>
            <p:cNvSpPr/>
            <p:nvPr/>
          </p:nvSpPr>
          <p:spPr>
            <a:xfrm>
              <a:off x="1917425" y="2530600"/>
              <a:ext cx="26925" cy="3050"/>
            </a:xfrm>
            <a:custGeom>
              <a:avLst/>
              <a:gdLst/>
              <a:ahLst/>
              <a:cxnLst/>
              <a:rect l="l" t="t" r="r" b="b"/>
              <a:pathLst>
                <a:path w="1077" h="122" extrusionOk="0">
                  <a:moveTo>
                    <a:pt x="56" y="1"/>
                  </a:moveTo>
                  <a:cubicBezTo>
                    <a:pt x="28" y="1"/>
                    <a:pt x="1" y="28"/>
                    <a:pt x="1" y="66"/>
                  </a:cubicBezTo>
                  <a:cubicBezTo>
                    <a:pt x="1" y="93"/>
                    <a:pt x="28" y="121"/>
                    <a:pt x="56" y="121"/>
                  </a:cubicBezTo>
                  <a:lnTo>
                    <a:pt x="1012" y="121"/>
                  </a:lnTo>
                  <a:cubicBezTo>
                    <a:pt x="1049" y="121"/>
                    <a:pt x="1077" y="93"/>
                    <a:pt x="1077" y="66"/>
                  </a:cubicBezTo>
                  <a:cubicBezTo>
                    <a:pt x="107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3">
              <a:extLst>
                <a:ext uri="{FF2B5EF4-FFF2-40B4-BE49-F238E27FC236}">
                  <a16:creationId xmlns:a16="http://schemas.microsoft.com/office/drawing/2014/main" id="{9EA7FAFD-8E72-B250-A964-FD57044EDC36}"/>
                </a:ext>
              </a:extLst>
            </p:cNvPr>
            <p:cNvSpPr/>
            <p:nvPr/>
          </p:nvSpPr>
          <p:spPr>
            <a:xfrm>
              <a:off x="1960575" y="253060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3">
              <a:extLst>
                <a:ext uri="{FF2B5EF4-FFF2-40B4-BE49-F238E27FC236}">
                  <a16:creationId xmlns:a16="http://schemas.microsoft.com/office/drawing/2014/main" id="{4AC9334E-F661-140A-38D3-A2BEF1DC6FF2}"/>
                </a:ext>
              </a:extLst>
            </p:cNvPr>
            <p:cNvSpPr/>
            <p:nvPr/>
          </p:nvSpPr>
          <p:spPr>
            <a:xfrm>
              <a:off x="1915350" y="2582550"/>
              <a:ext cx="70050" cy="3050"/>
            </a:xfrm>
            <a:custGeom>
              <a:avLst/>
              <a:gdLst/>
              <a:ahLst/>
              <a:cxnLst/>
              <a:rect l="l" t="t" r="r" b="b"/>
              <a:pathLst>
                <a:path w="2802" h="122" extrusionOk="0">
                  <a:moveTo>
                    <a:pt x="65" y="1"/>
                  </a:moveTo>
                  <a:cubicBezTo>
                    <a:pt x="28" y="1"/>
                    <a:pt x="0" y="28"/>
                    <a:pt x="0" y="56"/>
                  </a:cubicBezTo>
                  <a:cubicBezTo>
                    <a:pt x="0" y="93"/>
                    <a:pt x="28" y="121"/>
                    <a:pt x="65" y="121"/>
                  </a:cubicBezTo>
                  <a:lnTo>
                    <a:pt x="2746" y="121"/>
                  </a:lnTo>
                  <a:cubicBezTo>
                    <a:pt x="2774" y="121"/>
                    <a:pt x="2802" y="93"/>
                    <a:pt x="2802" y="56"/>
                  </a:cubicBezTo>
                  <a:cubicBezTo>
                    <a:pt x="2802" y="28"/>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3">
              <a:extLst>
                <a:ext uri="{FF2B5EF4-FFF2-40B4-BE49-F238E27FC236}">
                  <a16:creationId xmlns:a16="http://schemas.microsoft.com/office/drawing/2014/main" id="{6EEE8B50-BB2C-F0E4-BFB0-2041EF3DE7A8}"/>
                </a:ext>
              </a:extLst>
            </p:cNvPr>
            <p:cNvSpPr/>
            <p:nvPr/>
          </p:nvSpPr>
          <p:spPr>
            <a:xfrm>
              <a:off x="1874750" y="2582550"/>
              <a:ext cx="26700" cy="3050"/>
            </a:xfrm>
            <a:custGeom>
              <a:avLst/>
              <a:gdLst/>
              <a:ahLst/>
              <a:cxnLst/>
              <a:rect l="l" t="t" r="r" b="b"/>
              <a:pathLst>
                <a:path w="1068" h="122" extrusionOk="0">
                  <a:moveTo>
                    <a:pt x="56" y="1"/>
                  </a:moveTo>
                  <a:cubicBezTo>
                    <a:pt x="28" y="1"/>
                    <a:pt x="1" y="28"/>
                    <a:pt x="1" y="56"/>
                  </a:cubicBezTo>
                  <a:cubicBezTo>
                    <a:pt x="1" y="93"/>
                    <a:pt x="28" y="121"/>
                    <a:pt x="56" y="121"/>
                  </a:cubicBezTo>
                  <a:lnTo>
                    <a:pt x="1012" y="121"/>
                  </a:lnTo>
                  <a:cubicBezTo>
                    <a:pt x="1049" y="121"/>
                    <a:pt x="1067" y="93"/>
                    <a:pt x="1067" y="56"/>
                  </a:cubicBezTo>
                  <a:cubicBezTo>
                    <a:pt x="106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3">
              <a:extLst>
                <a:ext uri="{FF2B5EF4-FFF2-40B4-BE49-F238E27FC236}">
                  <a16:creationId xmlns:a16="http://schemas.microsoft.com/office/drawing/2014/main" id="{515269AD-BC5E-6236-39A7-2B792C7BA740}"/>
                </a:ext>
              </a:extLst>
            </p:cNvPr>
            <p:cNvSpPr/>
            <p:nvPr/>
          </p:nvSpPr>
          <p:spPr>
            <a:xfrm>
              <a:off x="1833700" y="2582550"/>
              <a:ext cx="24850" cy="3050"/>
            </a:xfrm>
            <a:custGeom>
              <a:avLst/>
              <a:gdLst/>
              <a:ahLst/>
              <a:cxnLst/>
              <a:rect l="l" t="t" r="r" b="b"/>
              <a:pathLst>
                <a:path w="994" h="122" extrusionOk="0">
                  <a:moveTo>
                    <a:pt x="56" y="1"/>
                  </a:moveTo>
                  <a:cubicBezTo>
                    <a:pt x="19" y="1"/>
                    <a:pt x="1" y="28"/>
                    <a:pt x="1" y="56"/>
                  </a:cubicBezTo>
                  <a:cubicBezTo>
                    <a:pt x="1" y="93"/>
                    <a:pt x="19" y="121"/>
                    <a:pt x="56" y="121"/>
                  </a:cubicBezTo>
                  <a:lnTo>
                    <a:pt x="938" y="121"/>
                  </a:lnTo>
                  <a:cubicBezTo>
                    <a:pt x="965" y="121"/>
                    <a:pt x="993" y="93"/>
                    <a:pt x="993" y="56"/>
                  </a:cubicBezTo>
                  <a:cubicBezTo>
                    <a:pt x="993" y="28"/>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a:extLst>
                <a:ext uri="{FF2B5EF4-FFF2-40B4-BE49-F238E27FC236}">
                  <a16:creationId xmlns:a16="http://schemas.microsoft.com/office/drawing/2014/main" id="{808AFA3E-16F8-2786-76DD-5770D1378910}"/>
                </a:ext>
              </a:extLst>
            </p:cNvPr>
            <p:cNvSpPr/>
            <p:nvPr/>
          </p:nvSpPr>
          <p:spPr>
            <a:xfrm>
              <a:off x="1833700" y="2556350"/>
              <a:ext cx="37375" cy="3025"/>
            </a:xfrm>
            <a:custGeom>
              <a:avLst/>
              <a:gdLst/>
              <a:ahLst/>
              <a:cxnLst/>
              <a:rect l="l" t="t" r="r" b="b"/>
              <a:pathLst>
                <a:path w="1495" h="121" extrusionOk="0">
                  <a:moveTo>
                    <a:pt x="56" y="0"/>
                  </a:moveTo>
                  <a:cubicBezTo>
                    <a:pt x="19" y="0"/>
                    <a:pt x="1" y="28"/>
                    <a:pt x="1" y="56"/>
                  </a:cubicBezTo>
                  <a:cubicBezTo>
                    <a:pt x="1" y="93"/>
                    <a:pt x="19" y="121"/>
                    <a:pt x="56" y="121"/>
                  </a:cubicBezTo>
                  <a:lnTo>
                    <a:pt x="1439" y="121"/>
                  </a:lnTo>
                  <a:cubicBezTo>
                    <a:pt x="1466" y="121"/>
                    <a:pt x="1494" y="93"/>
                    <a:pt x="1494" y="56"/>
                  </a:cubicBezTo>
                  <a:cubicBezTo>
                    <a:pt x="1494" y="28"/>
                    <a:pt x="1466" y="0"/>
                    <a:pt x="1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a:extLst>
                <a:ext uri="{FF2B5EF4-FFF2-40B4-BE49-F238E27FC236}">
                  <a16:creationId xmlns:a16="http://schemas.microsoft.com/office/drawing/2014/main" id="{D94335A3-ABD3-FE96-4B3E-9C8A0AF7AA12}"/>
                </a:ext>
              </a:extLst>
            </p:cNvPr>
            <p:cNvSpPr/>
            <p:nvPr/>
          </p:nvSpPr>
          <p:spPr>
            <a:xfrm>
              <a:off x="1882650" y="2556350"/>
              <a:ext cx="61700" cy="3025"/>
            </a:xfrm>
            <a:custGeom>
              <a:avLst/>
              <a:gdLst/>
              <a:ahLst/>
              <a:cxnLst/>
              <a:rect l="l" t="t" r="r" b="b"/>
              <a:pathLst>
                <a:path w="2468" h="121" extrusionOk="0">
                  <a:moveTo>
                    <a:pt x="65" y="0"/>
                  </a:moveTo>
                  <a:cubicBezTo>
                    <a:pt x="28" y="0"/>
                    <a:pt x="0" y="28"/>
                    <a:pt x="0" y="56"/>
                  </a:cubicBezTo>
                  <a:cubicBezTo>
                    <a:pt x="0" y="93"/>
                    <a:pt x="28" y="121"/>
                    <a:pt x="65" y="121"/>
                  </a:cubicBezTo>
                  <a:lnTo>
                    <a:pt x="2403" y="121"/>
                  </a:lnTo>
                  <a:cubicBezTo>
                    <a:pt x="2440" y="121"/>
                    <a:pt x="2468" y="93"/>
                    <a:pt x="2468" y="56"/>
                  </a:cubicBezTo>
                  <a:cubicBezTo>
                    <a:pt x="2468" y="28"/>
                    <a:pt x="2440" y="0"/>
                    <a:pt x="24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a:extLst>
                <a:ext uri="{FF2B5EF4-FFF2-40B4-BE49-F238E27FC236}">
                  <a16:creationId xmlns:a16="http://schemas.microsoft.com/office/drawing/2014/main" id="{359AF891-ABD0-C8D4-17A0-1F906AB21E95}"/>
                </a:ext>
              </a:extLst>
            </p:cNvPr>
            <p:cNvSpPr/>
            <p:nvPr/>
          </p:nvSpPr>
          <p:spPr>
            <a:xfrm>
              <a:off x="1960575" y="2556350"/>
              <a:ext cx="24825" cy="3025"/>
            </a:xfrm>
            <a:custGeom>
              <a:avLst/>
              <a:gdLst/>
              <a:ahLst/>
              <a:cxnLst/>
              <a:rect l="l" t="t" r="r" b="b"/>
              <a:pathLst>
                <a:path w="993" h="121" extrusionOk="0">
                  <a:moveTo>
                    <a:pt x="56" y="0"/>
                  </a:moveTo>
                  <a:cubicBezTo>
                    <a:pt x="19" y="0"/>
                    <a:pt x="0" y="28"/>
                    <a:pt x="0" y="56"/>
                  </a:cubicBezTo>
                  <a:cubicBezTo>
                    <a:pt x="0" y="93"/>
                    <a:pt x="19" y="121"/>
                    <a:pt x="56" y="121"/>
                  </a:cubicBezTo>
                  <a:lnTo>
                    <a:pt x="937" y="121"/>
                  </a:lnTo>
                  <a:cubicBezTo>
                    <a:pt x="965" y="121"/>
                    <a:pt x="993" y="93"/>
                    <a:pt x="993" y="56"/>
                  </a:cubicBezTo>
                  <a:cubicBezTo>
                    <a:pt x="993" y="28"/>
                    <a:pt x="965" y="0"/>
                    <a:pt x="9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a:extLst>
                <a:ext uri="{FF2B5EF4-FFF2-40B4-BE49-F238E27FC236}">
                  <a16:creationId xmlns:a16="http://schemas.microsoft.com/office/drawing/2014/main" id="{4CF7234A-82EC-A24C-ADD2-CF707FB0C52C}"/>
                </a:ext>
              </a:extLst>
            </p:cNvPr>
            <p:cNvSpPr/>
            <p:nvPr/>
          </p:nvSpPr>
          <p:spPr>
            <a:xfrm>
              <a:off x="1833700" y="2605750"/>
              <a:ext cx="69825" cy="2800"/>
            </a:xfrm>
            <a:custGeom>
              <a:avLst/>
              <a:gdLst/>
              <a:ahLst/>
              <a:cxnLst/>
              <a:rect l="l" t="t" r="r" b="b"/>
              <a:pathLst>
                <a:path w="2793" h="112" extrusionOk="0">
                  <a:moveTo>
                    <a:pt x="56" y="0"/>
                  </a:moveTo>
                  <a:cubicBezTo>
                    <a:pt x="19" y="0"/>
                    <a:pt x="1" y="19"/>
                    <a:pt x="1" y="56"/>
                  </a:cubicBezTo>
                  <a:cubicBezTo>
                    <a:pt x="1" y="84"/>
                    <a:pt x="19" y="112"/>
                    <a:pt x="56" y="112"/>
                  </a:cubicBezTo>
                  <a:lnTo>
                    <a:pt x="2737" y="112"/>
                  </a:lnTo>
                  <a:cubicBezTo>
                    <a:pt x="2765" y="112"/>
                    <a:pt x="2793" y="84"/>
                    <a:pt x="2793" y="56"/>
                  </a:cubicBezTo>
                  <a:cubicBezTo>
                    <a:pt x="2793" y="19"/>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3">
              <a:extLst>
                <a:ext uri="{FF2B5EF4-FFF2-40B4-BE49-F238E27FC236}">
                  <a16:creationId xmlns:a16="http://schemas.microsoft.com/office/drawing/2014/main" id="{9A0F9FDE-95BB-E6AC-FED3-BA68550D04DA}"/>
                </a:ext>
              </a:extLst>
            </p:cNvPr>
            <p:cNvSpPr/>
            <p:nvPr/>
          </p:nvSpPr>
          <p:spPr>
            <a:xfrm>
              <a:off x="1917425" y="2605750"/>
              <a:ext cx="26925" cy="2800"/>
            </a:xfrm>
            <a:custGeom>
              <a:avLst/>
              <a:gdLst/>
              <a:ahLst/>
              <a:cxnLst/>
              <a:rect l="l" t="t" r="r" b="b"/>
              <a:pathLst>
                <a:path w="1077" h="112" extrusionOk="0">
                  <a:moveTo>
                    <a:pt x="56" y="0"/>
                  </a:moveTo>
                  <a:cubicBezTo>
                    <a:pt x="28" y="0"/>
                    <a:pt x="1" y="19"/>
                    <a:pt x="1" y="56"/>
                  </a:cubicBezTo>
                  <a:cubicBezTo>
                    <a:pt x="1" y="84"/>
                    <a:pt x="28" y="112"/>
                    <a:pt x="56" y="112"/>
                  </a:cubicBezTo>
                  <a:lnTo>
                    <a:pt x="1012" y="112"/>
                  </a:lnTo>
                  <a:cubicBezTo>
                    <a:pt x="1049" y="112"/>
                    <a:pt x="1077" y="84"/>
                    <a:pt x="1077" y="56"/>
                  </a:cubicBezTo>
                  <a:cubicBezTo>
                    <a:pt x="1077" y="19"/>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3">
              <a:extLst>
                <a:ext uri="{FF2B5EF4-FFF2-40B4-BE49-F238E27FC236}">
                  <a16:creationId xmlns:a16="http://schemas.microsoft.com/office/drawing/2014/main" id="{D3768A9C-2179-84A2-7405-599D6028CD4F}"/>
                </a:ext>
              </a:extLst>
            </p:cNvPr>
            <p:cNvSpPr/>
            <p:nvPr/>
          </p:nvSpPr>
          <p:spPr>
            <a:xfrm>
              <a:off x="1833700" y="2688775"/>
              <a:ext cx="69825" cy="3025"/>
            </a:xfrm>
            <a:custGeom>
              <a:avLst/>
              <a:gdLst/>
              <a:ahLst/>
              <a:cxnLst/>
              <a:rect l="l" t="t" r="r" b="b"/>
              <a:pathLst>
                <a:path w="2793" h="121" extrusionOk="0">
                  <a:moveTo>
                    <a:pt x="56" y="0"/>
                  </a:moveTo>
                  <a:cubicBezTo>
                    <a:pt x="19" y="0"/>
                    <a:pt x="1" y="28"/>
                    <a:pt x="1" y="56"/>
                  </a:cubicBezTo>
                  <a:cubicBezTo>
                    <a:pt x="1" y="93"/>
                    <a:pt x="19" y="121"/>
                    <a:pt x="56" y="121"/>
                  </a:cubicBezTo>
                  <a:lnTo>
                    <a:pt x="2737" y="121"/>
                  </a:lnTo>
                  <a:cubicBezTo>
                    <a:pt x="2765" y="121"/>
                    <a:pt x="2793" y="93"/>
                    <a:pt x="2793" y="56"/>
                  </a:cubicBezTo>
                  <a:cubicBezTo>
                    <a:pt x="2793" y="28"/>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a:extLst>
                <a:ext uri="{FF2B5EF4-FFF2-40B4-BE49-F238E27FC236}">
                  <a16:creationId xmlns:a16="http://schemas.microsoft.com/office/drawing/2014/main" id="{29FC3DBF-4BED-066B-6ABC-39962980E703}"/>
                </a:ext>
              </a:extLst>
            </p:cNvPr>
            <p:cNvSpPr/>
            <p:nvPr/>
          </p:nvSpPr>
          <p:spPr>
            <a:xfrm>
              <a:off x="1917425" y="2688775"/>
              <a:ext cx="26925" cy="3025"/>
            </a:xfrm>
            <a:custGeom>
              <a:avLst/>
              <a:gdLst/>
              <a:ahLst/>
              <a:cxnLst/>
              <a:rect l="l" t="t" r="r" b="b"/>
              <a:pathLst>
                <a:path w="1077" h="121" extrusionOk="0">
                  <a:moveTo>
                    <a:pt x="56" y="0"/>
                  </a:moveTo>
                  <a:cubicBezTo>
                    <a:pt x="28" y="0"/>
                    <a:pt x="1" y="28"/>
                    <a:pt x="1" y="56"/>
                  </a:cubicBezTo>
                  <a:cubicBezTo>
                    <a:pt x="1" y="93"/>
                    <a:pt x="28" y="121"/>
                    <a:pt x="56" y="121"/>
                  </a:cubicBezTo>
                  <a:lnTo>
                    <a:pt x="1012" y="121"/>
                  </a:lnTo>
                  <a:cubicBezTo>
                    <a:pt x="1049" y="121"/>
                    <a:pt x="1077" y="93"/>
                    <a:pt x="1077" y="56"/>
                  </a:cubicBezTo>
                  <a:cubicBezTo>
                    <a:pt x="1077" y="28"/>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a:extLst>
                <a:ext uri="{FF2B5EF4-FFF2-40B4-BE49-F238E27FC236}">
                  <a16:creationId xmlns:a16="http://schemas.microsoft.com/office/drawing/2014/main" id="{A66A5F5B-A262-D78F-6613-081C865BF1C5}"/>
                </a:ext>
              </a:extLst>
            </p:cNvPr>
            <p:cNvSpPr/>
            <p:nvPr/>
          </p:nvSpPr>
          <p:spPr>
            <a:xfrm>
              <a:off x="1960575" y="2605750"/>
              <a:ext cx="24825" cy="2800"/>
            </a:xfrm>
            <a:custGeom>
              <a:avLst/>
              <a:gdLst/>
              <a:ahLst/>
              <a:cxnLst/>
              <a:rect l="l" t="t" r="r" b="b"/>
              <a:pathLst>
                <a:path w="993" h="112" extrusionOk="0">
                  <a:moveTo>
                    <a:pt x="56" y="0"/>
                  </a:moveTo>
                  <a:cubicBezTo>
                    <a:pt x="19" y="0"/>
                    <a:pt x="0" y="19"/>
                    <a:pt x="0" y="56"/>
                  </a:cubicBezTo>
                  <a:cubicBezTo>
                    <a:pt x="0" y="84"/>
                    <a:pt x="19" y="112"/>
                    <a:pt x="56" y="112"/>
                  </a:cubicBezTo>
                  <a:lnTo>
                    <a:pt x="937" y="112"/>
                  </a:lnTo>
                  <a:cubicBezTo>
                    <a:pt x="965" y="112"/>
                    <a:pt x="993" y="84"/>
                    <a:pt x="993" y="56"/>
                  </a:cubicBezTo>
                  <a:cubicBezTo>
                    <a:pt x="993" y="19"/>
                    <a:pt x="965" y="0"/>
                    <a:pt x="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3">
              <a:extLst>
                <a:ext uri="{FF2B5EF4-FFF2-40B4-BE49-F238E27FC236}">
                  <a16:creationId xmlns:a16="http://schemas.microsoft.com/office/drawing/2014/main" id="{2D0201EB-A48E-7DFF-8909-8CA109277A21}"/>
                </a:ext>
              </a:extLst>
            </p:cNvPr>
            <p:cNvSpPr/>
            <p:nvPr/>
          </p:nvSpPr>
          <p:spPr>
            <a:xfrm>
              <a:off x="1915350" y="2657450"/>
              <a:ext cx="70050" cy="3050"/>
            </a:xfrm>
            <a:custGeom>
              <a:avLst/>
              <a:gdLst/>
              <a:ahLst/>
              <a:cxnLst/>
              <a:rect l="l" t="t" r="r" b="b"/>
              <a:pathLst>
                <a:path w="2802" h="122" extrusionOk="0">
                  <a:moveTo>
                    <a:pt x="65" y="1"/>
                  </a:moveTo>
                  <a:cubicBezTo>
                    <a:pt x="28" y="1"/>
                    <a:pt x="0" y="29"/>
                    <a:pt x="0" y="66"/>
                  </a:cubicBezTo>
                  <a:cubicBezTo>
                    <a:pt x="0" y="94"/>
                    <a:pt x="28" y="121"/>
                    <a:pt x="65" y="121"/>
                  </a:cubicBezTo>
                  <a:lnTo>
                    <a:pt x="2746" y="121"/>
                  </a:lnTo>
                  <a:cubicBezTo>
                    <a:pt x="2774" y="121"/>
                    <a:pt x="2802" y="94"/>
                    <a:pt x="2802" y="66"/>
                  </a:cubicBezTo>
                  <a:cubicBezTo>
                    <a:pt x="2802" y="29"/>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3">
              <a:extLst>
                <a:ext uri="{FF2B5EF4-FFF2-40B4-BE49-F238E27FC236}">
                  <a16:creationId xmlns:a16="http://schemas.microsoft.com/office/drawing/2014/main" id="{A966819B-1E5A-A63C-C4E6-C7859BB0C24E}"/>
                </a:ext>
              </a:extLst>
            </p:cNvPr>
            <p:cNvSpPr/>
            <p:nvPr/>
          </p:nvSpPr>
          <p:spPr>
            <a:xfrm>
              <a:off x="1874750" y="2657450"/>
              <a:ext cx="26700" cy="3050"/>
            </a:xfrm>
            <a:custGeom>
              <a:avLst/>
              <a:gdLst/>
              <a:ahLst/>
              <a:cxnLst/>
              <a:rect l="l" t="t" r="r" b="b"/>
              <a:pathLst>
                <a:path w="1068" h="122" extrusionOk="0">
                  <a:moveTo>
                    <a:pt x="56" y="1"/>
                  </a:moveTo>
                  <a:cubicBezTo>
                    <a:pt x="28" y="1"/>
                    <a:pt x="1" y="29"/>
                    <a:pt x="1" y="66"/>
                  </a:cubicBezTo>
                  <a:cubicBezTo>
                    <a:pt x="1" y="94"/>
                    <a:pt x="28" y="121"/>
                    <a:pt x="56" y="121"/>
                  </a:cubicBezTo>
                  <a:lnTo>
                    <a:pt x="1012" y="121"/>
                  </a:lnTo>
                  <a:cubicBezTo>
                    <a:pt x="1049" y="121"/>
                    <a:pt x="1067" y="94"/>
                    <a:pt x="1067" y="66"/>
                  </a:cubicBezTo>
                  <a:cubicBezTo>
                    <a:pt x="1067" y="29"/>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3">
              <a:extLst>
                <a:ext uri="{FF2B5EF4-FFF2-40B4-BE49-F238E27FC236}">
                  <a16:creationId xmlns:a16="http://schemas.microsoft.com/office/drawing/2014/main" id="{1690B769-2248-F445-3742-1D8363300813}"/>
                </a:ext>
              </a:extLst>
            </p:cNvPr>
            <p:cNvSpPr/>
            <p:nvPr/>
          </p:nvSpPr>
          <p:spPr>
            <a:xfrm>
              <a:off x="1833700" y="2657450"/>
              <a:ext cx="24850" cy="3050"/>
            </a:xfrm>
            <a:custGeom>
              <a:avLst/>
              <a:gdLst/>
              <a:ahLst/>
              <a:cxnLst/>
              <a:rect l="l" t="t" r="r" b="b"/>
              <a:pathLst>
                <a:path w="994" h="122" extrusionOk="0">
                  <a:moveTo>
                    <a:pt x="56" y="1"/>
                  </a:moveTo>
                  <a:cubicBezTo>
                    <a:pt x="19" y="1"/>
                    <a:pt x="1" y="29"/>
                    <a:pt x="1" y="66"/>
                  </a:cubicBezTo>
                  <a:cubicBezTo>
                    <a:pt x="1" y="94"/>
                    <a:pt x="19" y="121"/>
                    <a:pt x="56" y="121"/>
                  </a:cubicBezTo>
                  <a:lnTo>
                    <a:pt x="938" y="121"/>
                  </a:lnTo>
                  <a:cubicBezTo>
                    <a:pt x="965" y="121"/>
                    <a:pt x="993" y="94"/>
                    <a:pt x="993" y="66"/>
                  </a:cubicBezTo>
                  <a:cubicBezTo>
                    <a:pt x="993" y="29"/>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3">
              <a:extLst>
                <a:ext uri="{FF2B5EF4-FFF2-40B4-BE49-F238E27FC236}">
                  <a16:creationId xmlns:a16="http://schemas.microsoft.com/office/drawing/2014/main" id="{2FF2D63B-FAD4-D5EC-1666-2EAA9F1924C2}"/>
                </a:ext>
              </a:extLst>
            </p:cNvPr>
            <p:cNvSpPr/>
            <p:nvPr/>
          </p:nvSpPr>
          <p:spPr>
            <a:xfrm>
              <a:off x="1874750" y="2716825"/>
              <a:ext cx="26700" cy="3050"/>
            </a:xfrm>
            <a:custGeom>
              <a:avLst/>
              <a:gdLst/>
              <a:ahLst/>
              <a:cxnLst/>
              <a:rect l="l" t="t" r="r" b="b"/>
              <a:pathLst>
                <a:path w="1068" h="122" extrusionOk="0">
                  <a:moveTo>
                    <a:pt x="56" y="1"/>
                  </a:moveTo>
                  <a:cubicBezTo>
                    <a:pt x="28" y="1"/>
                    <a:pt x="1" y="29"/>
                    <a:pt x="1" y="66"/>
                  </a:cubicBezTo>
                  <a:cubicBezTo>
                    <a:pt x="1" y="93"/>
                    <a:pt x="28" y="121"/>
                    <a:pt x="56" y="121"/>
                  </a:cubicBezTo>
                  <a:lnTo>
                    <a:pt x="1012" y="121"/>
                  </a:lnTo>
                  <a:cubicBezTo>
                    <a:pt x="1049" y="121"/>
                    <a:pt x="1067" y="93"/>
                    <a:pt x="1067" y="66"/>
                  </a:cubicBezTo>
                  <a:cubicBezTo>
                    <a:pt x="1067" y="29"/>
                    <a:pt x="1049" y="1"/>
                    <a:pt x="10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3">
              <a:extLst>
                <a:ext uri="{FF2B5EF4-FFF2-40B4-BE49-F238E27FC236}">
                  <a16:creationId xmlns:a16="http://schemas.microsoft.com/office/drawing/2014/main" id="{1A7B8E72-29C2-CC43-1952-F5A0BB0D3FC0}"/>
                </a:ext>
              </a:extLst>
            </p:cNvPr>
            <p:cNvSpPr/>
            <p:nvPr/>
          </p:nvSpPr>
          <p:spPr>
            <a:xfrm>
              <a:off x="1833700" y="2716825"/>
              <a:ext cx="24850" cy="3050"/>
            </a:xfrm>
            <a:custGeom>
              <a:avLst/>
              <a:gdLst/>
              <a:ahLst/>
              <a:cxnLst/>
              <a:rect l="l" t="t" r="r" b="b"/>
              <a:pathLst>
                <a:path w="994" h="122" extrusionOk="0">
                  <a:moveTo>
                    <a:pt x="56" y="1"/>
                  </a:moveTo>
                  <a:cubicBezTo>
                    <a:pt x="19" y="1"/>
                    <a:pt x="1" y="29"/>
                    <a:pt x="1" y="66"/>
                  </a:cubicBezTo>
                  <a:cubicBezTo>
                    <a:pt x="1" y="93"/>
                    <a:pt x="19" y="121"/>
                    <a:pt x="56" y="121"/>
                  </a:cubicBezTo>
                  <a:lnTo>
                    <a:pt x="938" y="121"/>
                  </a:lnTo>
                  <a:cubicBezTo>
                    <a:pt x="965" y="121"/>
                    <a:pt x="993" y="93"/>
                    <a:pt x="993" y="66"/>
                  </a:cubicBezTo>
                  <a:cubicBezTo>
                    <a:pt x="993" y="29"/>
                    <a:pt x="965" y="1"/>
                    <a:pt x="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3">
              <a:extLst>
                <a:ext uri="{FF2B5EF4-FFF2-40B4-BE49-F238E27FC236}">
                  <a16:creationId xmlns:a16="http://schemas.microsoft.com/office/drawing/2014/main" id="{17F8CEF7-F064-F67A-6572-32FE4B35DC6A}"/>
                </a:ext>
              </a:extLst>
            </p:cNvPr>
            <p:cNvSpPr/>
            <p:nvPr/>
          </p:nvSpPr>
          <p:spPr>
            <a:xfrm>
              <a:off x="1833700" y="2631250"/>
              <a:ext cx="37375" cy="3050"/>
            </a:xfrm>
            <a:custGeom>
              <a:avLst/>
              <a:gdLst/>
              <a:ahLst/>
              <a:cxnLst/>
              <a:rect l="l" t="t" r="r" b="b"/>
              <a:pathLst>
                <a:path w="1495" h="122" extrusionOk="0">
                  <a:moveTo>
                    <a:pt x="56" y="1"/>
                  </a:moveTo>
                  <a:cubicBezTo>
                    <a:pt x="19" y="1"/>
                    <a:pt x="1" y="28"/>
                    <a:pt x="1" y="66"/>
                  </a:cubicBezTo>
                  <a:cubicBezTo>
                    <a:pt x="1" y="93"/>
                    <a:pt x="19" y="121"/>
                    <a:pt x="56" y="121"/>
                  </a:cubicBezTo>
                  <a:lnTo>
                    <a:pt x="1439" y="121"/>
                  </a:lnTo>
                  <a:cubicBezTo>
                    <a:pt x="1466" y="121"/>
                    <a:pt x="1494" y="93"/>
                    <a:pt x="1494" y="66"/>
                  </a:cubicBezTo>
                  <a:cubicBezTo>
                    <a:pt x="1494" y="28"/>
                    <a:pt x="1466" y="1"/>
                    <a:pt x="14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3">
              <a:extLst>
                <a:ext uri="{FF2B5EF4-FFF2-40B4-BE49-F238E27FC236}">
                  <a16:creationId xmlns:a16="http://schemas.microsoft.com/office/drawing/2014/main" id="{4222E564-EDA6-2210-B200-AC54A261F5B5}"/>
                </a:ext>
              </a:extLst>
            </p:cNvPr>
            <p:cNvSpPr/>
            <p:nvPr/>
          </p:nvSpPr>
          <p:spPr>
            <a:xfrm>
              <a:off x="1882650" y="2631250"/>
              <a:ext cx="61700" cy="3050"/>
            </a:xfrm>
            <a:custGeom>
              <a:avLst/>
              <a:gdLst/>
              <a:ahLst/>
              <a:cxnLst/>
              <a:rect l="l" t="t" r="r" b="b"/>
              <a:pathLst>
                <a:path w="2468" h="122" extrusionOk="0">
                  <a:moveTo>
                    <a:pt x="65" y="1"/>
                  </a:moveTo>
                  <a:cubicBezTo>
                    <a:pt x="28" y="1"/>
                    <a:pt x="0" y="28"/>
                    <a:pt x="0" y="66"/>
                  </a:cubicBezTo>
                  <a:cubicBezTo>
                    <a:pt x="0" y="93"/>
                    <a:pt x="28" y="121"/>
                    <a:pt x="65" y="121"/>
                  </a:cubicBezTo>
                  <a:lnTo>
                    <a:pt x="2403" y="121"/>
                  </a:lnTo>
                  <a:cubicBezTo>
                    <a:pt x="2440" y="121"/>
                    <a:pt x="2468" y="93"/>
                    <a:pt x="2468" y="66"/>
                  </a:cubicBezTo>
                  <a:cubicBezTo>
                    <a:pt x="2468" y="28"/>
                    <a:pt x="2440" y="1"/>
                    <a:pt x="24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3">
              <a:extLst>
                <a:ext uri="{FF2B5EF4-FFF2-40B4-BE49-F238E27FC236}">
                  <a16:creationId xmlns:a16="http://schemas.microsoft.com/office/drawing/2014/main" id="{96D65A0F-776A-BF0F-816B-EF066A179408}"/>
                </a:ext>
              </a:extLst>
            </p:cNvPr>
            <p:cNvSpPr/>
            <p:nvPr/>
          </p:nvSpPr>
          <p:spPr>
            <a:xfrm>
              <a:off x="1960575" y="263125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3">
              <a:extLst>
                <a:ext uri="{FF2B5EF4-FFF2-40B4-BE49-F238E27FC236}">
                  <a16:creationId xmlns:a16="http://schemas.microsoft.com/office/drawing/2014/main" id="{BA59537C-5A67-F6E0-D3F8-AFCB74546D23}"/>
                </a:ext>
              </a:extLst>
            </p:cNvPr>
            <p:cNvSpPr/>
            <p:nvPr/>
          </p:nvSpPr>
          <p:spPr>
            <a:xfrm>
              <a:off x="1833250" y="2744425"/>
              <a:ext cx="61475" cy="3050"/>
            </a:xfrm>
            <a:custGeom>
              <a:avLst/>
              <a:gdLst/>
              <a:ahLst/>
              <a:cxnLst/>
              <a:rect l="l" t="t" r="r" b="b"/>
              <a:pathLst>
                <a:path w="2459" h="122" extrusionOk="0">
                  <a:moveTo>
                    <a:pt x="56" y="1"/>
                  </a:moveTo>
                  <a:cubicBezTo>
                    <a:pt x="19" y="1"/>
                    <a:pt x="0" y="28"/>
                    <a:pt x="0" y="66"/>
                  </a:cubicBezTo>
                  <a:cubicBezTo>
                    <a:pt x="0" y="93"/>
                    <a:pt x="19" y="121"/>
                    <a:pt x="56" y="121"/>
                  </a:cubicBezTo>
                  <a:lnTo>
                    <a:pt x="2393" y="121"/>
                  </a:lnTo>
                  <a:cubicBezTo>
                    <a:pt x="2431" y="121"/>
                    <a:pt x="2458" y="93"/>
                    <a:pt x="2458" y="66"/>
                  </a:cubicBezTo>
                  <a:cubicBezTo>
                    <a:pt x="2458" y="28"/>
                    <a:pt x="2431" y="1"/>
                    <a:pt x="2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3">
              <a:extLst>
                <a:ext uri="{FF2B5EF4-FFF2-40B4-BE49-F238E27FC236}">
                  <a16:creationId xmlns:a16="http://schemas.microsoft.com/office/drawing/2014/main" id="{0FBA46F3-562E-2A69-D48E-B61D4A883D7C}"/>
                </a:ext>
              </a:extLst>
            </p:cNvPr>
            <p:cNvSpPr/>
            <p:nvPr/>
          </p:nvSpPr>
          <p:spPr>
            <a:xfrm>
              <a:off x="1833250" y="2770400"/>
              <a:ext cx="24825" cy="2800"/>
            </a:xfrm>
            <a:custGeom>
              <a:avLst/>
              <a:gdLst/>
              <a:ahLst/>
              <a:cxnLst/>
              <a:rect l="l" t="t" r="r" b="b"/>
              <a:pathLst>
                <a:path w="993" h="112" extrusionOk="0">
                  <a:moveTo>
                    <a:pt x="56" y="1"/>
                  </a:moveTo>
                  <a:cubicBezTo>
                    <a:pt x="28" y="1"/>
                    <a:pt x="0" y="28"/>
                    <a:pt x="0" y="56"/>
                  </a:cubicBezTo>
                  <a:cubicBezTo>
                    <a:pt x="0" y="93"/>
                    <a:pt x="28" y="112"/>
                    <a:pt x="56" y="112"/>
                  </a:cubicBezTo>
                  <a:lnTo>
                    <a:pt x="937" y="112"/>
                  </a:lnTo>
                  <a:cubicBezTo>
                    <a:pt x="974" y="112"/>
                    <a:pt x="993" y="93"/>
                    <a:pt x="993" y="56"/>
                  </a:cubicBezTo>
                  <a:cubicBezTo>
                    <a:pt x="993" y="28"/>
                    <a:pt x="974"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3">
              <a:extLst>
                <a:ext uri="{FF2B5EF4-FFF2-40B4-BE49-F238E27FC236}">
                  <a16:creationId xmlns:a16="http://schemas.microsoft.com/office/drawing/2014/main" id="{90F5D9CF-91B9-7A57-1A41-E7B3B82DA640}"/>
                </a:ext>
              </a:extLst>
            </p:cNvPr>
            <p:cNvSpPr/>
            <p:nvPr/>
          </p:nvSpPr>
          <p:spPr>
            <a:xfrm>
              <a:off x="1630775" y="2920000"/>
              <a:ext cx="550375" cy="380600"/>
            </a:xfrm>
            <a:custGeom>
              <a:avLst/>
              <a:gdLst/>
              <a:ahLst/>
              <a:cxnLst/>
              <a:rect l="l" t="t" r="r" b="b"/>
              <a:pathLst>
                <a:path w="22015" h="15224" extrusionOk="0">
                  <a:moveTo>
                    <a:pt x="576" y="0"/>
                  </a:moveTo>
                  <a:cubicBezTo>
                    <a:pt x="260" y="0"/>
                    <a:pt x="1" y="260"/>
                    <a:pt x="1" y="575"/>
                  </a:cubicBezTo>
                  <a:lnTo>
                    <a:pt x="1" y="15019"/>
                  </a:lnTo>
                  <a:cubicBezTo>
                    <a:pt x="1" y="15130"/>
                    <a:pt x="93" y="15223"/>
                    <a:pt x="205" y="15223"/>
                  </a:cubicBezTo>
                  <a:lnTo>
                    <a:pt x="21810" y="15223"/>
                  </a:lnTo>
                  <a:cubicBezTo>
                    <a:pt x="21921" y="15223"/>
                    <a:pt x="22014" y="15130"/>
                    <a:pt x="22014" y="15019"/>
                  </a:cubicBezTo>
                  <a:lnTo>
                    <a:pt x="22014" y="575"/>
                  </a:lnTo>
                  <a:cubicBezTo>
                    <a:pt x="22014" y="260"/>
                    <a:pt x="21754" y="0"/>
                    <a:pt x="21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3">
              <a:extLst>
                <a:ext uri="{FF2B5EF4-FFF2-40B4-BE49-F238E27FC236}">
                  <a16:creationId xmlns:a16="http://schemas.microsoft.com/office/drawing/2014/main" id="{EE1A3252-E359-A6ED-BFAA-DBC3E46C53D1}"/>
                </a:ext>
              </a:extLst>
            </p:cNvPr>
            <p:cNvSpPr/>
            <p:nvPr/>
          </p:nvSpPr>
          <p:spPr>
            <a:xfrm>
              <a:off x="1629375" y="2918600"/>
              <a:ext cx="553150" cy="383375"/>
            </a:xfrm>
            <a:custGeom>
              <a:avLst/>
              <a:gdLst/>
              <a:ahLst/>
              <a:cxnLst/>
              <a:rect l="l" t="t" r="r" b="b"/>
              <a:pathLst>
                <a:path w="22126" h="15335" extrusionOk="0">
                  <a:moveTo>
                    <a:pt x="21495" y="121"/>
                  </a:moveTo>
                  <a:cubicBezTo>
                    <a:pt x="21773" y="121"/>
                    <a:pt x="22005" y="344"/>
                    <a:pt x="22005" y="631"/>
                  </a:cubicBezTo>
                  <a:lnTo>
                    <a:pt x="22005" y="15075"/>
                  </a:lnTo>
                  <a:cubicBezTo>
                    <a:pt x="22005" y="15149"/>
                    <a:pt x="21940" y="15214"/>
                    <a:pt x="21866" y="15214"/>
                  </a:cubicBezTo>
                  <a:lnTo>
                    <a:pt x="251" y="15214"/>
                  </a:lnTo>
                  <a:cubicBezTo>
                    <a:pt x="177" y="15214"/>
                    <a:pt x="112" y="15149"/>
                    <a:pt x="112" y="15075"/>
                  </a:cubicBezTo>
                  <a:lnTo>
                    <a:pt x="112" y="631"/>
                  </a:lnTo>
                  <a:cubicBezTo>
                    <a:pt x="112" y="344"/>
                    <a:pt x="344" y="121"/>
                    <a:pt x="632" y="121"/>
                  </a:cubicBezTo>
                  <a:close/>
                  <a:moveTo>
                    <a:pt x="632" y="0"/>
                  </a:moveTo>
                  <a:cubicBezTo>
                    <a:pt x="279" y="0"/>
                    <a:pt x="1" y="288"/>
                    <a:pt x="1" y="631"/>
                  </a:cubicBezTo>
                  <a:lnTo>
                    <a:pt x="1" y="15075"/>
                  </a:lnTo>
                  <a:cubicBezTo>
                    <a:pt x="1" y="15214"/>
                    <a:pt x="112" y="15335"/>
                    <a:pt x="261" y="15335"/>
                  </a:cubicBezTo>
                  <a:lnTo>
                    <a:pt x="21866" y="15335"/>
                  </a:lnTo>
                  <a:cubicBezTo>
                    <a:pt x="22005" y="15335"/>
                    <a:pt x="22126" y="15214"/>
                    <a:pt x="22126" y="15075"/>
                  </a:cubicBezTo>
                  <a:lnTo>
                    <a:pt x="22126" y="631"/>
                  </a:lnTo>
                  <a:cubicBezTo>
                    <a:pt x="22126" y="288"/>
                    <a:pt x="21838" y="0"/>
                    <a:pt x="214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3">
              <a:extLst>
                <a:ext uri="{FF2B5EF4-FFF2-40B4-BE49-F238E27FC236}">
                  <a16:creationId xmlns:a16="http://schemas.microsoft.com/office/drawing/2014/main" id="{C273351B-6BD9-EC04-F996-58841F46BD0C}"/>
                </a:ext>
              </a:extLst>
            </p:cNvPr>
            <p:cNvSpPr/>
            <p:nvPr/>
          </p:nvSpPr>
          <p:spPr>
            <a:xfrm>
              <a:off x="1670900" y="2956625"/>
              <a:ext cx="469875" cy="307325"/>
            </a:xfrm>
            <a:custGeom>
              <a:avLst/>
              <a:gdLst/>
              <a:ahLst/>
              <a:cxnLst/>
              <a:rect l="l" t="t" r="r" b="b"/>
              <a:pathLst>
                <a:path w="18795" h="12293" extrusionOk="0">
                  <a:moveTo>
                    <a:pt x="0" y="1"/>
                  </a:moveTo>
                  <a:lnTo>
                    <a:pt x="0" y="12292"/>
                  </a:lnTo>
                  <a:lnTo>
                    <a:pt x="18795" y="12292"/>
                  </a:lnTo>
                  <a:lnTo>
                    <a:pt x="187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3">
              <a:extLst>
                <a:ext uri="{FF2B5EF4-FFF2-40B4-BE49-F238E27FC236}">
                  <a16:creationId xmlns:a16="http://schemas.microsoft.com/office/drawing/2014/main" id="{713FC2CD-05AE-7818-0024-729B62960496}"/>
                </a:ext>
              </a:extLst>
            </p:cNvPr>
            <p:cNvSpPr/>
            <p:nvPr/>
          </p:nvSpPr>
          <p:spPr>
            <a:xfrm>
              <a:off x="1669500" y="2955000"/>
              <a:ext cx="472675" cy="310325"/>
            </a:xfrm>
            <a:custGeom>
              <a:avLst/>
              <a:gdLst/>
              <a:ahLst/>
              <a:cxnLst/>
              <a:rect l="l" t="t" r="r" b="b"/>
              <a:pathLst>
                <a:path w="18907" h="12413" extrusionOk="0">
                  <a:moveTo>
                    <a:pt x="18795" y="121"/>
                  </a:moveTo>
                  <a:lnTo>
                    <a:pt x="18795" y="12302"/>
                  </a:lnTo>
                  <a:lnTo>
                    <a:pt x="121" y="12302"/>
                  </a:lnTo>
                  <a:lnTo>
                    <a:pt x="121" y="121"/>
                  </a:lnTo>
                  <a:close/>
                  <a:moveTo>
                    <a:pt x="56" y="1"/>
                  </a:moveTo>
                  <a:cubicBezTo>
                    <a:pt x="29" y="1"/>
                    <a:pt x="1" y="29"/>
                    <a:pt x="1" y="66"/>
                  </a:cubicBezTo>
                  <a:lnTo>
                    <a:pt x="1" y="12357"/>
                  </a:lnTo>
                  <a:cubicBezTo>
                    <a:pt x="1" y="12394"/>
                    <a:pt x="29" y="12413"/>
                    <a:pt x="56" y="12413"/>
                  </a:cubicBezTo>
                  <a:lnTo>
                    <a:pt x="18851" y="12413"/>
                  </a:lnTo>
                  <a:cubicBezTo>
                    <a:pt x="18888" y="12413"/>
                    <a:pt x="18907" y="12394"/>
                    <a:pt x="18907" y="12357"/>
                  </a:cubicBezTo>
                  <a:lnTo>
                    <a:pt x="18907" y="66"/>
                  </a:lnTo>
                  <a:cubicBezTo>
                    <a:pt x="18907" y="29"/>
                    <a:pt x="18879" y="1"/>
                    <a:pt x="188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3">
              <a:extLst>
                <a:ext uri="{FF2B5EF4-FFF2-40B4-BE49-F238E27FC236}">
                  <a16:creationId xmlns:a16="http://schemas.microsoft.com/office/drawing/2014/main" id="{4D641677-61F7-5BB6-511A-7AE48B83CC00}"/>
                </a:ext>
              </a:extLst>
            </p:cNvPr>
            <p:cNvSpPr/>
            <p:nvPr/>
          </p:nvSpPr>
          <p:spPr>
            <a:xfrm>
              <a:off x="1900275" y="2932975"/>
              <a:ext cx="11375" cy="11400"/>
            </a:xfrm>
            <a:custGeom>
              <a:avLst/>
              <a:gdLst/>
              <a:ahLst/>
              <a:cxnLst/>
              <a:rect l="l" t="t" r="r" b="b"/>
              <a:pathLst>
                <a:path w="455" h="456" extrusionOk="0">
                  <a:moveTo>
                    <a:pt x="223" y="121"/>
                  </a:moveTo>
                  <a:cubicBezTo>
                    <a:pt x="288" y="121"/>
                    <a:pt x="334" y="168"/>
                    <a:pt x="334" y="232"/>
                  </a:cubicBezTo>
                  <a:cubicBezTo>
                    <a:pt x="334" y="288"/>
                    <a:pt x="288" y="344"/>
                    <a:pt x="223" y="344"/>
                  </a:cubicBezTo>
                  <a:cubicBezTo>
                    <a:pt x="167" y="344"/>
                    <a:pt x="111" y="288"/>
                    <a:pt x="111" y="232"/>
                  </a:cubicBezTo>
                  <a:cubicBezTo>
                    <a:pt x="111" y="168"/>
                    <a:pt x="167" y="121"/>
                    <a:pt x="223" y="121"/>
                  </a:cubicBezTo>
                  <a:close/>
                  <a:moveTo>
                    <a:pt x="223" y="1"/>
                  </a:moveTo>
                  <a:cubicBezTo>
                    <a:pt x="102" y="1"/>
                    <a:pt x="0" y="103"/>
                    <a:pt x="0" y="232"/>
                  </a:cubicBezTo>
                  <a:cubicBezTo>
                    <a:pt x="0" y="353"/>
                    <a:pt x="102" y="455"/>
                    <a:pt x="223" y="455"/>
                  </a:cubicBezTo>
                  <a:cubicBezTo>
                    <a:pt x="353" y="455"/>
                    <a:pt x="455" y="353"/>
                    <a:pt x="455" y="232"/>
                  </a:cubicBezTo>
                  <a:cubicBezTo>
                    <a:pt x="455" y="103"/>
                    <a:pt x="353" y="1"/>
                    <a:pt x="2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3">
              <a:extLst>
                <a:ext uri="{FF2B5EF4-FFF2-40B4-BE49-F238E27FC236}">
                  <a16:creationId xmlns:a16="http://schemas.microsoft.com/office/drawing/2014/main" id="{15A4B8AD-FCE1-B990-8949-44F6E4DE6082}"/>
                </a:ext>
              </a:extLst>
            </p:cNvPr>
            <p:cNvSpPr/>
            <p:nvPr/>
          </p:nvSpPr>
          <p:spPr>
            <a:xfrm>
              <a:off x="1540800" y="3297550"/>
              <a:ext cx="730325" cy="49200"/>
            </a:xfrm>
            <a:custGeom>
              <a:avLst/>
              <a:gdLst/>
              <a:ahLst/>
              <a:cxnLst/>
              <a:rect l="l" t="t" r="r" b="b"/>
              <a:pathLst>
                <a:path w="29213" h="1968" extrusionOk="0">
                  <a:moveTo>
                    <a:pt x="0" y="0"/>
                  </a:moveTo>
                  <a:lnTo>
                    <a:pt x="0" y="1206"/>
                  </a:lnTo>
                  <a:cubicBezTo>
                    <a:pt x="0" y="1624"/>
                    <a:pt x="343" y="1967"/>
                    <a:pt x="761" y="1967"/>
                  </a:cubicBezTo>
                  <a:lnTo>
                    <a:pt x="28443" y="1967"/>
                  </a:lnTo>
                  <a:cubicBezTo>
                    <a:pt x="28869" y="1967"/>
                    <a:pt x="29213" y="1624"/>
                    <a:pt x="29213" y="1206"/>
                  </a:cubicBezTo>
                  <a:lnTo>
                    <a:pt x="292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3">
              <a:extLst>
                <a:ext uri="{FF2B5EF4-FFF2-40B4-BE49-F238E27FC236}">
                  <a16:creationId xmlns:a16="http://schemas.microsoft.com/office/drawing/2014/main" id="{E4DD59EF-BE75-1D1B-BBB0-719E047535C1}"/>
                </a:ext>
              </a:extLst>
            </p:cNvPr>
            <p:cNvSpPr/>
            <p:nvPr/>
          </p:nvSpPr>
          <p:spPr>
            <a:xfrm>
              <a:off x="1539175" y="3296150"/>
              <a:ext cx="733350" cy="52225"/>
            </a:xfrm>
            <a:custGeom>
              <a:avLst/>
              <a:gdLst/>
              <a:ahLst/>
              <a:cxnLst/>
              <a:rect l="l" t="t" r="r" b="b"/>
              <a:pathLst>
                <a:path w="29334" h="2089" extrusionOk="0">
                  <a:moveTo>
                    <a:pt x="29222" y="112"/>
                  </a:moveTo>
                  <a:lnTo>
                    <a:pt x="29222" y="1262"/>
                  </a:lnTo>
                  <a:cubicBezTo>
                    <a:pt x="29222" y="1652"/>
                    <a:pt x="28897" y="1967"/>
                    <a:pt x="28508" y="1967"/>
                  </a:cubicBezTo>
                  <a:lnTo>
                    <a:pt x="826" y="1967"/>
                  </a:lnTo>
                  <a:cubicBezTo>
                    <a:pt x="436" y="1967"/>
                    <a:pt x="121" y="1652"/>
                    <a:pt x="121" y="1262"/>
                  </a:cubicBezTo>
                  <a:lnTo>
                    <a:pt x="121" y="112"/>
                  </a:lnTo>
                  <a:close/>
                  <a:moveTo>
                    <a:pt x="65" y="1"/>
                  </a:moveTo>
                  <a:cubicBezTo>
                    <a:pt x="28" y="1"/>
                    <a:pt x="0" y="29"/>
                    <a:pt x="0" y="56"/>
                  </a:cubicBezTo>
                  <a:lnTo>
                    <a:pt x="0" y="1262"/>
                  </a:lnTo>
                  <a:cubicBezTo>
                    <a:pt x="0" y="1717"/>
                    <a:pt x="371" y="2088"/>
                    <a:pt x="826" y="2088"/>
                  </a:cubicBezTo>
                  <a:lnTo>
                    <a:pt x="28508" y="2088"/>
                  </a:lnTo>
                  <a:cubicBezTo>
                    <a:pt x="28962" y="2088"/>
                    <a:pt x="29333" y="1717"/>
                    <a:pt x="29333" y="1262"/>
                  </a:cubicBezTo>
                  <a:lnTo>
                    <a:pt x="29333" y="56"/>
                  </a:lnTo>
                  <a:cubicBezTo>
                    <a:pt x="29333" y="29"/>
                    <a:pt x="29305" y="1"/>
                    <a:pt x="29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3">
              <a:extLst>
                <a:ext uri="{FF2B5EF4-FFF2-40B4-BE49-F238E27FC236}">
                  <a16:creationId xmlns:a16="http://schemas.microsoft.com/office/drawing/2014/main" id="{C8F38E0E-306F-BF93-F962-2CFA5D054BD6}"/>
                </a:ext>
              </a:extLst>
            </p:cNvPr>
            <p:cNvSpPr/>
            <p:nvPr/>
          </p:nvSpPr>
          <p:spPr>
            <a:xfrm>
              <a:off x="1546350" y="3333725"/>
              <a:ext cx="719200" cy="3050"/>
            </a:xfrm>
            <a:custGeom>
              <a:avLst/>
              <a:gdLst/>
              <a:ahLst/>
              <a:cxnLst/>
              <a:rect l="l" t="t" r="r" b="b"/>
              <a:pathLst>
                <a:path w="28768" h="122" extrusionOk="0">
                  <a:moveTo>
                    <a:pt x="56" y="1"/>
                  </a:moveTo>
                  <a:cubicBezTo>
                    <a:pt x="19" y="1"/>
                    <a:pt x="1" y="28"/>
                    <a:pt x="1" y="66"/>
                  </a:cubicBezTo>
                  <a:cubicBezTo>
                    <a:pt x="1" y="93"/>
                    <a:pt x="19" y="121"/>
                    <a:pt x="56" y="121"/>
                  </a:cubicBezTo>
                  <a:lnTo>
                    <a:pt x="28712" y="121"/>
                  </a:lnTo>
                  <a:cubicBezTo>
                    <a:pt x="28740" y="121"/>
                    <a:pt x="28768" y="93"/>
                    <a:pt x="28768" y="66"/>
                  </a:cubicBezTo>
                  <a:cubicBezTo>
                    <a:pt x="28768" y="28"/>
                    <a:pt x="28740" y="1"/>
                    <a:pt x="287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a:extLst>
                <a:ext uri="{FF2B5EF4-FFF2-40B4-BE49-F238E27FC236}">
                  <a16:creationId xmlns:a16="http://schemas.microsoft.com/office/drawing/2014/main" id="{AE46A270-F071-07CB-0EA5-4890F0725963}"/>
                </a:ext>
              </a:extLst>
            </p:cNvPr>
            <p:cNvSpPr/>
            <p:nvPr/>
          </p:nvSpPr>
          <p:spPr>
            <a:xfrm>
              <a:off x="1836250" y="3300575"/>
              <a:ext cx="139400" cy="15550"/>
            </a:xfrm>
            <a:custGeom>
              <a:avLst/>
              <a:gdLst/>
              <a:ahLst/>
              <a:cxnLst/>
              <a:rect l="l" t="t" r="r" b="b"/>
              <a:pathLst>
                <a:path w="5576" h="622" extrusionOk="0">
                  <a:moveTo>
                    <a:pt x="1" y="0"/>
                  </a:moveTo>
                  <a:lnTo>
                    <a:pt x="1" y="622"/>
                  </a:lnTo>
                  <a:lnTo>
                    <a:pt x="5576" y="622"/>
                  </a:lnTo>
                  <a:lnTo>
                    <a:pt x="55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3">
              <a:extLst>
                <a:ext uri="{FF2B5EF4-FFF2-40B4-BE49-F238E27FC236}">
                  <a16:creationId xmlns:a16="http://schemas.microsoft.com/office/drawing/2014/main" id="{E83B6012-429C-1D5F-7A99-D1574A4084AC}"/>
                </a:ext>
              </a:extLst>
            </p:cNvPr>
            <p:cNvSpPr/>
            <p:nvPr/>
          </p:nvSpPr>
          <p:spPr>
            <a:xfrm>
              <a:off x="1834875" y="3299175"/>
              <a:ext cx="142175" cy="18350"/>
            </a:xfrm>
            <a:custGeom>
              <a:avLst/>
              <a:gdLst/>
              <a:ahLst/>
              <a:cxnLst/>
              <a:rect l="l" t="t" r="r" b="b"/>
              <a:pathLst>
                <a:path w="5687" h="734" extrusionOk="0">
                  <a:moveTo>
                    <a:pt x="5566" y="121"/>
                  </a:moveTo>
                  <a:lnTo>
                    <a:pt x="5566" y="613"/>
                  </a:lnTo>
                  <a:lnTo>
                    <a:pt x="111" y="613"/>
                  </a:lnTo>
                  <a:lnTo>
                    <a:pt x="111" y="121"/>
                  </a:lnTo>
                  <a:close/>
                  <a:moveTo>
                    <a:pt x="56" y="0"/>
                  </a:moveTo>
                  <a:cubicBezTo>
                    <a:pt x="19" y="0"/>
                    <a:pt x="0" y="28"/>
                    <a:pt x="0" y="56"/>
                  </a:cubicBezTo>
                  <a:lnTo>
                    <a:pt x="0" y="678"/>
                  </a:lnTo>
                  <a:cubicBezTo>
                    <a:pt x="0" y="705"/>
                    <a:pt x="19" y="733"/>
                    <a:pt x="56" y="733"/>
                  </a:cubicBezTo>
                  <a:lnTo>
                    <a:pt x="5631" y="733"/>
                  </a:lnTo>
                  <a:cubicBezTo>
                    <a:pt x="5659" y="733"/>
                    <a:pt x="5687" y="705"/>
                    <a:pt x="5687" y="678"/>
                  </a:cubicBezTo>
                  <a:lnTo>
                    <a:pt x="5687" y="56"/>
                  </a:lnTo>
                  <a:cubicBezTo>
                    <a:pt x="5687" y="28"/>
                    <a:pt x="5659" y="0"/>
                    <a:pt x="5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a:extLst>
                <a:ext uri="{FF2B5EF4-FFF2-40B4-BE49-F238E27FC236}">
                  <a16:creationId xmlns:a16="http://schemas.microsoft.com/office/drawing/2014/main" id="{8EC77043-C505-0184-5DE3-4FABBB18809C}"/>
                </a:ext>
              </a:extLst>
            </p:cNvPr>
            <p:cNvSpPr/>
            <p:nvPr/>
          </p:nvSpPr>
          <p:spPr>
            <a:xfrm>
              <a:off x="1743950" y="3008825"/>
              <a:ext cx="294325" cy="215000"/>
            </a:xfrm>
            <a:custGeom>
              <a:avLst/>
              <a:gdLst/>
              <a:ahLst/>
              <a:cxnLst/>
              <a:rect l="l" t="t" r="r" b="b"/>
              <a:pathLst>
                <a:path w="11773" h="8600" extrusionOk="0">
                  <a:moveTo>
                    <a:pt x="223" y="0"/>
                  </a:moveTo>
                  <a:cubicBezTo>
                    <a:pt x="103" y="0"/>
                    <a:pt x="1" y="102"/>
                    <a:pt x="1" y="223"/>
                  </a:cubicBezTo>
                  <a:lnTo>
                    <a:pt x="1" y="8377"/>
                  </a:lnTo>
                  <a:cubicBezTo>
                    <a:pt x="1" y="8497"/>
                    <a:pt x="103" y="8599"/>
                    <a:pt x="223" y="8599"/>
                  </a:cubicBezTo>
                  <a:lnTo>
                    <a:pt x="11559" y="8599"/>
                  </a:lnTo>
                  <a:cubicBezTo>
                    <a:pt x="11680" y="8599"/>
                    <a:pt x="11773" y="8497"/>
                    <a:pt x="11773" y="8377"/>
                  </a:cubicBezTo>
                  <a:lnTo>
                    <a:pt x="11773" y="223"/>
                  </a:lnTo>
                  <a:cubicBezTo>
                    <a:pt x="11773" y="102"/>
                    <a:pt x="11680" y="0"/>
                    <a:pt x="115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a:extLst>
                <a:ext uri="{FF2B5EF4-FFF2-40B4-BE49-F238E27FC236}">
                  <a16:creationId xmlns:a16="http://schemas.microsoft.com/office/drawing/2014/main" id="{C7A643C9-7523-9078-F0E9-3EE22BD24712}"/>
                </a:ext>
              </a:extLst>
            </p:cNvPr>
            <p:cNvSpPr/>
            <p:nvPr/>
          </p:nvSpPr>
          <p:spPr>
            <a:xfrm>
              <a:off x="1760425" y="2992575"/>
              <a:ext cx="294325" cy="36200"/>
            </a:xfrm>
            <a:custGeom>
              <a:avLst/>
              <a:gdLst/>
              <a:ahLst/>
              <a:cxnLst/>
              <a:rect l="l" t="t" r="r" b="b"/>
              <a:pathLst>
                <a:path w="11773" h="1448" extrusionOk="0">
                  <a:moveTo>
                    <a:pt x="269" y="1"/>
                  </a:moveTo>
                  <a:cubicBezTo>
                    <a:pt x="121" y="1"/>
                    <a:pt x="0" y="121"/>
                    <a:pt x="0" y="260"/>
                  </a:cubicBezTo>
                  <a:lnTo>
                    <a:pt x="0" y="1448"/>
                  </a:lnTo>
                  <a:lnTo>
                    <a:pt x="11772" y="1448"/>
                  </a:lnTo>
                  <a:lnTo>
                    <a:pt x="11772" y="344"/>
                  </a:lnTo>
                  <a:cubicBezTo>
                    <a:pt x="11772" y="158"/>
                    <a:pt x="11624" y="1"/>
                    <a:pt x="1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a:extLst>
                <a:ext uri="{FF2B5EF4-FFF2-40B4-BE49-F238E27FC236}">
                  <a16:creationId xmlns:a16="http://schemas.microsoft.com/office/drawing/2014/main" id="{04F4934B-2F3E-60F1-F8E8-69EF9969BBC9}"/>
                </a:ext>
              </a:extLst>
            </p:cNvPr>
            <p:cNvSpPr/>
            <p:nvPr/>
          </p:nvSpPr>
          <p:spPr>
            <a:xfrm>
              <a:off x="1759025" y="2991175"/>
              <a:ext cx="297350" cy="39000"/>
            </a:xfrm>
            <a:custGeom>
              <a:avLst/>
              <a:gdLst/>
              <a:ahLst/>
              <a:cxnLst/>
              <a:rect l="l" t="t" r="r" b="b"/>
              <a:pathLst>
                <a:path w="11894" h="1560" extrusionOk="0">
                  <a:moveTo>
                    <a:pt x="11494" y="112"/>
                  </a:moveTo>
                  <a:cubicBezTo>
                    <a:pt x="11643" y="112"/>
                    <a:pt x="11773" y="242"/>
                    <a:pt x="11773" y="400"/>
                  </a:cubicBezTo>
                  <a:lnTo>
                    <a:pt x="11773" y="1448"/>
                  </a:lnTo>
                  <a:lnTo>
                    <a:pt x="112" y="1448"/>
                  </a:lnTo>
                  <a:lnTo>
                    <a:pt x="112" y="316"/>
                  </a:lnTo>
                  <a:cubicBezTo>
                    <a:pt x="112" y="205"/>
                    <a:pt x="205" y="112"/>
                    <a:pt x="325" y="112"/>
                  </a:cubicBezTo>
                  <a:close/>
                  <a:moveTo>
                    <a:pt x="316" y="1"/>
                  </a:moveTo>
                  <a:cubicBezTo>
                    <a:pt x="140" y="1"/>
                    <a:pt x="1" y="140"/>
                    <a:pt x="1" y="326"/>
                  </a:cubicBezTo>
                  <a:lnTo>
                    <a:pt x="1" y="1559"/>
                  </a:lnTo>
                  <a:lnTo>
                    <a:pt x="11893" y="1559"/>
                  </a:lnTo>
                  <a:lnTo>
                    <a:pt x="11893" y="400"/>
                  </a:lnTo>
                  <a:cubicBezTo>
                    <a:pt x="11893" y="177"/>
                    <a:pt x="11708" y="1"/>
                    <a:pt x="11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3">
              <a:extLst>
                <a:ext uri="{FF2B5EF4-FFF2-40B4-BE49-F238E27FC236}">
                  <a16:creationId xmlns:a16="http://schemas.microsoft.com/office/drawing/2014/main" id="{A34F2794-C20E-76DD-BF50-B36791DBFB74}"/>
                </a:ext>
              </a:extLst>
            </p:cNvPr>
            <p:cNvSpPr/>
            <p:nvPr/>
          </p:nvSpPr>
          <p:spPr>
            <a:xfrm>
              <a:off x="1793350" y="3003250"/>
              <a:ext cx="14175" cy="14175"/>
            </a:xfrm>
            <a:custGeom>
              <a:avLst/>
              <a:gdLst/>
              <a:ahLst/>
              <a:cxnLst/>
              <a:rect l="l" t="t" r="r" b="b"/>
              <a:pathLst>
                <a:path w="567" h="567" extrusionOk="0">
                  <a:moveTo>
                    <a:pt x="279" y="121"/>
                  </a:moveTo>
                  <a:cubicBezTo>
                    <a:pt x="372" y="121"/>
                    <a:pt x="446" y="195"/>
                    <a:pt x="446" y="279"/>
                  </a:cubicBezTo>
                  <a:cubicBezTo>
                    <a:pt x="446" y="371"/>
                    <a:pt x="372" y="446"/>
                    <a:pt x="279" y="446"/>
                  </a:cubicBezTo>
                  <a:cubicBezTo>
                    <a:pt x="195" y="446"/>
                    <a:pt x="121" y="371"/>
                    <a:pt x="121" y="279"/>
                  </a:cubicBezTo>
                  <a:cubicBezTo>
                    <a:pt x="121" y="195"/>
                    <a:pt x="195" y="121"/>
                    <a:pt x="279" y="121"/>
                  </a:cubicBezTo>
                  <a:close/>
                  <a:moveTo>
                    <a:pt x="279" y="0"/>
                  </a:moveTo>
                  <a:cubicBezTo>
                    <a:pt x="130" y="0"/>
                    <a:pt x="1" y="130"/>
                    <a:pt x="1" y="279"/>
                  </a:cubicBezTo>
                  <a:cubicBezTo>
                    <a:pt x="1" y="436"/>
                    <a:pt x="130" y="566"/>
                    <a:pt x="279" y="566"/>
                  </a:cubicBezTo>
                  <a:cubicBezTo>
                    <a:pt x="437" y="566"/>
                    <a:pt x="566" y="436"/>
                    <a:pt x="566" y="279"/>
                  </a:cubicBezTo>
                  <a:cubicBezTo>
                    <a:pt x="566"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3">
              <a:extLst>
                <a:ext uri="{FF2B5EF4-FFF2-40B4-BE49-F238E27FC236}">
                  <a16:creationId xmlns:a16="http://schemas.microsoft.com/office/drawing/2014/main" id="{E9510E81-BC5D-0395-9C94-D0A2839E409B}"/>
                </a:ext>
              </a:extLst>
            </p:cNvPr>
            <p:cNvSpPr/>
            <p:nvPr/>
          </p:nvSpPr>
          <p:spPr>
            <a:xfrm>
              <a:off x="1815150" y="3003250"/>
              <a:ext cx="13950" cy="14175"/>
            </a:xfrm>
            <a:custGeom>
              <a:avLst/>
              <a:gdLst/>
              <a:ahLst/>
              <a:cxnLst/>
              <a:rect l="l" t="t" r="r" b="b"/>
              <a:pathLst>
                <a:path w="558" h="567" extrusionOk="0">
                  <a:moveTo>
                    <a:pt x="279" y="121"/>
                  </a:moveTo>
                  <a:cubicBezTo>
                    <a:pt x="372" y="121"/>
                    <a:pt x="446" y="195"/>
                    <a:pt x="446" y="279"/>
                  </a:cubicBezTo>
                  <a:cubicBezTo>
                    <a:pt x="446" y="371"/>
                    <a:pt x="372" y="446"/>
                    <a:pt x="279" y="446"/>
                  </a:cubicBezTo>
                  <a:cubicBezTo>
                    <a:pt x="186" y="446"/>
                    <a:pt x="112" y="371"/>
                    <a:pt x="112" y="279"/>
                  </a:cubicBezTo>
                  <a:cubicBezTo>
                    <a:pt x="112" y="195"/>
                    <a:pt x="186" y="121"/>
                    <a:pt x="279" y="121"/>
                  </a:cubicBezTo>
                  <a:close/>
                  <a:moveTo>
                    <a:pt x="279" y="0"/>
                  </a:moveTo>
                  <a:cubicBezTo>
                    <a:pt x="121" y="0"/>
                    <a:pt x="1" y="130"/>
                    <a:pt x="1" y="279"/>
                  </a:cubicBezTo>
                  <a:cubicBezTo>
                    <a:pt x="1" y="436"/>
                    <a:pt x="121" y="566"/>
                    <a:pt x="279" y="566"/>
                  </a:cubicBezTo>
                  <a:cubicBezTo>
                    <a:pt x="437" y="566"/>
                    <a:pt x="557" y="436"/>
                    <a:pt x="557" y="279"/>
                  </a:cubicBezTo>
                  <a:cubicBezTo>
                    <a:pt x="557"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3">
              <a:extLst>
                <a:ext uri="{FF2B5EF4-FFF2-40B4-BE49-F238E27FC236}">
                  <a16:creationId xmlns:a16="http://schemas.microsoft.com/office/drawing/2014/main" id="{9BBD9901-D91D-824F-33E3-501EAFA8577A}"/>
                </a:ext>
              </a:extLst>
            </p:cNvPr>
            <p:cNvSpPr/>
            <p:nvPr/>
          </p:nvSpPr>
          <p:spPr>
            <a:xfrm>
              <a:off x="1771775" y="3003250"/>
              <a:ext cx="14175" cy="14175"/>
            </a:xfrm>
            <a:custGeom>
              <a:avLst/>
              <a:gdLst/>
              <a:ahLst/>
              <a:cxnLst/>
              <a:rect l="l" t="t" r="r" b="b"/>
              <a:pathLst>
                <a:path w="567" h="567" extrusionOk="0">
                  <a:moveTo>
                    <a:pt x="288" y="121"/>
                  </a:moveTo>
                  <a:cubicBezTo>
                    <a:pt x="372" y="121"/>
                    <a:pt x="446" y="195"/>
                    <a:pt x="446" y="279"/>
                  </a:cubicBezTo>
                  <a:cubicBezTo>
                    <a:pt x="446" y="371"/>
                    <a:pt x="372" y="446"/>
                    <a:pt x="288" y="446"/>
                  </a:cubicBezTo>
                  <a:cubicBezTo>
                    <a:pt x="196" y="446"/>
                    <a:pt x="121" y="371"/>
                    <a:pt x="121" y="279"/>
                  </a:cubicBezTo>
                  <a:cubicBezTo>
                    <a:pt x="121" y="195"/>
                    <a:pt x="196" y="121"/>
                    <a:pt x="288" y="121"/>
                  </a:cubicBezTo>
                  <a:close/>
                  <a:moveTo>
                    <a:pt x="288" y="0"/>
                  </a:moveTo>
                  <a:cubicBezTo>
                    <a:pt x="131" y="0"/>
                    <a:pt x="1" y="130"/>
                    <a:pt x="1" y="279"/>
                  </a:cubicBezTo>
                  <a:cubicBezTo>
                    <a:pt x="1" y="436"/>
                    <a:pt x="131" y="566"/>
                    <a:pt x="288" y="566"/>
                  </a:cubicBezTo>
                  <a:cubicBezTo>
                    <a:pt x="437" y="566"/>
                    <a:pt x="567" y="436"/>
                    <a:pt x="567" y="279"/>
                  </a:cubicBezTo>
                  <a:cubicBezTo>
                    <a:pt x="567" y="130"/>
                    <a:pt x="437"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3">
              <a:extLst>
                <a:ext uri="{FF2B5EF4-FFF2-40B4-BE49-F238E27FC236}">
                  <a16:creationId xmlns:a16="http://schemas.microsoft.com/office/drawing/2014/main" id="{866BC53D-2CA2-4596-4BEB-C9B9105E4C3D}"/>
                </a:ext>
              </a:extLst>
            </p:cNvPr>
            <p:cNvSpPr/>
            <p:nvPr/>
          </p:nvSpPr>
          <p:spPr>
            <a:xfrm>
              <a:off x="1760175" y="3028750"/>
              <a:ext cx="294575" cy="177225"/>
            </a:xfrm>
            <a:custGeom>
              <a:avLst/>
              <a:gdLst/>
              <a:ahLst/>
              <a:cxnLst/>
              <a:rect l="l" t="t" r="r" b="b"/>
              <a:pathLst>
                <a:path w="11783" h="7089" extrusionOk="0">
                  <a:moveTo>
                    <a:pt x="47" y="1"/>
                  </a:moveTo>
                  <a:cubicBezTo>
                    <a:pt x="19" y="1"/>
                    <a:pt x="1" y="19"/>
                    <a:pt x="1" y="38"/>
                  </a:cubicBezTo>
                  <a:lnTo>
                    <a:pt x="1" y="7051"/>
                  </a:lnTo>
                  <a:cubicBezTo>
                    <a:pt x="1" y="7070"/>
                    <a:pt x="19" y="7088"/>
                    <a:pt x="47" y="7088"/>
                  </a:cubicBezTo>
                  <a:lnTo>
                    <a:pt x="11745" y="7088"/>
                  </a:lnTo>
                  <a:cubicBezTo>
                    <a:pt x="11764" y="7088"/>
                    <a:pt x="11782" y="7070"/>
                    <a:pt x="11782" y="7051"/>
                  </a:cubicBezTo>
                  <a:lnTo>
                    <a:pt x="11782" y="38"/>
                  </a:lnTo>
                  <a:cubicBezTo>
                    <a:pt x="11782" y="19"/>
                    <a:pt x="11764" y="1"/>
                    <a:pt x="117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3">
              <a:extLst>
                <a:ext uri="{FF2B5EF4-FFF2-40B4-BE49-F238E27FC236}">
                  <a16:creationId xmlns:a16="http://schemas.microsoft.com/office/drawing/2014/main" id="{D8379549-9FA9-7A6E-FBA6-BFA3401C44EC}"/>
                </a:ext>
              </a:extLst>
            </p:cNvPr>
            <p:cNvSpPr/>
            <p:nvPr/>
          </p:nvSpPr>
          <p:spPr>
            <a:xfrm>
              <a:off x="1758800" y="3027375"/>
              <a:ext cx="297325" cy="179975"/>
            </a:xfrm>
            <a:custGeom>
              <a:avLst/>
              <a:gdLst/>
              <a:ahLst/>
              <a:cxnLst/>
              <a:rect l="l" t="t" r="r" b="b"/>
              <a:pathLst>
                <a:path w="11893" h="7199" extrusionOk="0">
                  <a:moveTo>
                    <a:pt x="11782" y="111"/>
                  </a:moveTo>
                  <a:lnTo>
                    <a:pt x="11782" y="7087"/>
                  </a:lnTo>
                  <a:lnTo>
                    <a:pt x="121" y="7087"/>
                  </a:lnTo>
                  <a:lnTo>
                    <a:pt x="121" y="111"/>
                  </a:lnTo>
                  <a:close/>
                  <a:moveTo>
                    <a:pt x="102" y="0"/>
                  </a:moveTo>
                  <a:cubicBezTo>
                    <a:pt x="47" y="0"/>
                    <a:pt x="0" y="47"/>
                    <a:pt x="0" y="93"/>
                  </a:cubicBezTo>
                  <a:lnTo>
                    <a:pt x="0" y="7106"/>
                  </a:lnTo>
                  <a:cubicBezTo>
                    <a:pt x="0" y="7162"/>
                    <a:pt x="47" y="7199"/>
                    <a:pt x="102" y="7199"/>
                  </a:cubicBezTo>
                  <a:lnTo>
                    <a:pt x="11800" y="7199"/>
                  </a:lnTo>
                  <a:cubicBezTo>
                    <a:pt x="11856" y="7199"/>
                    <a:pt x="11893" y="7162"/>
                    <a:pt x="11893" y="7106"/>
                  </a:cubicBezTo>
                  <a:lnTo>
                    <a:pt x="11893" y="93"/>
                  </a:lnTo>
                  <a:cubicBezTo>
                    <a:pt x="11893" y="47"/>
                    <a:pt x="11856" y="0"/>
                    <a:pt x="11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3">
              <a:extLst>
                <a:ext uri="{FF2B5EF4-FFF2-40B4-BE49-F238E27FC236}">
                  <a16:creationId xmlns:a16="http://schemas.microsoft.com/office/drawing/2014/main" id="{717CF519-3E13-78AE-D38E-C86D7B7943F0}"/>
                </a:ext>
              </a:extLst>
            </p:cNvPr>
            <p:cNvSpPr/>
            <p:nvPr/>
          </p:nvSpPr>
          <p:spPr>
            <a:xfrm>
              <a:off x="1961950" y="3064475"/>
              <a:ext cx="65200" cy="100675"/>
            </a:xfrm>
            <a:custGeom>
              <a:avLst/>
              <a:gdLst/>
              <a:ahLst/>
              <a:cxnLst/>
              <a:rect l="l" t="t" r="r" b="b"/>
              <a:pathLst>
                <a:path w="2608" h="4027" extrusionOk="0">
                  <a:moveTo>
                    <a:pt x="19" y="0"/>
                  </a:moveTo>
                  <a:cubicBezTo>
                    <a:pt x="10" y="0"/>
                    <a:pt x="1" y="10"/>
                    <a:pt x="1" y="28"/>
                  </a:cubicBezTo>
                  <a:lnTo>
                    <a:pt x="1" y="4008"/>
                  </a:lnTo>
                  <a:cubicBezTo>
                    <a:pt x="1" y="4017"/>
                    <a:pt x="10" y="4026"/>
                    <a:pt x="19" y="4026"/>
                  </a:cubicBezTo>
                  <a:lnTo>
                    <a:pt x="2589" y="4026"/>
                  </a:lnTo>
                  <a:cubicBezTo>
                    <a:pt x="2598" y="4026"/>
                    <a:pt x="2607" y="4017"/>
                    <a:pt x="2607" y="4008"/>
                  </a:cubicBezTo>
                  <a:lnTo>
                    <a:pt x="2607" y="28"/>
                  </a:lnTo>
                  <a:cubicBezTo>
                    <a:pt x="2607" y="10"/>
                    <a:pt x="2598" y="0"/>
                    <a:pt x="25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3">
              <a:extLst>
                <a:ext uri="{FF2B5EF4-FFF2-40B4-BE49-F238E27FC236}">
                  <a16:creationId xmlns:a16="http://schemas.microsoft.com/office/drawing/2014/main" id="{59A9386D-A515-2AE2-4D8B-2DE877303E96}"/>
                </a:ext>
              </a:extLst>
            </p:cNvPr>
            <p:cNvSpPr/>
            <p:nvPr/>
          </p:nvSpPr>
          <p:spPr>
            <a:xfrm>
              <a:off x="1960575" y="3063075"/>
              <a:ext cx="67975" cy="103475"/>
            </a:xfrm>
            <a:custGeom>
              <a:avLst/>
              <a:gdLst/>
              <a:ahLst/>
              <a:cxnLst/>
              <a:rect l="l" t="t" r="r" b="b"/>
              <a:pathLst>
                <a:path w="2719" h="4139" extrusionOk="0">
                  <a:moveTo>
                    <a:pt x="2597" y="121"/>
                  </a:moveTo>
                  <a:lnTo>
                    <a:pt x="2597" y="4018"/>
                  </a:lnTo>
                  <a:lnTo>
                    <a:pt x="111" y="4018"/>
                  </a:lnTo>
                  <a:lnTo>
                    <a:pt x="111" y="121"/>
                  </a:lnTo>
                  <a:close/>
                  <a:moveTo>
                    <a:pt x="74" y="1"/>
                  </a:moveTo>
                  <a:cubicBezTo>
                    <a:pt x="37" y="1"/>
                    <a:pt x="0" y="38"/>
                    <a:pt x="0" y="84"/>
                  </a:cubicBezTo>
                  <a:lnTo>
                    <a:pt x="0" y="4064"/>
                  </a:lnTo>
                  <a:cubicBezTo>
                    <a:pt x="0" y="4101"/>
                    <a:pt x="37" y="4138"/>
                    <a:pt x="74" y="4138"/>
                  </a:cubicBezTo>
                  <a:lnTo>
                    <a:pt x="2644" y="4138"/>
                  </a:lnTo>
                  <a:cubicBezTo>
                    <a:pt x="2681" y="4138"/>
                    <a:pt x="2718" y="4101"/>
                    <a:pt x="2718" y="4064"/>
                  </a:cubicBezTo>
                  <a:lnTo>
                    <a:pt x="2718" y="84"/>
                  </a:lnTo>
                  <a:cubicBezTo>
                    <a:pt x="2718" y="38"/>
                    <a:pt x="2681" y="1"/>
                    <a:pt x="26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3">
              <a:extLst>
                <a:ext uri="{FF2B5EF4-FFF2-40B4-BE49-F238E27FC236}">
                  <a16:creationId xmlns:a16="http://schemas.microsoft.com/office/drawing/2014/main" id="{9ECAA48F-0FAF-3DDB-398D-E34D886315E8}"/>
                </a:ext>
              </a:extLst>
            </p:cNvPr>
            <p:cNvSpPr/>
            <p:nvPr/>
          </p:nvSpPr>
          <p:spPr>
            <a:xfrm>
              <a:off x="1963575" y="3066550"/>
              <a:ext cx="62875" cy="97200"/>
            </a:xfrm>
            <a:custGeom>
              <a:avLst/>
              <a:gdLst/>
              <a:ahLst/>
              <a:cxnLst/>
              <a:rect l="l" t="t" r="r" b="b"/>
              <a:pathLst>
                <a:path w="2515" h="3888" extrusionOk="0">
                  <a:moveTo>
                    <a:pt x="1" y="1"/>
                  </a:moveTo>
                  <a:lnTo>
                    <a:pt x="2515" y="3888"/>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3">
              <a:extLst>
                <a:ext uri="{FF2B5EF4-FFF2-40B4-BE49-F238E27FC236}">
                  <a16:creationId xmlns:a16="http://schemas.microsoft.com/office/drawing/2014/main" id="{6C7E8C88-1418-7CBA-0A15-5108B097D5B6}"/>
                </a:ext>
              </a:extLst>
            </p:cNvPr>
            <p:cNvSpPr/>
            <p:nvPr/>
          </p:nvSpPr>
          <p:spPr>
            <a:xfrm>
              <a:off x="1961950" y="3065075"/>
              <a:ext cx="66125" cy="100075"/>
            </a:xfrm>
            <a:custGeom>
              <a:avLst/>
              <a:gdLst/>
              <a:ahLst/>
              <a:cxnLst/>
              <a:rect l="l" t="t" r="r" b="b"/>
              <a:pathLst>
                <a:path w="2645" h="4003" extrusionOk="0">
                  <a:moveTo>
                    <a:pt x="60" y="1"/>
                  </a:moveTo>
                  <a:cubicBezTo>
                    <a:pt x="53" y="1"/>
                    <a:pt x="45" y="2"/>
                    <a:pt x="38" y="4"/>
                  </a:cubicBezTo>
                  <a:cubicBezTo>
                    <a:pt x="10" y="23"/>
                    <a:pt x="1" y="60"/>
                    <a:pt x="19" y="88"/>
                  </a:cubicBezTo>
                  <a:lnTo>
                    <a:pt x="2533" y="3984"/>
                  </a:lnTo>
                  <a:cubicBezTo>
                    <a:pt x="2542" y="3993"/>
                    <a:pt x="2561" y="4002"/>
                    <a:pt x="2580" y="4002"/>
                  </a:cubicBezTo>
                  <a:cubicBezTo>
                    <a:pt x="2589" y="4002"/>
                    <a:pt x="2598" y="4002"/>
                    <a:pt x="2607" y="3993"/>
                  </a:cubicBezTo>
                  <a:cubicBezTo>
                    <a:pt x="2635" y="3984"/>
                    <a:pt x="2645" y="3947"/>
                    <a:pt x="2626" y="3919"/>
                  </a:cubicBezTo>
                  <a:lnTo>
                    <a:pt x="112" y="23"/>
                  </a:lnTo>
                  <a:cubicBezTo>
                    <a:pt x="98" y="9"/>
                    <a:pt x="80" y="1"/>
                    <a:pt x="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3">
              <a:extLst>
                <a:ext uri="{FF2B5EF4-FFF2-40B4-BE49-F238E27FC236}">
                  <a16:creationId xmlns:a16="http://schemas.microsoft.com/office/drawing/2014/main" id="{060090E2-38E6-9B08-2046-BE8836288B08}"/>
                </a:ext>
              </a:extLst>
            </p:cNvPr>
            <p:cNvSpPr/>
            <p:nvPr/>
          </p:nvSpPr>
          <p:spPr>
            <a:xfrm>
              <a:off x="1962425" y="3066100"/>
              <a:ext cx="62625" cy="99050"/>
            </a:xfrm>
            <a:custGeom>
              <a:avLst/>
              <a:gdLst/>
              <a:ahLst/>
              <a:cxnLst/>
              <a:rect l="l" t="t" r="r" b="b"/>
              <a:pathLst>
                <a:path w="2505" h="3962" extrusionOk="0">
                  <a:moveTo>
                    <a:pt x="2505" y="0"/>
                  </a:moveTo>
                  <a:lnTo>
                    <a:pt x="0" y="396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3">
              <a:extLst>
                <a:ext uri="{FF2B5EF4-FFF2-40B4-BE49-F238E27FC236}">
                  <a16:creationId xmlns:a16="http://schemas.microsoft.com/office/drawing/2014/main" id="{63074F2F-2547-ABF2-E102-71BA8A463E68}"/>
                </a:ext>
              </a:extLst>
            </p:cNvPr>
            <p:cNvSpPr/>
            <p:nvPr/>
          </p:nvSpPr>
          <p:spPr>
            <a:xfrm>
              <a:off x="1960800" y="3064700"/>
              <a:ext cx="66125" cy="101850"/>
            </a:xfrm>
            <a:custGeom>
              <a:avLst/>
              <a:gdLst/>
              <a:ahLst/>
              <a:cxnLst/>
              <a:rect l="l" t="t" r="r" b="b"/>
              <a:pathLst>
                <a:path w="2645" h="4074" extrusionOk="0">
                  <a:moveTo>
                    <a:pt x="2575" y="0"/>
                  </a:moveTo>
                  <a:cubicBezTo>
                    <a:pt x="2555" y="0"/>
                    <a:pt x="2536" y="11"/>
                    <a:pt x="2524" y="29"/>
                  </a:cubicBezTo>
                  <a:lnTo>
                    <a:pt x="19" y="3980"/>
                  </a:lnTo>
                  <a:cubicBezTo>
                    <a:pt x="0" y="4008"/>
                    <a:pt x="10" y="4045"/>
                    <a:pt x="37" y="4064"/>
                  </a:cubicBezTo>
                  <a:cubicBezTo>
                    <a:pt x="47" y="4073"/>
                    <a:pt x="56" y="4073"/>
                    <a:pt x="65" y="4073"/>
                  </a:cubicBezTo>
                  <a:cubicBezTo>
                    <a:pt x="84" y="4073"/>
                    <a:pt x="102" y="4064"/>
                    <a:pt x="121" y="4045"/>
                  </a:cubicBezTo>
                  <a:lnTo>
                    <a:pt x="2626" y="93"/>
                  </a:lnTo>
                  <a:cubicBezTo>
                    <a:pt x="2644" y="66"/>
                    <a:pt x="2635" y="29"/>
                    <a:pt x="2607" y="10"/>
                  </a:cubicBezTo>
                  <a:cubicBezTo>
                    <a:pt x="2597" y="3"/>
                    <a:pt x="2586" y="0"/>
                    <a:pt x="25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3">
              <a:extLst>
                <a:ext uri="{FF2B5EF4-FFF2-40B4-BE49-F238E27FC236}">
                  <a16:creationId xmlns:a16="http://schemas.microsoft.com/office/drawing/2014/main" id="{B7DF56DF-EC6D-ACD3-7642-3E62DD53F1E9}"/>
                </a:ext>
              </a:extLst>
            </p:cNvPr>
            <p:cNvSpPr/>
            <p:nvPr/>
          </p:nvSpPr>
          <p:spPr>
            <a:xfrm>
              <a:off x="1797750" y="3070275"/>
              <a:ext cx="138475" cy="3025"/>
            </a:xfrm>
            <a:custGeom>
              <a:avLst/>
              <a:gdLst/>
              <a:ahLst/>
              <a:cxnLst/>
              <a:rect l="l" t="t" r="r" b="b"/>
              <a:pathLst>
                <a:path w="5539" h="121" extrusionOk="0">
                  <a:moveTo>
                    <a:pt x="66" y="0"/>
                  </a:moveTo>
                  <a:cubicBezTo>
                    <a:pt x="29" y="0"/>
                    <a:pt x="1" y="28"/>
                    <a:pt x="1" y="56"/>
                  </a:cubicBezTo>
                  <a:cubicBezTo>
                    <a:pt x="1" y="93"/>
                    <a:pt x="29" y="121"/>
                    <a:pt x="66" y="121"/>
                  </a:cubicBezTo>
                  <a:lnTo>
                    <a:pt x="5483" y="121"/>
                  </a:lnTo>
                  <a:cubicBezTo>
                    <a:pt x="5511" y="121"/>
                    <a:pt x="5539" y="93"/>
                    <a:pt x="5539" y="56"/>
                  </a:cubicBezTo>
                  <a:cubicBezTo>
                    <a:pt x="5539" y="28"/>
                    <a:pt x="5511" y="0"/>
                    <a:pt x="54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3">
              <a:extLst>
                <a:ext uri="{FF2B5EF4-FFF2-40B4-BE49-F238E27FC236}">
                  <a16:creationId xmlns:a16="http://schemas.microsoft.com/office/drawing/2014/main" id="{5EEA4915-8D9D-CF3E-954C-37778DB68D3D}"/>
                </a:ext>
              </a:extLst>
            </p:cNvPr>
            <p:cNvSpPr/>
            <p:nvPr/>
          </p:nvSpPr>
          <p:spPr>
            <a:xfrm>
              <a:off x="1798000" y="3090900"/>
              <a:ext cx="50350" cy="2825"/>
            </a:xfrm>
            <a:custGeom>
              <a:avLst/>
              <a:gdLst/>
              <a:ahLst/>
              <a:cxnLst/>
              <a:rect l="l" t="t" r="r" b="b"/>
              <a:pathLst>
                <a:path w="2014" h="113" extrusionOk="0">
                  <a:moveTo>
                    <a:pt x="56" y="1"/>
                  </a:moveTo>
                  <a:cubicBezTo>
                    <a:pt x="19" y="1"/>
                    <a:pt x="0" y="29"/>
                    <a:pt x="0" y="57"/>
                  </a:cubicBezTo>
                  <a:cubicBezTo>
                    <a:pt x="0" y="94"/>
                    <a:pt x="19" y="112"/>
                    <a:pt x="56" y="112"/>
                  </a:cubicBezTo>
                  <a:lnTo>
                    <a:pt x="1957" y="112"/>
                  </a:lnTo>
                  <a:cubicBezTo>
                    <a:pt x="1985" y="112"/>
                    <a:pt x="2013" y="94"/>
                    <a:pt x="2013" y="57"/>
                  </a:cubicBezTo>
                  <a:cubicBezTo>
                    <a:pt x="2013" y="29"/>
                    <a:pt x="1995" y="1"/>
                    <a:pt x="1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3">
              <a:extLst>
                <a:ext uri="{FF2B5EF4-FFF2-40B4-BE49-F238E27FC236}">
                  <a16:creationId xmlns:a16="http://schemas.microsoft.com/office/drawing/2014/main" id="{E56E9E7D-CC38-A22E-510B-5B347C51285A}"/>
                </a:ext>
              </a:extLst>
            </p:cNvPr>
            <p:cNvSpPr/>
            <p:nvPr/>
          </p:nvSpPr>
          <p:spPr>
            <a:xfrm>
              <a:off x="1865025" y="3090900"/>
              <a:ext cx="60775" cy="2825"/>
            </a:xfrm>
            <a:custGeom>
              <a:avLst/>
              <a:gdLst/>
              <a:ahLst/>
              <a:cxnLst/>
              <a:rect l="l" t="t" r="r" b="b"/>
              <a:pathLst>
                <a:path w="2431" h="113" extrusionOk="0">
                  <a:moveTo>
                    <a:pt x="56" y="1"/>
                  </a:moveTo>
                  <a:cubicBezTo>
                    <a:pt x="28" y="1"/>
                    <a:pt x="0" y="29"/>
                    <a:pt x="0" y="57"/>
                  </a:cubicBezTo>
                  <a:cubicBezTo>
                    <a:pt x="0" y="94"/>
                    <a:pt x="28" y="112"/>
                    <a:pt x="56" y="112"/>
                  </a:cubicBezTo>
                  <a:lnTo>
                    <a:pt x="2375" y="112"/>
                  </a:lnTo>
                  <a:cubicBezTo>
                    <a:pt x="2403" y="112"/>
                    <a:pt x="2431" y="94"/>
                    <a:pt x="2431" y="57"/>
                  </a:cubicBezTo>
                  <a:cubicBezTo>
                    <a:pt x="2431" y="29"/>
                    <a:pt x="2403" y="1"/>
                    <a:pt x="23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3">
              <a:extLst>
                <a:ext uri="{FF2B5EF4-FFF2-40B4-BE49-F238E27FC236}">
                  <a16:creationId xmlns:a16="http://schemas.microsoft.com/office/drawing/2014/main" id="{11D0051C-B321-29FA-97BE-96839C1E689E}"/>
                </a:ext>
              </a:extLst>
            </p:cNvPr>
            <p:cNvSpPr/>
            <p:nvPr/>
          </p:nvSpPr>
          <p:spPr>
            <a:xfrm>
              <a:off x="1798000" y="3153300"/>
              <a:ext cx="89775" cy="2800"/>
            </a:xfrm>
            <a:custGeom>
              <a:avLst/>
              <a:gdLst/>
              <a:ahLst/>
              <a:cxnLst/>
              <a:rect l="l" t="t" r="r" b="b"/>
              <a:pathLst>
                <a:path w="3591" h="112" extrusionOk="0">
                  <a:moveTo>
                    <a:pt x="56" y="0"/>
                  </a:moveTo>
                  <a:cubicBezTo>
                    <a:pt x="19" y="0"/>
                    <a:pt x="0" y="28"/>
                    <a:pt x="0" y="56"/>
                  </a:cubicBezTo>
                  <a:cubicBezTo>
                    <a:pt x="0" y="93"/>
                    <a:pt x="19" y="112"/>
                    <a:pt x="56" y="112"/>
                  </a:cubicBezTo>
                  <a:lnTo>
                    <a:pt x="3525" y="112"/>
                  </a:lnTo>
                  <a:cubicBezTo>
                    <a:pt x="3562" y="112"/>
                    <a:pt x="3590" y="93"/>
                    <a:pt x="3590" y="56"/>
                  </a:cubicBezTo>
                  <a:cubicBezTo>
                    <a:pt x="3590" y="28"/>
                    <a:pt x="3562" y="0"/>
                    <a:pt x="3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3">
              <a:extLst>
                <a:ext uri="{FF2B5EF4-FFF2-40B4-BE49-F238E27FC236}">
                  <a16:creationId xmlns:a16="http://schemas.microsoft.com/office/drawing/2014/main" id="{998CBDBC-ADB8-E4E2-384A-9DA6B0DA8D7D}"/>
                </a:ext>
              </a:extLst>
            </p:cNvPr>
            <p:cNvSpPr/>
            <p:nvPr/>
          </p:nvSpPr>
          <p:spPr>
            <a:xfrm>
              <a:off x="1797750" y="3112475"/>
              <a:ext cx="139650" cy="3050"/>
            </a:xfrm>
            <a:custGeom>
              <a:avLst/>
              <a:gdLst/>
              <a:ahLst/>
              <a:cxnLst/>
              <a:rect l="l" t="t" r="r" b="b"/>
              <a:pathLst>
                <a:path w="5586" h="122" extrusionOk="0">
                  <a:moveTo>
                    <a:pt x="66" y="1"/>
                  </a:moveTo>
                  <a:cubicBezTo>
                    <a:pt x="29" y="1"/>
                    <a:pt x="1" y="29"/>
                    <a:pt x="1" y="56"/>
                  </a:cubicBezTo>
                  <a:cubicBezTo>
                    <a:pt x="1" y="93"/>
                    <a:pt x="29" y="121"/>
                    <a:pt x="66" y="121"/>
                  </a:cubicBezTo>
                  <a:lnTo>
                    <a:pt x="5530" y="121"/>
                  </a:lnTo>
                  <a:cubicBezTo>
                    <a:pt x="5567" y="121"/>
                    <a:pt x="5585" y="93"/>
                    <a:pt x="5585" y="56"/>
                  </a:cubicBezTo>
                  <a:cubicBezTo>
                    <a:pt x="5585" y="29"/>
                    <a:pt x="5567" y="1"/>
                    <a:pt x="55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3">
              <a:extLst>
                <a:ext uri="{FF2B5EF4-FFF2-40B4-BE49-F238E27FC236}">
                  <a16:creationId xmlns:a16="http://schemas.microsoft.com/office/drawing/2014/main" id="{2EC27D3B-FCB8-A5D5-00EE-25135BBC3300}"/>
                </a:ext>
              </a:extLst>
            </p:cNvPr>
            <p:cNvSpPr/>
            <p:nvPr/>
          </p:nvSpPr>
          <p:spPr>
            <a:xfrm>
              <a:off x="1798000" y="3133125"/>
              <a:ext cx="46175" cy="2800"/>
            </a:xfrm>
            <a:custGeom>
              <a:avLst/>
              <a:gdLst/>
              <a:ahLst/>
              <a:cxnLst/>
              <a:rect l="l" t="t" r="r" b="b"/>
              <a:pathLst>
                <a:path w="1847" h="112" extrusionOk="0">
                  <a:moveTo>
                    <a:pt x="56" y="0"/>
                  </a:moveTo>
                  <a:cubicBezTo>
                    <a:pt x="19" y="0"/>
                    <a:pt x="0" y="19"/>
                    <a:pt x="0" y="56"/>
                  </a:cubicBezTo>
                  <a:cubicBezTo>
                    <a:pt x="0" y="84"/>
                    <a:pt x="19" y="112"/>
                    <a:pt x="56" y="112"/>
                  </a:cubicBezTo>
                  <a:lnTo>
                    <a:pt x="1790" y="112"/>
                  </a:lnTo>
                  <a:cubicBezTo>
                    <a:pt x="1818" y="112"/>
                    <a:pt x="1846" y="84"/>
                    <a:pt x="1846" y="56"/>
                  </a:cubicBezTo>
                  <a:cubicBezTo>
                    <a:pt x="1846" y="19"/>
                    <a:pt x="1818" y="0"/>
                    <a:pt x="17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3">
              <a:extLst>
                <a:ext uri="{FF2B5EF4-FFF2-40B4-BE49-F238E27FC236}">
                  <a16:creationId xmlns:a16="http://schemas.microsoft.com/office/drawing/2014/main" id="{45AA7496-E3A3-91E1-0607-6D009B88B804}"/>
                </a:ext>
              </a:extLst>
            </p:cNvPr>
            <p:cNvSpPr/>
            <p:nvPr/>
          </p:nvSpPr>
          <p:spPr>
            <a:xfrm>
              <a:off x="1854575" y="3133125"/>
              <a:ext cx="81650" cy="2800"/>
            </a:xfrm>
            <a:custGeom>
              <a:avLst/>
              <a:gdLst/>
              <a:ahLst/>
              <a:cxnLst/>
              <a:rect l="l" t="t" r="r" b="b"/>
              <a:pathLst>
                <a:path w="3266" h="112" extrusionOk="0">
                  <a:moveTo>
                    <a:pt x="56" y="0"/>
                  </a:moveTo>
                  <a:cubicBezTo>
                    <a:pt x="19" y="0"/>
                    <a:pt x="1" y="19"/>
                    <a:pt x="1" y="56"/>
                  </a:cubicBezTo>
                  <a:cubicBezTo>
                    <a:pt x="1" y="84"/>
                    <a:pt x="19" y="112"/>
                    <a:pt x="56" y="112"/>
                  </a:cubicBezTo>
                  <a:lnTo>
                    <a:pt x="3210" y="112"/>
                  </a:lnTo>
                  <a:cubicBezTo>
                    <a:pt x="3238" y="112"/>
                    <a:pt x="3266" y="84"/>
                    <a:pt x="3266" y="56"/>
                  </a:cubicBezTo>
                  <a:cubicBezTo>
                    <a:pt x="3266" y="19"/>
                    <a:pt x="3238" y="0"/>
                    <a:pt x="3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3">
              <a:extLst>
                <a:ext uri="{FF2B5EF4-FFF2-40B4-BE49-F238E27FC236}">
                  <a16:creationId xmlns:a16="http://schemas.microsoft.com/office/drawing/2014/main" id="{E7493DE7-80CF-C832-3F73-F47E703C97A5}"/>
                </a:ext>
              </a:extLst>
            </p:cNvPr>
            <p:cNvSpPr/>
            <p:nvPr/>
          </p:nvSpPr>
          <p:spPr>
            <a:xfrm>
              <a:off x="1869425" y="3103200"/>
              <a:ext cx="725" cy="8375"/>
            </a:xfrm>
            <a:custGeom>
              <a:avLst/>
              <a:gdLst/>
              <a:ahLst/>
              <a:cxnLst/>
              <a:rect l="l" t="t" r="r" b="b"/>
              <a:pathLst>
                <a:path w="29" h="335" extrusionOk="0">
                  <a:moveTo>
                    <a:pt x="19" y="335"/>
                  </a:moveTo>
                  <a:cubicBezTo>
                    <a:pt x="28" y="223"/>
                    <a:pt x="19" y="112"/>
                    <a:pt x="0" y="1"/>
                  </a:cubicBezTo>
                  <a:lnTo>
                    <a:pt x="0" y="1"/>
                  </a:lnTo>
                  <a:lnTo>
                    <a:pt x="0" y="1"/>
                  </a:lnTo>
                  <a:cubicBezTo>
                    <a:pt x="19" y="112"/>
                    <a:pt x="28" y="223"/>
                    <a:pt x="19" y="33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3">
              <a:extLst>
                <a:ext uri="{FF2B5EF4-FFF2-40B4-BE49-F238E27FC236}">
                  <a16:creationId xmlns:a16="http://schemas.microsoft.com/office/drawing/2014/main" id="{DD43D1C8-F2E7-10C0-56CE-26D4E6E1F993}"/>
                </a:ext>
              </a:extLst>
            </p:cNvPr>
            <p:cNvSpPr/>
            <p:nvPr/>
          </p:nvSpPr>
          <p:spPr>
            <a:xfrm>
              <a:off x="2089275" y="2890075"/>
              <a:ext cx="172800" cy="172100"/>
            </a:xfrm>
            <a:custGeom>
              <a:avLst/>
              <a:gdLst/>
              <a:ahLst/>
              <a:cxnLst/>
              <a:rect l="l" t="t" r="r" b="b"/>
              <a:pathLst>
                <a:path w="6912" h="6884" extrusionOk="0">
                  <a:moveTo>
                    <a:pt x="6448" y="1568"/>
                  </a:moveTo>
                  <a:cubicBezTo>
                    <a:pt x="4259" y="1485"/>
                    <a:pt x="3563" y="204"/>
                    <a:pt x="3461" y="0"/>
                  </a:cubicBezTo>
                  <a:lnTo>
                    <a:pt x="3442" y="0"/>
                  </a:lnTo>
                  <a:cubicBezTo>
                    <a:pt x="3349" y="204"/>
                    <a:pt x="2654" y="1485"/>
                    <a:pt x="464" y="1568"/>
                  </a:cubicBezTo>
                  <a:cubicBezTo>
                    <a:pt x="464" y="1568"/>
                    <a:pt x="1" y="6077"/>
                    <a:pt x="3387" y="6884"/>
                  </a:cubicBezTo>
                  <a:lnTo>
                    <a:pt x="3516" y="6884"/>
                  </a:lnTo>
                  <a:cubicBezTo>
                    <a:pt x="6912" y="6077"/>
                    <a:pt x="6448" y="1568"/>
                    <a:pt x="6448" y="15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3">
              <a:extLst>
                <a:ext uri="{FF2B5EF4-FFF2-40B4-BE49-F238E27FC236}">
                  <a16:creationId xmlns:a16="http://schemas.microsoft.com/office/drawing/2014/main" id="{2B40CAED-AD8D-936E-CC8A-72DC199D8687}"/>
                </a:ext>
              </a:extLst>
            </p:cNvPr>
            <p:cNvSpPr/>
            <p:nvPr/>
          </p:nvSpPr>
          <p:spPr>
            <a:xfrm>
              <a:off x="2083250" y="2879400"/>
              <a:ext cx="173025" cy="172350"/>
            </a:xfrm>
            <a:custGeom>
              <a:avLst/>
              <a:gdLst/>
              <a:ahLst/>
              <a:cxnLst/>
              <a:rect l="l" t="t" r="r" b="b"/>
              <a:pathLst>
                <a:path w="6921" h="6894" extrusionOk="0">
                  <a:moveTo>
                    <a:pt x="3451" y="1"/>
                  </a:moveTo>
                  <a:cubicBezTo>
                    <a:pt x="3349" y="205"/>
                    <a:pt x="2654" y="1485"/>
                    <a:pt x="464" y="1568"/>
                  </a:cubicBezTo>
                  <a:cubicBezTo>
                    <a:pt x="464" y="1568"/>
                    <a:pt x="0" y="6086"/>
                    <a:pt x="3396" y="6893"/>
                  </a:cubicBezTo>
                  <a:lnTo>
                    <a:pt x="3526" y="6893"/>
                  </a:lnTo>
                  <a:cubicBezTo>
                    <a:pt x="6921" y="6086"/>
                    <a:pt x="6457" y="1568"/>
                    <a:pt x="6457" y="1568"/>
                  </a:cubicBezTo>
                  <a:cubicBezTo>
                    <a:pt x="4258" y="1485"/>
                    <a:pt x="3563" y="205"/>
                    <a:pt x="34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3">
              <a:extLst>
                <a:ext uri="{FF2B5EF4-FFF2-40B4-BE49-F238E27FC236}">
                  <a16:creationId xmlns:a16="http://schemas.microsoft.com/office/drawing/2014/main" id="{827F82B7-1C7D-1DA7-040D-4C99291BAA9F}"/>
                </a:ext>
              </a:extLst>
            </p:cNvPr>
            <p:cNvSpPr/>
            <p:nvPr/>
          </p:nvSpPr>
          <p:spPr>
            <a:xfrm>
              <a:off x="2082550" y="2877775"/>
              <a:ext cx="174200" cy="175600"/>
            </a:xfrm>
            <a:custGeom>
              <a:avLst/>
              <a:gdLst/>
              <a:ahLst/>
              <a:cxnLst/>
              <a:rect l="l" t="t" r="r" b="b"/>
              <a:pathLst>
                <a:path w="6968" h="7024" extrusionOk="0">
                  <a:moveTo>
                    <a:pt x="3489" y="177"/>
                  </a:moveTo>
                  <a:cubicBezTo>
                    <a:pt x="3693" y="548"/>
                    <a:pt x="4453" y="1596"/>
                    <a:pt x="6429" y="1689"/>
                  </a:cubicBezTo>
                  <a:cubicBezTo>
                    <a:pt x="6466" y="2181"/>
                    <a:pt x="6652" y="6160"/>
                    <a:pt x="3544" y="6903"/>
                  </a:cubicBezTo>
                  <a:lnTo>
                    <a:pt x="3424" y="6903"/>
                  </a:lnTo>
                  <a:cubicBezTo>
                    <a:pt x="316" y="6160"/>
                    <a:pt x="511" y="2181"/>
                    <a:pt x="539" y="1689"/>
                  </a:cubicBezTo>
                  <a:cubicBezTo>
                    <a:pt x="2524" y="1596"/>
                    <a:pt x="3275" y="548"/>
                    <a:pt x="3489" y="177"/>
                  </a:cubicBezTo>
                  <a:close/>
                  <a:moveTo>
                    <a:pt x="3479" y="1"/>
                  </a:moveTo>
                  <a:cubicBezTo>
                    <a:pt x="3461" y="1"/>
                    <a:pt x="3433" y="19"/>
                    <a:pt x="3424" y="38"/>
                  </a:cubicBezTo>
                  <a:cubicBezTo>
                    <a:pt x="3312" y="279"/>
                    <a:pt x="2626" y="1494"/>
                    <a:pt x="492" y="1578"/>
                  </a:cubicBezTo>
                  <a:cubicBezTo>
                    <a:pt x="464" y="1578"/>
                    <a:pt x="437" y="1606"/>
                    <a:pt x="437" y="1633"/>
                  </a:cubicBezTo>
                  <a:cubicBezTo>
                    <a:pt x="427" y="1680"/>
                    <a:pt x="1" y="6207"/>
                    <a:pt x="3405" y="7023"/>
                  </a:cubicBezTo>
                  <a:lnTo>
                    <a:pt x="3563" y="7023"/>
                  </a:lnTo>
                  <a:cubicBezTo>
                    <a:pt x="6967" y="6207"/>
                    <a:pt x="6541" y="1680"/>
                    <a:pt x="6541" y="1633"/>
                  </a:cubicBezTo>
                  <a:cubicBezTo>
                    <a:pt x="6531" y="1606"/>
                    <a:pt x="6513" y="1578"/>
                    <a:pt x="6485" y="1578"/>
                  </a:cubicBezTo>
                  <a:cubicBezTo>
                    <a:pt x="4342" y="1494"/>
                    <a:pt x="3665" y="279"/>
                    <a:pt x="3544" y="38"/>
                  </a:cubicBezTo>
                  <a:cubicBezTo>
                    <a:pt x="3535" y="19"/>
                    <a:pt x="3516" y="1"/>
                    <a:pt x="3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3">
              <a:extLst>
                <a:ext uri="{FF2B5EF4-FFF2-40B4-BE49-F238E27FC236}">
                  <a16:creationId xmlns:a16="http://schemas.microsoft.com/office/drawing/2014/main" id="{C3CA1CF1-98F1-5D6F-2340-1D37135EB5C0}"/>
                </a:ext>
              </a:extLst>
            </p:cNvPr>
            <p:cNvSpPr/>
            <p:nvPr/>
          </p:nvSpPr>
          <p:spPr>
            <a:xfrm>
              <a:off x="2118275" y="2895650"/>
              <a:ext cx="121550" cy="139850"/>
            </a:xfrm>
            <a:custGeom>
              <a:avLst/>
              <a:gdLst/>
              <a:ahLst/>
              <a:cxnLst/>
              <a:rect l="l" t="t" r="r" b="b"/>
              <a:pathLst>
                <a:path w="4862" h="5594" extrusionOk="0">
                  <a:moveTo>
                    <a:pt x="2050" y="0"/>
                  </a:moveTo>
                  <a:cubicBezTo>
                    <a:pt x="2004" y="102"/>
                    <a:pt x="1763" y="547"/>
                    <a:pt x="1169" y="881"/>
                  </a:cubicBezTo>
                  <a:lnTo>
                    <a:pt x="0" y="3850"/>
                  </a:lnTo>
                  <a:cubicBezTo>
                    <a:pt x="334" y="4629"/>
                    <a:pt x="928" y="5343"/>
                    <a:pt x="2004" y="5594"/>
                  </a:cubicBezTo>
                  <a:lnTo>
                    <a:pt x="2115" y="5594"/>
                  </a:lnTo>
                  <a:cubicBezTo>
                    <a:pt x="4861" y="4935"/>
                    <a:pt x="4490" y="1271"/>
                    <a:pt x="4490" y="1271"/>
                  </a:cubicBezTo>
                  <a:cubicBezTo>
                    <a:pt x="2709" y="1206"/>
                    <a:pt x="2143" y="167"/>
                    <a:pt x="20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3">
              <a:extLst>
                <a:ext uri="{FF2B5EF4-FFF2-40B4-BE49-F238E27FC236}">
                  <a16:creationId xmlns:a16="http://schemas.microsoft.com/office/drawing/2014/main" id="{6BF021E6-63FE-6ACE-95A6-E878A6207457}"/>
                </a:ext>
              </a:extLst>
            </p:cNvPr>
            <p:cNvSpPr/>
            <p:nvPr/>
          </p:nvSpPr>
          <p:spPr>
            <a:xfrm>
              <a:off x="2116650" y="2894025"/>
              <a:ext cx="123850" cy="142875"/>
            </a:xfrm>
            <a:custGeom>
              <a:avLst/>
              <a:gdLst/>
              <a:ahLst/>
              <a:cxnLst/>
              <a:rect l="l" t="t" r="r" b="b"/>
              <a:pathLst>
                <a:path w="4954" h="5715" extrusionOk="0">
                  <a:moveTo>
                    <a:pt x="2115" y="0"/>
                  </a:moveTo>
                  <a:cubicBezTo>
                    <a:pt x="2097" y="0"/>
                    <a:pt x="2069" y="19"/>
                    <a:pt x="2060" y="37"/>
                  </a:cubicBezTo>
                  <a:cubicBezTo>
                    <a:pt x="2023" y="121"/>
                    <a:pt x="1791" y="566"/>
                    <a:pt x="1197" y="891"/>
                  </a:cubicBezTo>
                  <a:cubicBezTo>
                    <a:pt x="1169" y="909"/>
                    <a:pt x="1160" y="946"/>
                    <a:pt x="1178" y="974"/>
                  </a:cubicBezTo>
                  <a:cubicBezTo>
                    <a:pt x="1190" y="992"/>
                    <a:pt x="1206" y="1002"/>
                    <a:pt x="1223" y="1002"/>
                  </a:cubicBezTo>
                  <a:cubicBezTo>
                    <a:pt x="1233" y="1002"/>
                    <a:pt x="1243" y="999"/>
                    <a:pt x="1253" y="993"/>
                  </a:cubicBezTo>
                  <a:cubicBezTo>
                    <a:pt x="1763" y="714"/>
                    <a:pt x="2013" y="362"/>
                    <a:pt x="2125" y="176"/>
                  </a:cubicBezTo>
                  <a:cubicBezTo>
                    <a:pt x="2301" y="492"/>
                    <a:pt x="2922" y="1317"/>
                    <a:pt x="4499" y="1392"/>
                  </a:cubicBezTo>
                  <a:cubicBezTo>
                    <a:pt x="4527" y="1828"/>
                    <a:pt x="4657" y="5000"/>
                    <a:pt x="2171" y="5603"/>
                  </a:cubicBezTo>
                  <a:lnTo>
                    <a:pt x="2069" y="5603"/>
                  </a:lnTo>
                  <a:cubicBezTo>
                    <a:pt x="1169" y="5381"/>
                    <a:pt x="510" y="4805"/>
                    <a:pt x="121" y="3887"/>
                  </a:cubicBezTo>
                  <a:cubicBezTo>
                    <a:pt x="107" y="3866"/>
                    <a:pt x="88" y="3856"/>
                    <a:pt x="63" y="3856"/>
                  </a:cubicBezTo>
                  <a:cubicBezTo>
                    <a:pt x="55" y="3856"/>
                    <a:pt x="47" y="3857"/>
                    <a:pt x="37" y="3859"/>
                  </a:cubicBezTo>
                  <a:cubicBezTo>
                    <a:pt x="10" y="3868"/>
                    <a:pt x="0" y="3906"/>
                    <a:pt x="10" y="3933"/>
                  </a:cubicBezTo>
                  <a:cubicBezTo>
                    <a:pt x="418" y="4889"/>
                    <a:pt x="1104" y="5492"/>
                    <a:pt x="2050" y="5714"/>
                  </a:cubicBezTo>
                  <a:lnTo>
                    <a:pt x="2190" y="5714"/>
                  </a:lnTo>
                  <a:cubicBezTo>
                    <a:pt x="4954" y="5056"/>
                    <a:pt x="4611" y="1373"/>
                    <a:pt x="4611" y="1336"/>
                  </a:cubicBezTo>
                  <a:cubicBezTo>
                    <a:pt x="4601" y="1308"/>
                    <a:pt x="4583" y="1280"/>
                    <a:pt x="4555" y="1280"/>
                  </a:cubicBezTo>
                  <a:cubicBezTo>
                    <a:pt x="2820" y="1215"/>
                    <a:pt x="2273" y="232"/>
                    <a:pt x="2180" y="37"/>
                  </a:cubicBezTo>
                  <a:cubicBezTo>
                    <a:pt x="2171" y="19"/>
                    <a:pt x="2152" y="0"/>
                    <a:pt x="2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3">
              <a:extLst>
                <a:ext uri="{FF2B5EF4-FFF2-40B4-BE49-F238E27FC236}">
                  <a16:creationId xmlns:a16="http://schemas.microsoft.com/office/drawing/2014/main" id="{21B9DA67-828E-32AB-EB75-D124B7AF6E8B}"/>
                </a:ext>
              </a:extLst>
            </p:cNvPr>
            <p:cNvSpPr/>
            <p:nvPr/>
          </p:nvSpPr>
          <p:spPr>
            <a:xfrm>
              <a:off x="2107375" y="2926025"/>
              <a:ext cx="16250" cy="33650"/>
            </a:xfrm>
            <a:custGeom>
              <a:avLst/>
              <a:gdLst/>
              <a:ahLst/>
              <a:cxnLst/>
              <a:rect l="l" t="t" r="r" b="b"/>
              <a:pathLst>
                <a:path w="650" h="1346" extrusionOk="0">
                  <a:moveTo>
                    <a:pt x="650" y="0"/>
                  </a:moveTo>
                  <a:cubicBezTo>
                    <a:pt x="473" y="28"/>
                    <a:pt x="278" y="56"/>
                    <a:pt x="65" y="56"/>
                  </a:cubicBezTo>
                  <a:cubicBezTo>
                    <a:pt x="65" y="56"/>
                    <a:pt x="0" y="622"/>
                    <a:pt x="102" y="1345"/>
                  </a:cubicBezTo>
                  <a:lnTo>
                    <a:pt x="6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3">
              <a:extLst>
                <a:ext uri="{FF2B5EF4-FFF2-40B4-BE49-F238E27FC236}">
                  <a16:creationId xmlns:a16="http://schemas.microsoft.com/office/drawing/2014/main" id="{785F9948-5DF9-5193-79A3-09F4B30A63B7}"/>
                </a:ext>
              </a:extLst>
            </p:cNvPr>
            <p:cNvSpPr/>
            <p:nvPr/>
          </p:nvSpPr>
          <p:spPr>
            <a:xfrm>
              <a:off x="2105975" y="2924575"/>
              <a:ext cx="19050" cy="36500"/>
            </a:xfrm>
            <a:custGeom>
              <a:avLst/>
              <a:gdLst/>
              <a:ahLst/>
              <a:cxnLst/>
              <a:rect l="l" t="t" r="r" b="b"/>
              <a:pathLst>
                <a:path w="762" h="1460" extrusionOk="0">
                  <a:moveTo>
                    <a:pt x="710" y="0"/>
                  </a:moveTo>
                  <a:cubicBezTo>
                    <a:pt x="706" y="0"/>
                    <a:pt x="701" y="1"/>
                    <a:pt x="696" y="3"/>
                  </a:cubicBezTo>
                  <a:cubicBezTo>
                    <a:pt x="511" y="30"/>
                    <a:pt x="316" y="58"/>
                    <a:pt x="112" y="58"/>
                  </a:cubicBezTo>
                  <a:cubicBezTo>
                    <a:pt x="84" y="58"/>
                    <a:pt x="65" y="86"/>
                    <a:pt x="56" y="114"/>
                  </a:cubicBezTo>
                  <a:cubicBezTo>
                    <a:pt x="56" y="123"/>
                    <a:pt x="0" y="689"/>
                    <a:pt x="103" y="1413"/>
                  </a:cubicBezTo>
                  <a:cubicBezTo>
                    <a:pt x="103" y="1440"/>
                    <a:pt x="130" y="1459"/>
                    <a:pt x="158" y="1459"/>
                  </a:cubicBezTo>
                  <a:lnTo>
                    <a:pt x="167" y="1459"/>
                  </a:lnTo>
                  <a:cubicBezTo>
                    <a:pt x="195" y="1459"/>
                    <a:pt x="223" y="1431"/>
                    <a:pt x="214" y="1394"/>
                  </a:cubicBezTo>
                  <a:cubicBezTo>
                    <a:pt x="140" y="810"/>
                    <a:pt x="158" y="327"/>
                    <a:pt x="177" y="179"/>
                  </a:cubicBezTo>
                  <a:cubicBezTo>
                    <a:pt x="362" y="170"/>
                    <a:pt x="539" y="142"/>
                    <a:pt x="715" y="114"/>
                  </a:cubicBezTo>
                  <a:cubicBezTo>
                    <a:pt x="743" y="105"/>
                    <a:pt x="761" y="77"/>
                    <a:pt x="761" y="49"/>
                  </a:cubicBezTo>
                  <a:cubicBezTo>
                    <a:pt x="753" y="18"/>
                    <a:pt x="733" y="0"/>
                    <a:pt x="7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3">
              <a:extLst>
                <a:ext uri="{FF2B5EF4-FFF2-40B4-BE49-F238E27FC236}">
                  <a16:creationId xmlns:a16="http://schemas.microsoft.com/office/drawing/2014/main" id="{C4D9F6FE-F5A0-0BCB-4372-CCE2ABD6BED0}"/>
                </a:ext>
              </a:extLst>
            </p:cNvPr>
            <p:cNvSpPr/>
            <p:nvPr/>
          </p:nvSpPr>
          <p:spPr>
            <a:xfrm>
              <a:off x="2134725" y="2938300"/>
              <a:ext cx="69850" cy="69850"/>
            </a:xfrm>
            <a:custGeom>
              <a:avLst/>
              <a:gdLst/>
              <a:ahLst/>
              <a:cxnLst/>
              <a:rect l="l" t="t" r="r" b="b"/>
              <a:pathLst>
                <a:path w="2794" h="2794" extrusionOk="0">
                  <a:moveTo>
                    <a:pt x="1402" y="1"/>
                  </a:moveTo>
                  <a:cubicBezTo>
                    <a:pt x="622" y="1"/>
                    <a:pt x="1" y="622"/>
                    <a:pt x="1" y="1402"/>
                  </a:cubicBezTo>
                  <a:cubicBezTo>
                    <a:pt x="1" y="2172"/>
                    <a:pt x="622" y="2793"/>
                    <a:pt x="1402" y="2793"/>
                  </a:cubicBezTo>
                  <a:cubicBezTo>
                    <a:pt x="2172" y="2793"/>
                    <a:pt x="2793" y="2172"/>
                    <a:pt x="2793" y="1402"/>
                  </a:cubicBezTo>
                  <a:cubicBezTo>
                    <a:pt x="2793" y="622"/>
                    <a:pt x="2172" y="1"/>
                    <a:pt x="1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3">
              <a:extLst>
                <a:ext uri="{FF2B5EF4-FFF2-40B4-BE49-F238E27FC236}">
                  <a16:creationId xmlns:a16="http://schemas.microsoft.com/office/drawing/2014/main" id="{A231BA16-AFE7-9DB0-52A6-9D464F269815}"/>
                </a:ext>
              </a:extLst>
            </p:cNvPr>
            <p:cNvSpPr/>
            <p:nvPr/>
          </p:nvSpPr>
          <p:spPr>
            <a:xfrm>
              <a:off x="2133575" y="2937150"/>
              <a:ext cx="72150" cy="72150"/>
            </a:xfrm>
            <a:custGeom>
              <a:avLst/>
              <a:gdLst/>
              <a:ahLst/>
              <a:cxnLst/>
              <a:rect l="l" t="t" r="r" b="b"/>
              <a:pathLst>
                <a:path w="2886" h="2886" extrusionOk="0">
                  <a:moveTo>
                    <a:pt x="1448" y="93"/>
                  </a:moveTo>
                  <a:cubicBezTo>
                    <a:pt x="2190" y="93"/>
                    <a:pt x="2802" y="696"/>
                    <a:pt x="2802" y="1448"/>
                  </a:cubicBezTo>
                  <a:cubicBezTo>
                    <a:pt x="2802" y="2190"/>
                    <a:pt x="2190" y="2802"/>
                    <a:pt x="1448" y="2802"/>
                  </a:cubicBezTo>
                  <a:cubicBezTo>
                    <a:pt x="696" y="2802"/>
                    <a:pt x="93" y="2190"/>
                    <a:pt x="93" y="1448"/>
                  </a:cubicBezTo>
                  <a:cubicBezTo>
                    <a:pt x="93" y="696"/>
                    <a:pt x="696" y="93"/>
                    <a:pt x="1448" y="93"/>
                  </a:cubicBezTo>
                  <a:close/>
                  <a:moveTo>
                    <a:pt x="1448" y="1"/>
                  </a:moveTo>
                  <a:cubicBezTo>
                    <a:pt x="650" y="1"/>
                    <a:pt x="0" y="650"/>
                    <a:pt x="0" y="1448"/>
                  </a:cubicBezTo>
                  <a:cubicBezTo>
                    <a:pt x="0" y="2236"/>
                    <a:pt x="650" y="2886"/>
                    <a:pt x="1448" y="2886"/>
                  </a:cubicBezTo>
                  <a:cubicBezTo>
                    <a:pt x="2236" y="2886"/>
                    <a:pt x="2885" y="2236"/>
                    <a:pt x="2885" y="1448"/>
                  </a:cubicBezTo>
                  <a:cubicBezTo>
                    <a:pt x="2885" y="650"/>
                    <a:pt x="2236" y="1"/>
                    <a:pt x="14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3">
              <a:extLst>
                <a:ext uri="{FF2B5EF4-FFF2-40B4-BE49-F238E27FC236}">
                  <a16:creationId xmlns:a16="http://schemas.microsoft.com/office/drawing/2014/main" id="{6F4BB316-F11C-98EA-5298-4A5DE372A319}"/>
                </a:ext>
              </a:extLst>
            </p:cNvPr>
            <p:cNvSpPr/>
            <p:nvPr/>
          </p:nvSpPr>
          <p:spPr>
            <a:xfrm>
              <a:off x="2144250" y="2947825"/>
              <a:ext cx="50800" cy="50800"/>
            </a:xfrm>
            <a:custGeom>
              <a:avLst/>
              <a:gdLst/>
              <a:ahLst/>
              <a:cxnLst/>
              <a:rect l="l" t="t" r="r" b="b"/>
              <a:pathLst>
                <a:path w="2032" h="2032" extrusionOk="0">
                  <a:moveTo>
                    <a:pt x="1021" y="0"/>
                  </a:moveTo>
                  <a:cubicBezTo>
                    <a:pt x="455" y="0"/>
                    <a:pt x="0" y="455"/>
                    <a:pt x="0" y="1021"/>
                  </a:cubicBezTo>
                  <a:cubicBezTo>
                    <a:pt x="0" y="1577"/>
                    <a:pt x="455" y="2032"/>
                    <a:pt x="1021" y="2032"/>
                  </a:cubicBezTo>
                  <a:cubicBezTo>
                    <a:pt x="1577" y="2032"/>
                    <a:pt x="2032" y="1577"/>
                    <a:pt x="2032" y="1021"/>
                  </a:cubicBezTo>
                  <a:cubicBezTo>
                    <a:pt x="2032" y="455"/>
                    <a:pt x="1577" y="0"/>
                    <a:pt x="10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3">
              <a:extLst>
                <a:ext uri="{FF2B5EF4-FFF2-40B4-BE49-F238E27FC236}">
                  <a16:creationId xmlns:a16="http://schemas.microsoft.com/office/drawing/2014/main" id="{ABE8B4C7-9122-E8BE-D4C7-5FB6662688E8}"/>
                </a:ext>
              </a:extLst>
            </p:cNvPr>
            <p:cNvSpPr/>
            <p:nvPr/>
          </p:nvSpPr>
          <p:spPr>
            <a:xfrm>
              <a:off x="2142850" y="2946425"/>
              <a:ext cx="53825" cy="53825"/>
            </a:xfrm>
            <a:custGeom>
              <a:avLst/>
              <a:gdLst/>
              <a:ahLst/>
              <a:cxnLst/>
              <a:rect l="l" t="t" r="r" b="b"/>
              <a:pathLst>
                <a:path w="2153" h="2153" extrusionOk="0">
                  <a:moveTo>
                    <a:pt x="1077" y="112"/>
                  </a:moveTo>
                  <a:cubicBezTo>
                    <a:pt x="1605" y="112"/>
                    <a:pt x="2032" y="548"/>
                    <a:pt x="2032" y="1077"/>
                  </a:cubicBezTo>
                  <a:cubicBezTo>
                    <a:pt x="2032" y="1605"/>
                    <a:pt x="1605" y="2032"/>
                    <a:pt x="1077" y="2032"/>
                  </a:cubicBezTo>
                  <a:cubicBezTo>
                    <a:pt x="548" y="2032"/>
                    <a:pt x="112" y="1605"/>
                    <a:pt x="112" y="1077"/>
                  </a:cubicBezTo>
                  <a:cubicBezTo>
                    <a:pt x="112" y="548"/>
                    <a:pt x="548" y="112"/>
                    <a:pt x="1077" y="112"/>
                  </a:cubicBezTo>
                  <a:close/>
                  <a:moveTo>
                    <a:pt x="1077" y="1"/>
                  </a:moveTo>
                  <a:cubicBezTo>
                    <a:pt x="483" y="1"/>
                    <a:pt x="0" y="483"/>
                    <a:pt x="0" y="1077"/>
                  </a:cubicBezTo>
                  <a:cubicBezTo>
                    <a:pt x="0" y="1670"/>
                    <a:pt x="483" y="2153"/>
                    <a:pt x="1077" y="2153"/>
                  </a:cubicBezTo>
                  <a:cubicBezTo>
                    <a:pt x="1670" y="2153"/>
                    <a:pt x="2153" y="1670"/>
                    <a:pt x="2153" y="1077"/>
                  </a:cubicBezTo>
                  <a:cubicBezTo>
                    <a:pt x="2153" y="483"/>
                    <a:pt x="1670" y="1"/>
                    <a:pt x="10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3">
              <a:extLst>
                <a:ext uri="{FF2B5EF4-FFF2-40B4-BE49-F238E27FC236}">
                  <a16:creationId xmlns:a16="http://schemas.microsoft.com/office/drawing/2014/main" id="{8A515C39-5CFA-853B-9A50-637DE666754A}"/>
                </a:ext>
              </a:extLst>
            </p:cNvPr>
            <p:cNvSpPr/>
            <p:nvPr/>
          </p:nvSpPr>
          <p:spPr>
            <a:xfrm>
              <a:off x="2154900" y="2949850"/>
              <a:ext cx="45950" cy="34400"/>
            </a:xfrm>
            <a:custGeom>
              <a:avLst/>
              <a:gdLst/>
              <a:ahLst/>
              <a:cxnLst/>
              <a:rect l="l" t="t" r="r" b="b"/>
              <a:pathLst>
                <a:path w="1838" h="1376" extrusionOk="0">
                  <a:moveTo>
                    <a:pt x="1657" y="0"/>
                  </a:moveTo>
                  <a:cubicBezTo>
                    <a:pt x="1615" y="0"/>
                    <a:pt x="1573" y="17"/>
                    <a:pt x="1541" y="49"/>
                  </a:cubicBezTo>
                  <a:lnTo>
                    <a:pt x="613" y="977"/>
                  </a:lnTo>
                  <a:lnTo>
                    <a:pt x="298" y="661"/>
                  </a:lnTo>
                  <a:cubicBezTo>
                    <a:pt x="265" y="629"/>
                    <a:pt x="224" y="613"/>
                    <a:pt x="182" y="613"/>
                  </a:cubicBezTo>
                  <a:cubicBezTo>
                    <a:pt x="140" y="613"/>
                    <a:pt x="98" y="629"/>
                    <a:pt x="66" y="661"/>
                  </a:cubicBezTo>
                  <a:cubicBezTo>
                    <a:pt x="1" y="726"/>
                    <a:pt x="1" y="828"/>
                    <a:pt x="66" y="893"/>
                  </a:cubicBezTo>
                  <a:lnTo>
                    <a:pt x="493" y="1320"/>
                  </a:lnTo>
                  <a:cubicBezTo>
                    <a:pt x="530" y="1357"/>
                    <a:pt x="567" y="1376"/>
                    <a:pt x="613" y="1376"/>
                  </a:cubicBezTo>
                  <a:cubicBezTo>
                    <a:pt x="650" y="1376"/>
                    <a:pt x="697" y="1357"/>
                    <a:pt x="724" y="1329"/>
                  </a:cubicBezTo>
                  <a:lnTo>
                    <a:pt x="1773" y="281"/>
                  </a:lnTo>
                  <a:cubicBezTo>
                    <a:pt x="1838" y="216"/>
                    <a:pt x="1838" y="114"/>
                    <a:pt x="1773" y="49"/>
                  </a:cubicBezTo>
                  <a:cubicBezTo>
                    <a:pt x="1740" y="17"/>
                    <a:pt x="1699"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32716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AAEDA803-F983-C551-3C50-1DEEADB85211}"/>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BBDB02B1-711D-412E-26D5-C980BBA5BED0}"/>
              </a:ext>
            </a:extLst>
          </p:cNvPr>
          <p:cNvSpPr txBox="1">
            <a:spLocks noGrp="1"/>
          </p:cNvSpPr>
          <p:nvPr>
            <p:ph type="title"/>
          </p:nvPr>
        </p:nvSpPr>
        <p:spPr>
          <a:xfrm>
            <a:off x="4121924" y="2235261"/>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Team Formation</a:t>
            </a:r>
            <a:endParaRPr dirty="0"/>
          </a:p>
        </p:txBody>
      </p:sp>
      <p:sp>
        <p:nvSpPr>
          <p:cNvPr id="1290" name="Google Shape;1290;p28">
            <a:extLst>
              <a:ext uri="{FF2B5EF4-FFF2-40B4-BE49-F238E27FC236}">
                <a16:creationId xmlns:a16="http://schemas.microsoft.com/office/drawing/2014/main" id="{8B7D1201-39D7-2DDF-5029-595768D4BE77}"/>
              </a:ext>
            </a:extLst>
          </p:cNvPr>
          <p:cNvSpPr txBox="1">
            <a:spLocks noGrp="1"/>
          </p:cNvSpPr>
          <p:nvPr>
            <p:ph type="title" idx="2"/>
          </p:nvPr>
        </p:nvSpPr>
        <p:spPr>
          <a:xfrm>
            <a:off x="4121924" y="1290061"/>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grpSp>
        <p:nvGrpSpPr>
          <p:cNvPr id="1291" name="Google Shape;1291;p28">
            <a:extLst>
              <a:ext uri="{FF2B5EF4-FFF2-40B4-BE49-F238E27FC236}">
                <a16:creationId xmlns:a16="http://schemas.microsoft.com/office/drawing/2014/main" id="{2A22C58E-F09E-98A7-64D5-63A7F57B19B8}"/>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FB24E047-5EC9-FE03-54B5-04203D8FFE46}"/>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3" name="Google Shape;1293;p28">
              <a:extLst>
                <a:ext uri="{FF2B5EF4-FFF2-40B4-BE49-F238E27FC236}">
                  <a16:creationId xmlns:a16="http://schemas.microsoft.com/office/drawing/2014/main" id="{953CA664-19AD-E319-21DF-4626D01E4FC5}"/>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4" name="Google Shape;1294;p28">
              <a:extLst>
                <a:ext uri="{FF2B5EF4-FFF2-40B4-BE49-F238E27FC236}">
                  <a16:creationId xmlns:a16="http://schemas.microsoft.com/office/drawing/2014/main" id="{F5E586EB-3111-7914-E0AA-35ACC08C7BB3}"/>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5" name="Google Shape;1295;p28">
              <a:extLst>
                <a:ext uri="{FF2B5EF4-FFF2-40B4-BE49-F238E27FC236}">
                  <a16:creationId xmlns:a16="http://schemas.microsoft.com/office/drawing/2014/main" id="{61101E32-2FB2-02EB-403D-61F52BA83624}"/>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6" name="Google Shape;1296;p28">
              <a:extLst>
                <a:ext uri="{FF2B5EF4-FFF2-40B4-BE49-F238E27FC236}">
                  <a16:creationId xmlns:a16="http://schemas.microsoft.com/office/drawing/2014/main" id="{FAE7A915-D92D-3C17-34D7-AE81B9FE2FC5}"/>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7" name="Google Shape;1297;p28">
              <a:extLst>
                <a:ext uri="{FF2B5EF4-FFF2-40B4-BE49-F238E27FC236}">
                  <a16:creationId xmlns:a16="http://schemas.microsoft.com/office/drawing/2014/main" id="{5B2FE073-BC94-C9FE-FE39-F81910300882}"/>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8" name="Google Shape;1298;p28">
              <a:extLst>
                <a:ext uri="{FF2B5EF4-FFF2-40B4-BE49-F238E27FC236}">
                  <a16:creationId xmlns:a16="http://schemas.microsoft.com/office/drawing/2014/main" id="{ECA7699B-09EB-62F9-2304-DFFA1F2F8448}"/>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9" name="Google Shape;1299;p28">
              <a:extLst>
                <a:ext uri="{FF2B5EF4-FFF2-40B4-BE49-F238E27FC236}">
                  <a16:creationId xmlns:a16="http://schemas.microsoft.com/office/drawing/2014/main" id="{66478E9F-557B-3C37-12F7-AA59C38F206F}"/>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0" name="Google Shape;1300;p28">
              <a:extLst>
                <a:ext uri="{FF2B5EF4-FFF2-40B4-BE49-F238E27FC236}">
                  <a16:creationId xmlns:a16="http://schemas.microsoft.com/office/drawing/2014/main" id="{3973EE62-365D-0788-DC2A-5C5531F091EE}"/>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1" name="Google Shape;1301;p28">
              <a:extLst>
                <a:ext uri="{FF2B5EF4-FFF2-40B4-BE49-F238E27FC236}">
                  <a16:creationId xmlns:a16="http://schemas.microsoft.com/office/drawing/2014/main" id="{9A426A30-E435-34CF-EBDE-9B808C212256}"/>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2" name="Google Shape;1302;p28">
              <a:extLst>
                <a:ext uri="{FF2B5EF4-FFF2-40B4-BE49-F238E27FC236}">
                  <a16:creationId xmlns:a16="http://schemas.microsoft.com/office/drawing/2014/main" id="{60A8BEF7-954D-CD6F-D903-329EA0699334}"/>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3" name="Google Shape;1303;p28">
              <a:extLst>
                <a:ext uri="{FF2B5EF4-FFF2-40B4-BE49-F238E27FC236}">
                  <a16:creationId xmlns:a16="http://schemas.microsoft.com/office/drawing/2014/main" id="{1E0A1860-ED7B-E442-2F8B-76FF2630E6E6}"/>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4" name="Google Shape;1304;p28">
              <a:extLst>
                <a:ext uri="{FF2B5EF4-FFF2-40B4-BE49-F238E27FC236}">
                  <a16:creationId xmlns:a16="http://schemas.microsoft.com/office/drawing/2014/main" id="{B4422F09-7AAA-F7C4-6B8B-8A4CF1D3D374}"/>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5" name="Google Shape;1305;p28">
              <a:extLst>
                <a:ext uri="{FF2B5EF4-FFF2-40B4-BE49-F238E27FC236}">
                  <a16:creationId xmlns:a16="http://schemas.microsoft.com/office/drawing/2014/main" id="{40D04D86-74F9-600C-5782-C62FC12052A6}"/>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6" name="Google Shape;1306;p28">
              <a:extLst>
                <a:ext uri="{FF2B5EF4-FFF2-40B4-BE49-F238E27FC236}">
                  <a16:creationId xmlns:a16="http://schemas.microsoft.com/office/drawing/2014/main" id="{7C98B16C-A435-D5C8-A7DA-B97DBF7EE40C}"/>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7" name="Google Shape;1307;p28">
              <a:extLst>
                <a:ext uri="{FF2B5EF4-FFF2-40B4-BE49-F238E27FC236}">
                  <a16:creationId xmlns:a16="http://schemas.microsoft.com/office/drawing/2014/main" id="{B56F0F3C-65C4-4A7C-B4A6-CB007068ABAC}"/>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8" name="Google Shape;1308;p28">
              <a:extLst>
                <a:ext uri="{FF2B5EF4-FFF2-40B4-BE49-F238E27FC236}">
                  <a16:creationId xmlns:a16="http://schemas.microsoft.com/office/drawing/2014/main" id="{708127CC-3B47-B7FD-7EBA-4C7598F37C27}"/>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9" name="Google Shape;1309;p28">
              <a:extLst>
                <a:ext uri="{FF2B5EF4-FFF2-40B4-BE49-F238E27FC236}">
                  <a16:creationId xmlns:a16="http://schemas.microsoft.com/office/drawing/2014/main" id="{5F62F2A8-5242-9C7B-F969-3114CED72177}"/>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0" name="Google Shape;1310;p28">
              <a:extLst>
                <a:ext uri="{FF2B5EF4-FFF2-40B4-BE49-F238E27FC236}">
                  <a16:creationId xmlns:a16="http://schemas.microsoft.com/office/drawing/2014/main" id="{CE46FC21-235B-B007-037E-B318200E50B3}"/>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1" name="Google Shape;1311;p28">
              <a:extLst>
                <a:ext uri="{FF2B5EF4-FFF2-40B4-BE49-F238E27FC236}">
                  <a16:creationId xmlns:a16="http://schemas.microsoft.com/office/drawing/2014/main" id="{84930685-B76C-9E70-BD61-C6D790A47297}"/>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2" name="Google Shape;1312;p28">
              <a:extLst>
                <a:ext uri="{FF2B5EF4-FFF2-40B4-BE49-F238E27FC236}">
                  <a16:creationId xmlns:a16="http://schemas.microsoft.com/office/drawing/2014/main" id="{38EB9337-5C27-2C9A-E278-01019A4B1A7A}"/>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3" name="Google Shape;1313;p28">
              <a:extLst>
                <a:ext uri="{FF2B5EF4-FFF2-40B4-BE49-F238E27FC236}">
                  <a16:creationId xmlns:a16="http://schemas.microsoft.com/office/drawing/2014/main" id="{12085A5A-F299-BEAD-B3CF-1D631E09288E}"/>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4" name="Google Shape;1314;p28">
              <a:extLst>
                <a:ext uri="{FF2B5EF4-FFF2-40B4-BE49-F238E27FC236}">
                  <a16:creationId xmlns:a16="http://schemas.microsoft.com/office/drawing/2014/main" id="{820EEEF5-D323-1403-1E79-AD6158EE57AA}"/>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5" name="Google Shape;1315;p28">
              <a:extLst>
                <a:ext uri="{FF2B5EF4-FFF2-40B4-BE49-F238E27FC236}">
                  <a16:creationId xmlns:a16="http://schemas.microsoft.com/office/drawing/2014/main" id="{8B537890-4FED-009D-A8D5-4FCFF303D923}"/>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6" name="Google Shape;1316;p28">
              <a:extLst>
                <a:ext uri="{FF2B5EF4-FFF2-40B4-BE49-F238E27FC236}">
                  <a16:creationId xmlns:a16="http://schemas.microsoft.com/office/drawing/2014/main" id="{34D36185-46D7-1454-A35F-1EC58F98812E}"/>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7" name="Google Shape;1317;p28">
              <a:extLst>
                <a:ext uri="{FF2B5EF4-FFF2-40B4-BE49-F238E27FC236}">
                  <a16:creationId xmlns:a16="http://schemas.microsoft.com/office/drawing/2014/main" id="{D6F30737-94EA-ED2F-E7A5-6DF2170B0826}"/>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8" name="Google Shape;1318;p28">
              <a:extLst>
                <a:ext uri="{FF2B5EF4-FFF2-40B4-BE49-F238E27FC236}">
                  <a16:creationId xmlns:a16="http://schemas.microsoft.com/office/drawing/2014/main" id="{9A55EF9C-B0E4-FAC5-E436-85F7C5513498}"/>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9" name="Google Shape;1319;p28">
              <a:extLst>
                <a:ext uri="{FF2B5EF4-FFF2-40B4-BE49-F238E27FC236}">
                  <a16:creationId xmlns:a16="http://schemas.microsoft.com/office/drawing/2014/main" id="{835D0048-EE99-DD70-58AF-0DBD8A479042}"/>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0" name="Google Shape;1320;p28">
              <a:extLst>
                <a:ext uri="{FF2B5EF4-FFF2-40B4-BE49-F238E27FC236}">
                  <a16:creationId xmlns:a16="http://schemas.microsoft.com/office/drawing/2014/main" id="{F30EE5E2-4C50-C6B5-126B-F22A718A0E7C}"/>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1" name="Google Shape;1321;p28">
              <a:extLst>
                <a:ext uri="{FF2B5EF4-FFF2-40B4-BE49-F238E27FC236}">
                  <a16:creationId xmlns:a16="http://schemas.microsoft.com/office/drawing/2014/main" id="{F2C2B834-ADAC-B04E-AE9B-8E26658C78CA}"/>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2" name="Google Shape;1322;p28">
              <a:extLst>
                <a:ext uri="{FF2B5EF4-FFF2-40B4-BE49-F238E27FC236}">
                  <a16:creationId xmlns:a16="http://schemas.microsoft.com/office/drawing/2014/main" id="{F3C4ED26-C701-B5E2-4F9B-F625E93641EE}"/>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3" name="Google Shape;1323;p28">
              <a:extLst>
                <a:ext uri="{FF2B5EF4-FFF2-40B4-BE49-F238E27FC236}">
                  <a16:creationId xmlns:a16="http://schemas.microsoft.com/office/drawing/2014/main" id="{3B1B3C2D-DA4B-567C-10AF-49B831894996}"/>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4" name="Google Shape;1324;p28">
              <a:extLst>
                <a:ext uri="{FF2B5EF4-FFF2-40B4-BE49-F238E27FC236}">
                  <a16:creationId xmlns:a16="http://schemas.microsoft.com/office/drawing/2014/main" id="{524E1C96-ADBF-5C2B-0E21-B968643226E5}"/>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5" name="Google Shape;1325;p28">
              <a:extLst>
                <a:ext uri="{FF2B5EF4-FFF2-40B4-BE49-F238E27FC236}">
                  <a16:creationId xmlns:a16="http://schemas.microsoft.com/office/drawing/2014/main" id="{D1F07DE1-79F3-E040-B962-331B67EBA942}"/>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6" name="Google Shape;1326;p28">
              <a:extLst>
                <a:ext uri="{FF2B5EF4-FFF2-40B4-BE49-F238E27FC236}">
                  <a16:creationId xmlns:a16="http://schemas.microsoft.com/office/drawing/2014/main" id="{545C42AB-1480-9BC7-7E4C-B0916D780848}"/>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7" name="Google Shape;1327;p28">
              <a:extLst>
                <a:ext uri="{FF2B5EF4-FFF2-40B4-BE49-F238E27FC236}">
                  <a16:creationId xmlns:a16="http://schemas.microsoft.com/office/drawing/2014/main" id="{7204B392-9CA0-E175-D63D-CF762371A973}"/>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8" name="Google Shape;1328;p28">
              <a:extLst>
                <a:ext uri="{FF2B5EF4-FFF2-40B4-BE49-F238E27FC236}">
                  <a16:creationId xmlns:a16="http://schemas.microsoft.com/office/drawing/2014/main" id="{5940E7B5-83A2-4981-8F26-F39E50D772B5}"/>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9" name="Google Shape;1329;p28">
              <a:extLst>
                <a:ext uri="{FF2B5EF4-FFF2-40B4-BE49-F238E27FC236}">
                  <a16:creationId xmlns:a16="http://schemas.microsoft.com/office/drawing/2014/main" id="{95D7E57A-4D44-8995-912B-0E6972A1BA87}"/>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0" name="Google Shape;1330;p28">
              <a:extLst>
                <a:ext uri="{FF2B5EF4-FFF2-40B4-BE49-F238E27FC236}">
                  <a16:creationId xmlns:a16="http://schemas.microsoft.com/office/drawing/2014/main" id="{4341B9A0-D584-7AF5-643C-4449E6A5F5B1}"/>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1" name="Google Shape;1331;p28">
              <a:extLst>
                <a:ext uri="{FF2B5EF4-FFF2-40B4-BE49-F238E27FC236}">
                  <a16:creationId xmlns:a16="http://schemas.microsoft.com/office/drawing/2014/main" id="{228AC20E-8F8A-801A-964A-0BEED605D36C}"/>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2" name="Google Shape;1332;p28">
              <a:extLst>
                <a:ext uri="{FF2B5EF4-FFF2-40B4-BE49-F238E27FC236}">
                  <a16:creationId xmlns:a16="http://schemas.microsoft.com/office/drawing/2014/main" id="{360D41C4-8B8A-474A-4B22-7AD67D1B3483}"/>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3" name="Google Shape;1333;p28">
              <a:extLst>
                <a:ext uri="{FF2B5EF4-FFF2-40B4-BE49-F238E27FC236}">
                  <a16:creationId xmlns:a16="http://schemas.microsoft.com/office/drawing/2014/main" id="{85DA3593-0C31-69DE-3D8A-7D9D5217CCF7}"/>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4" name="Google Shape;1334;p28">
              <a:extLst>
                <a:ext uri="{FF2B5EF4-FFF2-40B4-BE49-F238E27FC236}">
                  <a16:creationId xmlns:a16="http://schemas.microsoft.com/office/drawing/2014/main" id="{68B397C4-175D-0D7B-E0B7-44CD0C691300}"/>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5" name="Google Shape;1335;p28">
              <a:extLst>
                <a:ext uri="{FF2B5EF4-FFF2-40B4-BE49-F238E27FC236}">
                  <a16:creationId xmlns:a16="http://schemas.microsoft.com/office/drawing/2014/main" id="{29184557-8432-5193-BE90-04C6EEF10D26}"/>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6" name="Google Shape;1336;p28">
              <a:extLst>
                <a:ext uri="{FF2B5EF4-FFF2-40B4-BE49-F238E27FC236}">
                  <a16:creationId xmlns:a16="http://schemas.microsoft.com/office/drawing/2014/main" id="{7DD2FF95-2CB6-6EC9-2D7C-C56A4A2DC9CE}"/>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7" name="Google Shape;1337;p28">
              <a:extLst>
                <a:ext uri="{FF2B5EF4-FFF2-40B4-BE49-F238E27FC236}">
                  <a16:creationId xmlns:a16="http://schemas.microsoft.com/office/drawing/2014/main" id="{608FE458-DA1A-6448-6D3D-6DC392238D1B}"/>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8" name="Google Shape;1338;p28">
              <a:extLst>
                <a:ext uri="{FF2B5EF4-FFF2-40B4-BE49-F238E27FC236}">
                  <a16:creationId xmlns:a16="http://schemas.microsoft.com/office/drawing/2014/main" id="{F586DFC4-64AB-16D6-15FF-5F0107EC3FBD}"/>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9" name="Google Shape;1339;p28">
              <a:extLst>
                <a:ext uri="{FF2B5EF4-FFF2-40B4-BE49-F238E27FC236}">
                  <a16:creationId xmlns:a16="http://schemas.microsoft.com/office/drawing/2014/main" id="{42788D4B-E5B9-796A-1D73-3C0FCADFFE98}"/>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0" name="Google Shape;1340;p28">
              <a:extLst>
                <a:ext uri="{FF2B5EF4-FFF2-40B4-BE49-F238E27FC236}">
                  <a16:creationId xmlns:a16="http://schemas.microsoft.com/office/drawing/2014/main" id="{5B9AFB03-C823-1732-38B0-28A2D044CF8C}"/>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1" name="Google Shape;1341;p28">
              <a:extLst>
                <a:ext uri="{FF2B5EF4-FFF2-40B4-BE49-F238E27FC236}">
                  <a16:creationId xmlns:a16="http://schemas.microsoft.com/office/drawing/2014/main" id="{2C3DA41A-C2F1-B67F-0289-50FF2ACD47EB}"/>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2" name="Google Shape;1342;p28">
              <a:extLst>
                <a:ext uri="{FF2B5EF4-FFF2-40B4-BE49-F238E27FC236}">
                  <a16:creationId xmlns:a16="http://schemas.microsoft.com/office/drawing/2014/main" id="{4E1E4405-00F3-1826-2A5F-7DA8BD61E23F}"/>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3" name="Google Shape;1343;p28">
              <a:extLst>
                <a:ext uri="{FF2B5EF4-FFF2-40B4-BE49-F238E27FC236}">
                  <a16:creationId xmlns:a16="http://schemas.microsoft.com/office/drawing/2014/main" id="{12D2C4C9-4FDE-64ED-B95C-6E82C184D403}"/>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4" name="Google Shape;1344;p28">
              <a:extLst>
                <a:ext uri="{FF2B5EF4-FFF2-40B4-BE49-F238E27FC236}">
                  <a16:creationId xmlns:a16="http://schemas.microsoft.com/office/drawing/2014/main" id="{603403D6-9466-CEC7-E076-377B909DA623}"/>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5" name="Google Shape;1345;p28">
              <a:extLst>
                <a:ext uri="{FF2B5EF4-FFF2-40B4-BE49-F238E27FC236}">
                  <a16:creationId xmlns:a16="http://schemas.microsoft.com/office/drawing/2014/main" id="{B497E575-787A-87FC-3868-93F0B8AA4DEC}"/>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6" name="Google Shape;1346;p28">
              <a:extLst>
                <a:ext uri="{FF2B5EF4-FFF2-40B4-BE49-F238E27FC236}">
                  <a16:creationId xmlns:a16="http://schemas.microsoft.com/office/drawing/2014/main" id="{C005625A-147B-2B69-2F75-F247BF300202}"/>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7" name="Google Shape;1347;p28">
              <a:extLst>
                <a:ext uri="{FF2B5EF4-FFF2-40B4-BE49-F238E27FC236}">
                  <a16:creationId xmlns:a16="http://schemas.microsoft.com/office/drawing/2014/main" id="{B480B3C5-7BD3-1742-D531-7ED5401EE9EC}"/>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8" name="Google Shape;1348;p28">
              <a:extLst>
                <a:ext uri="{FF2B5EF4-FFF2-40B4-BE49-F238E27FC236}">
                  <a16:creationId xmlns:a16="http://schemas.microsoft.com/office/drawing/2014/main" id="{C9E2AC46-F76E-8B77-E1C5-66EE753E4063}"/>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9" name="Google Shape;1349;p28">
              <a:extLst>
                <a:ext uri="{FF2B5EF4-FFF2-40B4-BE49-F238E27FC236}">
                  <a16:creationId xmlns:a16="http://schemas.microsoft.com/office/drawing/2014/main" id="{03869BA7-E14F-F87C-8108-502602ECE983}"/>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0" name="Google Shape;1350;p28">
              <a:extLst>
                <a:ext uri="{FF2B5EF4-FFF2-40B4-BE49-F238E27FC236}">
                  <a16:creationId xmlns:a16="http://schemas.microsoft.com/office/drawing/2014/main" id="{0D118A50-3196-0D4D-155E-ED2B55223456}"/>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1" name="Google Shape;1351;p28">
              <a:extLst>
                <a:ext uri="{FF2B5EF4-FFF2-40B4-BE49-F238E27FC236}">
                  <a16:creationId xmlns:a16="http://schemas.microsoft.com/office/drawing/2014/main" id="{AE2FCEA0-45BD-110A-E0B2-C51B204C5993}"/>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2" name="Google Shape;1352;p28">
              <a:extLst>
                <a:ext uri="{FF2B5EF4-FFF2-40B4-BE49-F238E27FC236}">
                  <a16:creationId xmlns:a16="http://schemas.microsoft.com/office/drawing/2014/main" id="{D03B66B2-9434-AB13-9C77-06ABB65E4BF1}"/>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3" name="Google Shape;1353;p28">
              <a:extLst>
                <a:ext uri="{FF2B5EF4-FFF2-40B4-BE49-F238E27FC236}">
                  <a16:creationId xmlns:a16="http://schemas.microsoft.com/office/drawing/2014/main" id="{722CA07F-B0C0-9974-CB7C-3B6656AB4B12}"/>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4" name="Google Shape;1354;p28">
              <a:extLst>
                <a:ext uri="{FF2B5EF4-FFF2-40B4-BE49-F238E27FC236}">
                  <a16:creationId xmlns:a16="http://schemas.microsoft.com/office/drawing/2014/main" id="{B6DC26CB-E375-565F-D21F-D9761A2BC9D9}"/>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5" name="Google Shape;1355;p28">
              <a:extLst>
                <a:ext uri="{FF2B5EF4-FFF2-40B4-BE49-F238E27FC236}">
                  <a16:creationId xmlns:a16="http://schemas.microsoft.com/office/drawing/2014/main" id="{41F1EBB2-22C7-3F18-E2DC-3B920BD90D64}"/>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6" name="Google Shape;1356;p28">
              <a:extLst>
                <a:ext uri="{FF2B5EF4-FFF2-40B4-BE49-F238E27FC236}">
                  <a16:creationId xmlns:a16="http://schemas.microsoft.com/office/drawing/2014/main" id="{E78D5A26-E9E6-1FE5-BE9A-E2D6E33EB3B4}"/>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7" name="Google Shape;1357;p28">
              <a:extLst>
                <a:ext uri="{FF2B5EF4-FFF2-40B4-BE49-F238E27FC236}">
                  <a16:creationId xmlns:a16="http://schemas.microsoft.com/office/drawing/2014/main" id="{D4C8E644-0EDF-C7B6-50B1-3A6AFB588D5E}"/>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8" name="Google Shape;1358;p28">
              <a:extLst>
                <a:ext uri="{FF2B5EF4-FFF2-40B4-BE49-F238E27FC236}">
                  <a16:creationId xmlns:a16="http://schemas.microsoft.com/office/drawing/2014/main" id="{F8858E46-8D3F-3A48-2561-BA154EC4E219}"/>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9" name="Google Shape;1359;p28">
              <a:extLst>
                <a:ext uri="{FF2B5EF4-FFF2-40B4-BE49-F238E27FC236}">
                  <a16:creationId xmlns:a16="http://schemas.microsoft.com/office/drawing/2014/main" id="{F93AA0A9-696E-7AF3-4241-2578C1153065}"/>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0" name="Google Shape;1360;p28">
              <a:extLst>
                <a:ext uri="{FF2B5EF4-FFF2-40B4-BE49-F238E27FC236}">
                  <a16:creationId xmlns:a16="http://schemas.microsoft.com/office/drawing/2014/main" id="{1C09C37C-730B-1757-0DF9-080FE44CD711}"/>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1" name="Google Shape;1361;p28">
              <a:extLst>
                <a:ext uri="{FF2B5EF4-FFF2-40B4-BE49-F238E27FC236}">
                  <a16:creationId xmlns:a16="http://schemas.microsoft.com/office/drawing/2014/main" id="{D15A4036-BE30-ADD3-A8AF-4E01BE87BF25}"/>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2" name="Google Shape;1362;p28">
              <a:extLst>
                <a:ext uri="{FF2B5EF4-FFF2-40B4-BE49-F238E27FC236}">
                  <a16:creationId xmlns:a16="http://schemas.microsoft.com/office/drawing/2014/main" id="{0342F518-6A6F-2C06-710F-714B140DA48E}"/>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3" name="Google Shape;1363;p28">
              <a:extLst>
                <a:ext uri="{FF2B5EF4-FFF2-40B4-BE49-F238E27FC236}">
                  <a16:creationId xmlns:a16="http://schemas.microsoft.com/office/drawing/2014/main" id="{29B41E2A-254A-EF2E-C9EC-89D63FBE416F}"/>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4" name="Google Shape;1364;p28">
              <a:extLst>
                <a:ext uri="{FF2B5EF4-FFF2-40B4-BE49-F238E27FC236}">
                  <a16:creationId xmlns:a16="http://schemas.microsoft.com/office/drawing/2014/main" id="{1D3CCFEB-F3F6-D13E-D3F4-2D42AE276C2B}"/>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5" name="Google Shape;1365;p28">
              <a:extLst>
                <a:ext uri="{FF2B5EF4-FFF2-40B4-BE49-F238E27FC236}">
                  <a16:creationId xmlns:a16="http://schemas.microsoft.com/office/drawing/2014/main" id="{EC26556B-D27F-7721-F9DD-BB1D96875C91}"/>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6" name="Google Shape;1366;p28">
              <a:extLst>
                <a:ext uri="{FF2B5EF4-FFF2-40B4-BE49-F238E27FC236}">
                  <a16:creationId xmlns:a16="http://schemas.microsoft.com/office/drawing/2014/main" id="{AA0C4220-DCB8-D5A6-A64F-28CA795647B4}"/>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7" name="Google Shape;1367;p28">
              <a:extLst>
                <a:ext uri="{FF2B5EF4-FFF2-40B4-BE49-F238E27FC236}">
                  <a16:creationId xmlns:a16="http://schemas.microsoft.com/office/drawing/2014/main" id="{77A97877-D9F5-AA1A-F1CA-00B03728C893}"/>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8" name="Google Shape;1368;p28">
              <a:extLst>
                <a:ext uri="{FF2B5EF4-FFF2-40B4-BE49-F238E27FC236}">
                  <a16:creationId xmlns:a16="http://schemas.microsoft.com/office/drawing/2014/main" id="{01F2C744-8748-F169-F1A2-E224D348BD43}"/>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9" name="Google Shape;1369;p28">
              <a:extLst>
                <a:ext uri="{FF2B5EF4-FFF2-40B4-BE49-F238E27FC236}">
                  <a16:creationId xmlns:a16="http://schemas.microsoft.com/office/drawing/2014/main" id="{BD06D881-E180-908B-64F8-9EEA56E64448}"/>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0" name="Google Shape;1370;p28">
              <a:extLst>
                <a:ext uri="{FF2B5EF4-FFF2-40B4-BE49-F238E27FC236}">
                  <a16:creationId xmlns:a16="http://schemas.microsoft.com/office/drawing/2014/main" id="{06C3EF9A-C475-BBC1-56C7-8450D393C714}"/>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1" name="Google Shape;1371;p28">
              <a:extLst>
                <a:ext uri="{FF2B5EF4-FFF2-40B4-BE49-F238E27FC236}">
                  <a16:creationId xmlns:a16="http://schemas.microsoft.com/office/drawing/2014/main" id="{13E35F53-FBBD-7848-D8FB-48579E449466}"/>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2" name="Google Shape;1372;p28">
              <a:extLst>
                <a:ext uri="{FF2B5EF4-FFF2-40B4-BE49-F238E27FC236}">
                  <a16:creationId xmlns:a16="http://schemas.microsoft.com/office/drawing/2014/main" id="{F4D79892-D2E0-9F4F-D1C4-077E68286534}"/>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3" name="Google Shape;1373;p28">
              <a:extLst>
                <a:ext uri="{FF2B5EF4-FFF2-40B4-BE49-F238E27FC236}">
                  <a16:creationId xmlns:a16="http://schemas.microsoft.com/office/drawing/2014/main" id="{D840FC26-4354-704E-C200-0C92FCF94DBB}"/>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4" name="Google Shape;1374;p28">
              <a:extLst>
                <a:ext uri="{FF2B5EF4-FFF2-40B4-BE49-F238E27FC236}">
                  <a16:creationId xmlns:a16="http://schemas.microsoft.com/office/drawing/2014/main" id="{369F4429-BC1E-13EA-677A-CAB66C26059E}"/>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5" name="Google Shape;1375;p28">
              <a:extLst>
                <a:ext uri="{FF2B5EF4-FFF2-40B4-BE49-F238E27FC236}">
                  <a16:creationId xmlns:a16="http://schemas.microsoft.com/office/drawing/2014/main" id="{5F4066C7-D859-C732-1A5E-A6788195618D}"/>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6" name="Google Shape;1376;p28">
              <a:extLst>
                <a:ext uri="{FF2B5EF4-FFF2-40B4-BE49-F238E27FC236}">
                  <a16:creationId xmlns:a16="http://schemas.microsoft.com/office/drawing/2014/main" id="{5FAFCF49-31F5-29CA-6926-A8E5CE510B13}"/>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7" name="Google Shape;1377;p28">
              <a:extLst>
                <a:ext uri="{FF2B5EF4-FFF2-40B4-BE49-F238E27FC236}">
                  <a16:creationId xmlns:a16="http://schemas.microsoft.com/office/drawing/2014/main" id="{513C80AC-65F7-F0A4-E183-8A922A41D58E}"/>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8" name="Google Shape;1378;p28">
              <a:extLst>
                <a:ext uri="{FF2B5EF4-FFF2-40B4-BE49-F238E27FC236}">
                  <a16:creationId xmlns:a16="http://schemas.microsoft.com/office/drawing/2014/main" id="{82AF9E6A-32F2-FC8E-A72F-6B6C1ACF64F9}"/>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9" name="Google Shape;1379;p28">
              <a:extLst>
                <a:ext uri="{FF2B5EF4-FFF2-40B4-BE49-F238E27FC236}">
                  <a16:creationId xmlns:a16="http://schemas.microsoft.com/office/drawing/2014/main" id="{F2C6FFF8-FD40-E374-A8D2-57ECD8F8CEE1}"/>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0" name="Google Shape;1380;p28">
              <a:extLst>
                <a:ext uri="{FF2B5EF4-FFF2-40B4-BE49-F238E27FC236}">
                  <a16:creationId xmlns:a16="http://schemas.microsoft.com/office/drawing/2014/main" id="{AC111947-4515-23AD-4CCE-4729F8836FBD}"/>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1" name="Google Shape;1381;p28">
              <a:extLst>
                <a:ext uri="{FF2B5EF4-FFF2-40B4-BE49-F238E27FC236}">
                  <a16:creationId xmlns:a16="http://schemas.microsoft.com/office/drawing/2014/main" id="{0F208742-B717-B8AA-B762-E794F149734E}"/>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2" name="Google Shape;1382;p28">
              <a:extLst>
                <a:ext uri="{FF2B5EF4-FFF2-40B4-BE49-F238E27FC236}">
                  <a16:creationId xmlns:a16="http://schemas.microsoft.com/office/drawing/2014/main" id="{BF2CBD22-04E0-40A2-2FB7-DB0900E04A67}"/>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3" name="Google Shape;1383;p28">
              <a:extLst>
                <a:ext uri="{FF2B5EF4-FFF2-40B4-BE49-F238E27FC236}">
                  <a16:creationId xmlns:a16="http://schemas.microsoft.com/office/drawing/2014/main" id="{6F5D1227-D9C8-7403-AB60-73EB2467B83F}"/>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4" name="Google Shape;1384;p28">
              <a:extLst>
                <a:ext uri="{FF2B5EF4-FFF2-40B4-BE49-F238E27FC236}">
                  <a16:creationId xmlns:a16="http://schemas.microsoft.com/office/drawing/2014/main" id="{B2E77F14-6D8D-4091-9BF0-E9B67E4F73A4}"/>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5" name="Google Shape;1385;p28">
              <a:extLst>
                <a:ext uri="{FF2B5EF4-FFF2-40B4-BE49-F238E27FC236}">
                  <a16:creationId xmlns:a16="http://schemas.microsoft.com/office/drawing/2014/main" id="{904DF079-1683-E485-959A-4790401CA0F3}"/>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6" name="Google Shape;1386;p28">
              <a:extLst>
                <a:ext uri="{FF2B5EF4-FFF2-40B4-BE49-F238E27FC236}">
                  <a16:creationId xmlns:a16="http://schemas.microsoft.com/office/drawing/2014/main" id="{59E74903-01D4-9FD0-AB9B-FF580202F965}"/>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7" name="Google Shape;1387;p28">
              <a:extLst>
                <a:ext uri="{FF2B5EF4-FFF2-40B4-BE49-F238E27FC236}">
                  <a16:creationId xmlns:a16="http://schemas.microsoft.com/office/drawing/2014/main" id="{2C140308-C9B8-4CA2-D208-66B3770C398A}"/>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8" name="Google Shape;1388;p28">
              <a:extLst>
                <a:ext uri="{FF2B5EF4-FFF2-40B4-BE49-F238E27FC236}">
                  <a16:creationId xmlns:a16="http://schemas.microsoft.com/office/drawing/2014/main" id="{71DC6714-D5EC-FDDD-3465-F898C9E6A5AE}"/>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9" name="Google Shape;1389;p28">
              <a:extLst>
                <a:ext uri="{FF2B5EF4-FFF2-40B4-BE49-F238E27FC236}">
                  <a16:creationId xmlns:a16="http://schemas.microsoft.com/office/drawing/2014/main" id="{D9B5250B-B936-8F4E-243B-81D7BCE886AB}"/>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0" name="Google Shape;1390;p28">
              <a:extLst>
                <a:ext uri="{FF2B5EF4-FFF2-40B4-BE49-F238E27FC236}">
                  <a16:creationId xmlns:a16="http://schemas.microsoft.com/office/drawing/2014/main" id="{CF429487-ECE3-280A-8E32-9C377754AAA1}"/>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1" name="Google Shape;1391;p28">
              <a:extLst>
                <a:ext uri="{FF2B5EF4-FFF2-40B4-BE49-F238E27FC236}">
                  <a16:creationId xmlns:a16="http://schemas.microsoft.com/office/drawing/2014/main" id="{3CBC26F5-9AB3-DD6A-C6E8-E8CDEE5B1FE7}"/>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2" name="Google Shape;1392;p28">
              <a:extLst>
                <a:ext uri="{FF2B5EF4-FFF2-40B4-BE49-F238E27FC236}">
                  <a16:creationId xmlns:a16="http://schemas.microsoft.com/office/drawing/2014/main" id="{AB639E41-D41B-F8B8-64C2-AEF0F176904C}"/>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3" name="Google Shape;1393;p28">
              <a:extLst>
                <a:ext uri="{FF2B5EF4-FFF2-40B4-BE49-F238E27FC236}">
                  <a16:creationId xmlns:a16="http://schemas.microsoft.com/office/drawing/2014/main" id="{6C049455-5EE3-A719-FB40-693A7505B449}"/>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4" name="Google Shape;1394;p28">
              <a:extLst>
                <a:ext uri="{FF2B5EF4-FFF2-40B4-BE49-F238E27FC236}">
                  <a16:creationId xmlns:a16="http://schemas.microsoft.com/office/drawing/2014/main" id="{A5398A7E-9A1F-73E4-89CF-913000E53351}"/>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5" name="Google Shape;1395;p28">
              <a:extLst>
                <a:ext uri="{FF2B5EF4-FFF2-40B4-BE49-F238E27FC236}">
                  <a16:creationId xmlns:a16="http://schemas.microsoft.com/office/drawing/2014/main" id="{4075E3BE-A677-9687-01EF-98CF2FF892ED}"/>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6" name="Google Shape;1396;p28">
              <a:extLst>
                <a:ext uri="{FF2B5EF4-FFF2-40B4-BE49-F238E27FC236}">
                  <a16:creationId xmlns:a16="http://schemas.microsoft.com/office/drawing/2014/main" id="{FA4F8FE1-EC54-ED34-F5A4-55F159E15580}"/>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7" name="Google Shape;1397;p28">
              <a:extLst>
                <a:ext uri="{FF2B5EF4-FFF2-40B4-BE49-F238E27FC236}">
                  <a16:creationId xmlns:a16="http://schemas.microsoft.com/office/drawing/2014/main" id="{D8E2CAD5-5694-7A0F-6265-751AFCEC943D}"/>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8" name="Google Shape;1398;p28">
              <a:extLst>
                <a:ext uri="{FF2B5EF4-FFF2-40B4-BE49-F238E27FC236}">
                  <a16:creationId xmlns:a16="http://schemas.microsoft.com/office/drawing/2014/main" id="{58C630AE-08CC-1149-8D70-8C55CC2C0794}"/>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9" name="Google Shape;1399;p28">
              <a:extLst>
                <a:ext uri="{FF2B5EF4-FFF2-40B4-BE49-F238E27FC236}">
                  <a16:creationId xmlns:a16="http://schemas.microsoft.com/office/drawing/2014/main" id="{761997FE-C60E-B499-9BBA-6BD101C8C23E}"/>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0" name="Google Shape;1400;p28">
              <a:extLst>
                <a:ext uri="{FF2B5EF4-FFF2-40B4-BE49-F238E27FC236}">
                  <a16:creationId xmlns:a16="http://schemas.microsoft.com/office/drawing/2014/main" id="{C4DEF055-83C6-3BDB-D429-73FBA0A890BC}"/>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1" name="Google Shape;1401;p28">
              <a:extLst>
                <a:ext uri="{FF2B5EF4-FFF2-40B4-BE49-F238E27FC236}">
                  <a16:creationId xmlns:a16="http://schemas.microsoft.com/office/drawing/2014/main" id="{82EFC0FB-2FAD-D9D4-9944-6021125104A6}"/>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2" name="Google Shape;1402;p28">
              <a:extLst>
                <a:ext uri="{FF2B5EF4-FFF2-40B4-BE49-F238E27FC236}">
                  <a16:creationId xmlns:a16="http://schemas.microsoft.com/office/drawing/2014/main" id="{55A4D074-0659-2C9A-94D9-EC5B774DEC0D}"/>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3" name="Google Shape;1403;p28">
              <a:extLst>
                <a:ext uri="{FF2B5EF4-FFF2-40B4-BE49-F238E27FC236}">
                  <a16:creationId xmlns:a16="http://schemas.microsoft.com/office/drawing/2014/main" id="{A448C1DE-11AA-71CB-4DB4-368B751D5678}"/>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4" name="Google Shape;1404;p28">
              <a:extLst>
                <a:ext uri="{FF2B5EF4-FFF2-40B4-BE49-F238E27FC236}">
                  <a16:creationId xmlns:a16="http://schemas.microsoft.com/office/drawing/2014/main" id="{75541D70-D542-5057-11AC-134EA0A8DAA0}"/>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5" name="Google Shape;1405;p28">
              <a:extLst>
                <a:ext uri="{FF2B5EF4-FFF2-40B4-BE49-F238E27FC236}">
                  <a16:creationId xmlns:a16="http://schemas.microsoft.com/office/drawing/2014/main" id="{0F707F75-0C7B-692B-BE4D-8F578E2229DC}"/>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6" name="Google Shape;1406;p28">
              <a:extLst>
                <a:ext uri="{FF2B5EF4-FFF2-40B4-BE49-F238E27FC236}">
                  <a16:creationId xmlns:a16="http://schemas.microsoft.com/office/drawing/2014/main" id="{FE91250F-F89E-7D94-A2AD-DE374D7B013B}"/>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7" name="Google Shape;1407;p28">
              <a:extLst>
                <a:ext uri="{FF2B5EF4-FFF2-40B4-BE49-F238E27FC236}">
                  <a16:creationId xmlns:a16="http://schemas.microsoft.com/office/drawing/2014/main" id="{F6CB031B-1241-2899-392C-0F883992E80C}"/>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8" name="Google Shape;1408;p28">
              <a:extLst>
                <a:ext uri="{FF2B5EF4-FFF2-40B4-BE49-F238E27FC236}">
                  <a16:creationId xmlns:a16="http://schemas.microsoft.com/office/drawing/2014/main" id="{79254C33-4ACB-E8F8-64D1-C90C5D17278F}"/>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9" name="Google Shape;1409;p28">
              <a:extLst>
                <a:ext uri="{FF2B5EF4-FFF2-40B4-BE49-F238E27FC236}">
                  <a16:creationId xmlns:a16="http://schemas.microsoft.com/office/drawing/2014/main" id="{96F0E5C9-999F-3910-5860-468C7EB154B6}"/>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0" name="Google Shape;1410;p28">
              <a:extLst>
                <a:ext uri="{FF2B5EF4-FFF2-40B4-BE49-F238E27FC236}">
                  <a16:creationId xmlns:a16="http://schemas.microsoft.com/office/drawing/2014/main" id="{4F583FCB-3EDB-999A-D0D8-981E14EC6D6C}"/>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1" name="Google Shape;1411;p28">
              <a:extLst>
                <a:ext uri="{FF2B5EF4-FFF2-40B4-BE49-F238E27FC236}">
                  <a16:creationId xmlns:a16="http://schemas.microsoft.com/office/drawing/2014/main" id="{ED70ACDF-7C42-2858-6A69-B28FB6E16637}"/>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2" name="Google Shape;1412;p28">
              <a:extLst>
                <a:ext uri="{FF2B5EF4-FFF2-40B4-BE49-F238E27FC236}">
                  <a16:creationId xmlns:a16="http://schemas.microsoft.com/office/drawing/2014/main" id="{4B18B98E-A646-5179-2D91-7373E17A2D61}"/>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3" name="Google Shape;1413;p28">
              <a:extLst>
                <a:ext uri="{FF2B5EF4-FFF2-40B4-BE49-F238E27FC236}">
                  <a16:creationId xmlns:a16="http://schemas.microsoft.com/office/drawing/2014/main" id="{5B5556F7-47D4-D341-1120-FE12D65CAC88}"/>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4" name="Google Shape;1414;p28">
              <a:extLst>
                <a:ext uri="{FF2B5EF4-FFF2-40B4-BE49-F238E27FC236}">
                  <a16:creationId xmlns:a16="http://schemas.microsoft.com/office/drawing/2014/main" id="{7D5DFDF4-1978-396B-4992-0FEE908927F8}"/>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5" name="Google Shape;1415;p28">
              <a:extLst>
                <a:ext uri="{FF2B5EF4-FFF2-40B4-BE49-F238E27FC236}">
                  <a16:creationId xmlns:a16="http://schemas.microsoft.com/office/drawing/2014/main" id="{D485905A-0DEE-98B5-F666-13076C07497B}"/>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6" name="Google Shape;1416;p28">
              <a:extLst>
                <a:ext uri="{FF2B5EF4-FFF2-40B4-BE49-F238E27FC236}">
                  <a16:creationId xmlns:a16="http://schemas.microsoft.com/office/drawing/2014/main" id="{A1094A1F-3B71-B0E7-FB59-C9ACA6E3EE48}"/>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7" name="Google Shape;1417;p28">
              <a:extLst>
                <a:ext uri="{FF2B5EF4-FFF2-40B4-BE49-F238E27FC236}">
                  <a16:creationId xmlns:a16="http://schemas.microsoft.com/office/drawing/2014/main" id="{6448F205-8433-B998-B418-C7D7AF731A3C}"/>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8" name="Google Shape;1418;p28">
              <a:extLst>
                <a:ext uri="{FF2B5EF4-FFF2-40B4-BE49-F238E27FC236}">
                  <a16:creationId xmlns:a16="http://schemas.microsoft.com/office/drawing/2014/main" id="{F2944144-B612-0CD3-D5D6-1452A0E367F3}"/>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9" name="Google Shape;1419;p28">
              <a:extLst>
                <a:ext uri="{FF2B5EF4-FFF2-40B4-BE49-F238E27FC236}">
                  <a16:creationId xmlns:a16="http://schemas.microsoft.com/office/drawing/2014/main" id="{DB8874DC-A493-887D-1975-74E0FB99A964}"/>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0" name="Google Shape;1420;p28">
              <a:extLst>
                <a:ext uri="{FF2B5EF4-FFF2-40B4-BE49-F238E27FC236}">
                  <a16:creationId xmlns:a16="http://schemas.microsoft.com/office/drawing/2014/main" id="{D2BB4BB9-EB11-AD03-FD54-F770C96B558F}"/>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1" name="Google Shape;1421;p28">
              <a:extLst>
                <a:ext uri="{FF2B5EF4-FFF2-40B4-BE49-F238E27FC236}">
                  <a16:creationId xmlns:a16="http://schemas.microsoft.com/office/drawing/2014/main" id="{64C5701B-E8E3-F775-5A3A-05EC774D6680}"/>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2" name="Google Shape;1422;p28">
              <a:extLst>
                <a:ext uri="{FF2B5EF4-FFF2-40B4-BE49-F238E27FC236}">
                  <a16:creationId xmlns:a16="http://schemas.microsoft.com/office/drawing/2014/main" id="{0D79ECDA-32A2-94D3-DD98-A9879F4EAC2C}"/>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3" name="Google Shape;1423;p28">
              <a:extLst>
                <a:ext uri="{FF2B5EF4-FFF2-40B4-BE49-F238E27FC236}">
                  <a16:creationId xmlns:a16="http://schemas.microsoft.com/office/drawing/2014/main" id="{C131C40F-ED04-532B-2B91-1B20ADAD6AE0}"/>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4" name="Google Shape;1424;p28">
              <a:extLst>
                <a:ext uri="{FF2B5EF4-FFF2-40B4-BE49-F238E27FC236}">
                  <a16:creationId xmlns:a16="http://schemas.microsoft.com/office/drawing/2014/main" id="{4874A1A9-04F6-E967-F579-2F7ECC54F786}"/>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5" name="Google Shape;1425;p28">
              <a:extLst>
                <a:ext uri="{FF2B5EF4-FFF2-40B4-BE49-F238E27FC236}">
                  <a16:creationId xmlns:a16="http://schemas.microsoft.com/office/drawing/2014/main" id="{DB8E7DFB-7D17-413B-C33B-5CAF26012FC0}"/>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6" name="Google Shape;1426;p28">
              <a:extLst>
                <a:ext uri="{FF2B5EF4-FFF2-40B4-BE49-F238E27FC236}">
                  <a16:creationId xmlns:a16="http://schemas.microsoft.com/office/drawing/2014/main" id="{889502B9-79C5-58E0-4C0E-EF7632AC447D}"/>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7" name="Google Shape;1427;p28">
              <a:extLst>
                <a:ext uri="{FF2B5EF4-FFF2-40B4-BE49-F238E27FC236}">
                  <a16:creationId xmlns:a16="http://schemas.microsoft.com/office/drawing/2014/main" id="{5AF590DB-0FB0-0E8E-F0B3-F5753D9F8A1E}"/>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8" name="Google Shape;1428;p28">
              <a:extLst>
                <a:ext uri="{FF2B5EF4-FFF2-40B4-BE49-F238E27FC236}">
                  <a16:creationId xmlns:a16="http://schemas.microsoft.com/office/drawing/2014/main" id="{9C38536B-2C6E-941C-8CB3-965B90A4DA3A}"/>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9" name="Google Shape;1429;p28">
              <a:extLst>
                <a:ext uri="{FF2B5EF4-FFF2-40B4-BE49-F238E27FC236}">
                  <a16:creationId xmlns:a16="http://schemas.microsoft.com/office/drawing/2014/main" id="{048A2BF5-D766-7F60-D6F8-571B05C6776A}"/>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0" name="Google Shape;1430;p28">
              <a:extLst>
                <a:ext uri="{FF2B5EF4-FFF2-40B4-BE49-F238E27FC236}">
                  <a16:creationId xmlns:a16="http://schemas.microsoft.com/office/drawing/2014/main" id="{4F788EB7-5C1B-7EA5-A7A7-CCD70F1CE824}"/>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1" name="Google Shape;1431;p28">
              <a:extLst>
                <a:ext uri="{FF2B5EF4-FFF2-40B4-BE49-F238E27FC236}">
                  <a16:creationId xmlns:a16="http://schemas.microsoft.com/office/drawing/2014/main" id="{B3910ACA-C184-DE99-80A4-614DC4CF7AE3}"/>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2" name="Google Shape;1432;p28">
              <a:extLst>
                <a:ext uri="{FF2B5EF4-FFF2-40B4-BE49-F238E27FC236}">
                  <a16:creationId xmlns:a16="http://schemas.microsoft.com/office/drawing/2014/main" id="{FA404A61-009B-2898-59B8-CD6FE1A75EFE}"/>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3" name="Google Shape;1433;p28">
              <a:extLst>
                <a:ext uri="{FF2B5EF4-FFF2-40B4-BE49-F238E27FC236}">
                  <a16:creationId xmlns:a16="http://schemas.microsoft.com/office/drawing/2014/main" id="{4EC97D7C-F5C0-91BB-2528-58CD1E6E3ECF}"/>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4" name="Google Shape;1434;p28">
              <a:extLst>
                <a:ext uri="{FF2B5EF4-FFF2-40B4-BE49-F238E27FC236}">
                  <a16:creationId xmlns:a16="http://schemas.microsoft.com/office/drawing/2014/main" id="{7D26858D-9355-4115-6A87-7162158ED56E}"/>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5" name="Google Shape;1435;p28">
              <a:extLst>
                <a:ext uri="{FF2B5EF4-FFF2-40B4-BE49-F238E27FC236}">
                  <a16:creationId xmlns:a16="http://schemas.microsoft.com/office/drawing/2014/main" id="{5FE6D1A5-679D-F65B-8E8C-5214AE4E72E7}"/>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6" name="Google Shape;1436;p28">
              <a:extLst>
                <a:ext uri="{FF2B5EF4-FFF2-40B4-BE49-F238E27FC236}">
                  <a16:creationId xmlns:a16="http://schemas.microsoft.com/office/drawing/2014/main" id="{2F9B7F9E-49C6-9FC7-DEF1-09C586010803}"/>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7" name="Google Shape;1437;p28">
              <a:extLst>
                <a:ext uri="{FF2B5EF4-FFF2-40B4-BE49-F238E27FC236}">
                  <a16:creationId xmlns:a16="http://schemas.microsoft.com/office/drawing/2014/main" id="{B29E83B7-8CC9-90DB-C88F-851E91579894}"/>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8" name="Google Shape;1438;p28">
              <a:extLst>
                <a:ext uri="{FF2B5EF4-FFF2-40B4-BE49-F238E27FC236}">
                  <a16:creationId xmlns:a16="http://schemas.microsoft.com/office/drawing/2014/main" id="{82AA1526-565B-E300-4C15-2617EEB91C08}"/>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9" name="Google Shape;1439;p28">
              <a:extLst>
                <a:ext uri="{FF2B5EF4-FFF2-40B4-BE49-F238E27FC236}">
                  <a16:creationId xmlns:a16="http://schemas.microsoft.com/office/drawing/2014/main" id="{B610C560-40F2-EA1A-B9A6-DFB87279AC6E}"/>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0" name="Google Shape;1440;p28">
              <a:extLst>
                <a:ext uri="{FF2B5EF4-FFF2-40B4-BE49-F238E27FC236}">
                  <a16:creationId xmlns:a16="http://schemas.microsoft.com/office/drawing/2014/main" id="{BCEB106D-E92A-0243-ACCF-548550BB3661}"/>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1" name="Google Shape;1441;p28">
              <a:extLst>
                <a:ext uri="{FF2B5EF4-FFF2-40B4-BE49-F238E27FC236}">
                  <a16:creationId xmlns:a16="http://schemas.microsoft.com/office/drawing/2014/main" id="{3DF590C7-A46B-5E37-0740-78AC4CDD8981}"/>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2" name="Google Shape;1442;p28">
              <a:extLst>
                <a:ext uri="{FF2B5EF4-FFF2-40B4-BE49-F238E27FC236}">
                  <a16:creationId xmlns:a16="http://schemas.microsoft.com/office/drawing/2014/main" id="{7F9346DB-1BEF-5D31-CF6D-24E65E46A2D8}"/>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3" name="Google Shape;1443;p28">
              <a:extLst>
                <a:ext uri="{FF2B5EF4-FFF2-40B4-BE49-F238E27FC236}">
                  <a16:creationId xmlns:a16="http://schemas.microsoft.com/office/drawing/2014/main" id="{6E773EAF-69C8-CC64-3E30-E63B42BFC82A}"/>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4" name="Google Shape;1444;p28">
              <a:extLst>
                <a:ext uri="{FF2B5EF4-FFF2-40B4-BE49-F238E27FC236}">
                  <a16:creationId xmlns:a16="http://schemas.microsoft.com/office/drawing/2014/main" id="{48464FDC-2EA0-BC77-96A4-E9A8EF39781D}"/>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5" name="Google Shape;1445;p28">
              <a:extLst>
                <a:ext uri="{FF2B5EF4-FFF2-40B4-BE49-F238E27FC236}">
                  <a16:creationId xmlns:a16="http://schemas.microsoft.com/office/drawing/2014/main" id="{960650FD-7C13-EF48-194E-08CFE04109A5}"/>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6" name="Google Shape;1446;p28">
              <a:extLst>
                <a:ext uri="{FF2B5EF4-FFF2-40B4-BE49-F238E27FC236}">
                  <a16:creationId xmlns:a16="http://schemas.microsoft.com/office/drawing/2014/main" id="{021C8C85-0583-E9C0-9055-99A2496D8655}"/>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7" name="Google Shape;1447;p28">
              <a:extLst>
                <a:ext uri="{FF2B5EF4-FFF2-40B4-BE49-F238E27FC236}">
                  <a16:creationId xmlns:a16="http://schemas.microsoft.com/office/drawing/2014/main" id="{C3A144B2-38E2-1328-77D7-E1CC153286EE}"/>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8" name="Google Shape;1448;p28">
              <a:extLst>
                <a:ext uri="{FF2B5EF4-FFF2-40B4-BE49-F238E27FC236}">
                  <a16:creationId xmlns:a16="http://schemas.microsoft.com/office/drawing/2014/main" id="{EBB9145C-8094-1E2C-9467-D0893292E459}"/>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9" name="Google Shape;1449;p28">
              <a:extLst>
                <a:ext uri="{FF2B5EF4-FFF2-40B4-BE49-F238E27FC236}">
                  <a16:creationId xmlns:a16="http://schemas.microsoft.com/office/drawing/2014/main" id="{80F8DEC4-EE76-8ABE-EB6C-D6C4B6432C6C}"/>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0" name="Google Shape;1450;p28">
              <a:extLst>
                <a:ext uri="{FF2B5EF4-FFF2-40B4-BE49-F238E27FC236}">
                  <a16:creationId xmlns:a16="http://schemas.microsoft.com/office/drawing/2014/main" id="{8502C4F9-0DDE-8CD5-B749-866689043F50}"/>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1" name="Google Shape;1451;p28">
              <a:extLst>
                <a:ext uri="{FF2B5EF4-FFF2-40B4-BE49-F238E27FC236}">
                  <a16:creationId xmlns:a16="http://schemas.microsoft.com/office/drawing/2014/main" id="{C79FD51D-61D5-A075-FE03-EF6A560E1DDD}"/>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2" name="Google Shape;1452;p28">
              <a:extLst>
                <a:ext uri="{FF2B5EF4-FFF2-40B4-BE49-F238E27FC236}">
                  <a16:creationId xmlns:a16="http://schemas.microsoft.com/office/drawing/2014/main" id="{2FA90CF2-BA31-8FDB-E2D4-DB64C61C3583}"/>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3" name="Google Shape;1453;p28">
              <a:extLst>
                <a:ext uri="{FF2B5EF4-FFF2-40B4-BE49-F238E27FC236}">
                  <a16:creationId xmlns:a16="http://schemas.microsoft.com/office/drawing/2014/main" id="{20FA3361-7971-69F9-ACD6-E7A0FB913C04}"/>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4" name="Google Shape;1454;p28">
              <a:extLst>
                <a:ext uri="{FF2B5EF4-FFF2-40B4-BE49-F238E27FC236}">
                  <a16:creationId xmlns:a16="http://schemas.microsoft.com/office/drawing/2014/main" id="{EE597D99-3D08-6728-B39A-C42F1A87D857}"/>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5" name="Google Shape;1455;p28">
              <a:extLst>
                <a:ext uri="{FF2B5EF4-FFF2-40B4-BE49-F238E27FC236}">
                  <a16:creationId xmlns:a16="http://schemas.microsoft.com/office/drawing/2014/main" id="{D3D05EAC-79CA-9E5F-39A2-C7398E687D7A}"/>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6" name="Google Shape;1456;p28">
              <a:extLst>
                <a:ext uri="{FF2B5EF4-FFF2-40B4-BE49-F238E27FC236}">
                  <a16:creationId xmlns:a16="http://schemas.microsoft.com/office/drawing/2014/main" id="{A268346E-6204-FBF6-1AE5-EA86DE4D716A}"/>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7" name="Google Shape;1457;p28">
              <a:extLst>
                <a:ext uri="{FF2B5EF4-FFF2-40B4-BE49-F238E27FC236}">
                  <a16:creationId xmlns:a16="http://schemas.microsoft.com/office/drawing/2014/main" id="{6B928CFC-1EB2-32E2-4766-89C18BD3B934}"/>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8" name="Google Shape;1458;p28">
              <a:extLst>
                <a:ext uri="{FF2B5EF4-FFF2-40B4-BE49-F238E27FC236}">
                  <a16:creationId xmlns:a16="http://schemas.microsoft.com/office/drawing/2014/main" id="{6C59021E-89BE-5C7F-EB9F-050ED2950AB5}"/>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9" name="Google Shape;1459;p28">
              <a:extLst>
                <a:ext uri="{FF2B5EF4-FFF2-40B4-BE49-F238E27FC236}">
                  <a16:creationId xmlns:a16="http://schemas.microsoft.com/office/drawing/2014/main" id="{1223767B-42D7-ED4F-14EA-80B906CEB67B}"/>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0" name="Google Shape;1460;p28">
              <a:extLst>
                <a:ext uri="{FF2B5EF4-FFF2-40B4-BE49-F238E27FC236}">
                  <a16:creationId xmlns:a16="http://schemas.microsoft.com/office/drawing/2014/main" id="{BF107448-E9F8-C82D-0A2D-BB689E794E6B}"/>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1" name="Google Shape;1461;p28">
              <a:extLst>
                <a:ext uri="{FF2B5EF4-FFF2-40B4-BE49-F238E27FC236}">
                  <a16:creationId xmlns:a16="http://schemas.microsoft.com/office/drawing/2014/main" id="{444090B5-DBEB-1689-79A7-94CBA49D2D52}"/>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2" name="Google Shape;1462;p28">
              <a:extLst>
                <a:ext uri="{FF2B5EF4-FFF2-40B4-BE49-F238E27FC236}">
                  <a16:creationId xmlns:a16="http://schemas.microsoft.com/office/drawing/2014/main" id="{DE6F5E56-4B22-A2C4-AE3E-58F292959D36}"/>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3" name="Google Shape;1463;p28">
              <a:extLst>
                <a:ext uri="{FF2B5EF4-FFF2-40B4-BE49-F238E27FC236}">
                  <a16:creationId xmlns:a16="http://schemas.microsoft.com/office/drawing/2014/main" id="{A73D9F0D-573B-145F-9CFA-A6D735C07A00}"/>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4" name="Google Shape;1464;p28">
              <a:extLst>
                <a:ext uri="{FF2B5EF4-FFF2-40B4-BE49-F238E27FC236}">
                  <a16:creationId xmlns:a16="http://schemas.microsoft.com/office/drawing/2014/main" id="{02E5D274-1423-A22A-FFCD-030F566D2EFB}"/>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5" name="Google Shape;1465;p28">
              <a:extLst>
                <a:ext uri="{FF2B5EF4-FFF2-40B4-BE49-F238E27FC236}">
                  <a16:creationId xmlns:a16="http://schemas.microsoft.com/office/drawing/2014/main" id="{A2DAF73B-1795-84FA-ECBE-499B003438BD}"/>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6" name="Google Shape;1466;p28">
              <a:extLst>
                <a:ext uri="{FF2B5EF4-FFF2-40B4-BE49-F238E27FC236}">
                  <a16:creationId xmlns:a16="http://schemas.microsoft.com/office/drawing/2014/main" id="{A85BCB6A-792E-64B3-38B4-EE14311E5535}"/>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7" name="Google Shape;1467;p28">
              <a:extLst>
                <a:ext uri="{FF2B5EF4-FFF2-40B4-BE49-F238E27FC236}">
                  <a16:creationId xmlns:a16="http://schemas.microsoft.com/office/drawing/2014/main" id="{E677AE1F-15D1-6204-5A20-51ACA511742A}"/>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8" name="Google Shape;1468;p28">
              <a:extLst>
                <a:ext uri="{FF2B5EF4-FFF2-40B4-BE49-F238E27FC236}">
                  <a16:creationId xmlns:a16="http://schemas.microsoft.com/office/drawing/2014/main" id="{D7EAF1C9-EF50-CDE1-CC41-81D9A8A6E47F}"/>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9" name="Google Shape;1469;p28">
              <a:extLst>
                <a:ext uri="{FF2B5EF4-FFF2-40B4-BE49-F238E27FC236}">
                  <a16:creationId xmlns:a16="http://schemas.microsoft.com/office/drawing/2014/main" id="{172568C2-663C-5076-CDD0-90140F7D9C5B}"/>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0" name="Google Shape;1470;p28">
              <a:extLst>
                <a:ext uri="{FF2B5EF4-FFF2-40B4-BE49-F238E27FC236}">
                  <a16:creationId xmlns:a16="http://schemas.microsoft.com/office/drawing/2014/main" id="{5F241CC0-4CC3-C6C0-C264-8A238EF43399}"/>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1" name="Google Shape;1471;p28">
              <a:extLst>
                <a:ext uri="{FF2B5EF4-FFF2-40B4-BE49-F238E27FC236}">
                  <a16:creationId xmlns:a16="http://schemas.microsoft.com/office/drawing/2014/main" id="{6F150D52-DA72-F082-C263-0ACDA760D269}"/>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2" name="Google Shape;1472;p28">
              <a:extLst>
                <a:ext uri="{FF2B5EF4-FFF2-40B4-BE49-F238E27FC236}">
                  <a16:creationId xmlns:a16="http://schemas.microsoft.com/office/drawing/2014/main" id="{EA4FE2B3-37CC-8D62-3434-C79EA3E66D9E}"/>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3" name="Google Shape;1473;p28">
              <a:extLst>
                <a:ext uri="{FF2B5EF4-FFF2-40B4-BE49-F238E27FC236}">
                  <a16:creationId xmlns:a16="http://schemas.microsoft.com/office/drawing/2014/main" id="{6CA5CB50-2618-7ABD-D660-B1BFC4E85922}"/>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4" name="Google Shape;1474;p28">
              <a:extLst>
                <a:ext uri="{FF2B5EF4-FFF2-40B4-BE49-F238E27FC236}">
                  <a16:creationId xmlns:a16="http://schemas.microsoft.com/office/drawing/2014/main" id="{9F12DAFC-09A7-F2A0-1AA1-4A62740D6542}"/>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5" name="Google Shape;1475;p28">
              <a:extLst>
                <a:ext uri="{FF2B5EF4-FFF2-40B4-BE49-F238E27FC236}">
                  <a16:creationId xmlns:a16="http://schemas.microsoft.com/office/drawing/2014/main" id="{37CF058F-08C5-67D6-B800-55C42AA49036}"/>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6" name="Google Shape;1476;p28">
              <a:extLst>
                <a:ext uri="{FF2B5EF4-FFF2-40B4-BE49-F238E27FC236}">
                  <a16:creationId xmlns:a16="http://schemas.microsoft.com/office/drawing/2014/main" id="{57A1259A-A67D-6D93-882D-744DA98DDE9D}"/>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7" name="Google Shape;1477;p28">
              <a:extLst>
                <a:ext uri="{FF2B5EF4-FFF2-40B4-BE49-F238E27FC236}">
                  <a16:creationId xmlns:a16="http://schemas.microsoft.com/office/drawing/2014/main" id="{08832DDA-F099-62C8-3289-A98D4A3AFD23}"/>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8" name="Google Shape;1478;p28">
              <a:extLst>
                <a:ext uri="{FF2B5EF4-FFF2-40B4-BE49-F238E27FC236}">
                  <a16:creationId xmlns:a16="http://schemas.microsoft.com/office/drawing/2014/main" id="{2155B263-0B93-4338-D654-0A1687663288}"/>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9" name="Google Shape;1479;p28">
              <a:extLst>
                <a:ext uri="{FF2B5EF4-FFF2-40B4-BE49-F238E27FC236}">
                  <a16:creationId xmlns:a16="http://schemas.microsoft.com/office/drawing/2014/main" id="{BC06463D-DF8B-968B-DA24-05159474C0D2}"/>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0" name="Google Shape;1480;p28">
              <a:extLst>
                <a:ext uri="{FF2B5EF4-FFF2-40B4-BE49-F238E27FC236}">
                  <a16:creationId xmlns:a16="http://schemas.microsoft.com/office/drawing/2014/main" id="{DDE79F7A-3678-6295-2883-D37E798AF9C3}"/>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1" name="Google Shape;1481;p28">
              <a:extLst>
                <a:ext uri="{FF2B5EF4-FFF2-40B4-BE49-F238E27FC236}">
                  <a16:creationId xmlns:a16="http://schemas.microsoft.com/office/drawing/2014/main" id="{47E0138B-193A-4DF2-F4DF-71FAC0EF2871}"/>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2" name="Google Shape;1482;p28">
              <a:extLst>
                <a:ext uri="{FF2B5EF4-FFF2-40B4-BE49-F238E27FC236}">
                  <a16:creationId xmlns:a16="http://schemas.microsoft.com/office/drawing/2014/main" id="{A376A93C-7A68-656C-4AE0-174E5C3F18BD}"/>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3" name="Google Shape;1483;p28">
              <a:extLst>
                <a:ext uri="{FF2B5EF4-FFF2-40B4-BE49-F238E27FC236}">
                  <a16:creationId xmlns:a16="http://schemas.microsoft.com/office/drawing/2014/main" id="{08B5DE2A-5BC1-0EE3-C837-1FF03D3AE393}"/>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4" name="Google Shape;1484;p28">
              <a:extLst>
                <a:ext uri="{FF2B5EF4-FFF2-40B4-BE49-F238E27FC236}">
                  <a16:creationId xmlns:a16="http://schemas.microsoft.com/office/drawing/2014/main" id="{3237A6BD-091D-56CD-03E7-0493784D6450}"/>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5" name="Google Shape;1485;p28">
              <a:extLst>
                <a:ext uri="{FF2B5EF4-FFF2-40B4-BE49-F238E27FC236}">
                  <a16:creationId xmlns:a16="http://schemas.microsoft.com/office/drawing/2014/main" id="{480038D4-5D63-DE98-CC68-C4D3781ECA27}"/>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6" name="Google Shape;1486;p28">
              <a:extLst>
                <a:ext uri="{FF2B5EF4-FFF2-40B4-BE49-F238E27FC236}">
                  <a16:creationId xmlns:a16="http://schemas.microsoft.com/office/drawing/2014/main" id="{14A2E26D-3A0F-A145-78D3-55FF17C94018}"/>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7" name="Google Shape;1487;p28">
              <a:extLst>
                <a:ext uri="{FF2B5EF4-FFF2-40B4-BE49-F238E27FC236}">
                  <a16:creationId xmlns:a16="http://schemas.microsoft.com/office/drawing/2014/main" id="{37130107-AF44-86D0-A98C-16E1FCC97F40}"/>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8" name="Google Shape;1488;p28">
              <a:extLst>
                <a:ext uri="{FF2B5EF4-FFF2-40B4-BE49-F238E27FC236}">
                  <a16:creationId xmlns:a16="http://schemas.microsoft.com/office/drawing/2014/main" id="{2F7C0019-A584-56A5-8ACB-C45C4D768186}"/>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9" name="Google Shape;1489;p28">
              <a:extLst>
                <a:ext uri="{FF2B5EF4-FFF2-40B4-BE49-F238E27FC236}">
                  <a16:creationId xmlns:a16="http://schemas.microsoft.com/office/drawing/2014/main" id="{87F8503B-7C9C-9DFC-D998-0E47E7A20419}"/>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0" name="Google Shape;1490;p28">
              <a:extLst>
                <a:ext uri="{FF2B5EF4-FFF2-40B4-BE49-F238E27FC236}">
                  <a16:creationId xmlns:a16="http://schemas.microsoft.com/office/drawing/2014/main" id="{CEA6B411-DAEA-36E6-B263-10CA66B7FD17}"/>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1" name="Google Shape;1491;p28">
              <a:extLst>
                <a:ext uri="{FF2B5EF4-FFF2-40B4-BE49-F238E27FC236}">
                  <a16:creationId xmlns:a16="http://schemas.microsoft.com/office/drawing/2014/main" id="{A66EC4DC-71CA-A52A-AA4D-1F9CD394C9BC}"/>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2" name="Google Shape;1492;p28">
              <a:extLst>
                <a:ext uri="{FF2B5EF4-FFF2-40B4-BE49-F238E27FC236}">
                  <a16:creationId xmlns:a16="http://schemas.microsoft.com/office/drawing/2014/main" id="{1F13E611-79F4-3012-6F6F-B1DFEABB39B9}"/>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3" name="Google Shape;1493;p28">
              <a:extLst>
                <a:ext uri="{FF2B5EF4-FFF2-40B4-BE49-F238E27FC236}">
                  <a16:creationId xmlns:a16="http://schemas.microsoft.com/office/drawing/2014/main" id="{DC60BF47-0F3C-9A18-CB59-D8ABBF837875}"/>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4" name="Google Shape;1494;p28">
              <a:extLst>
                <a:ext uri="{FF2B5EF4-FFF2-40B4-BE49-F238E27FC236}">
                  <a16:creationId xmlns:a16="http://schemas.microsoft.com/office/drawing/2014/main" id="{B4DBC77D-360F-A540-B7FD-ABF61EDA6D01}"/>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2783735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08">
          <a:extLst>
            <a:ext uri="{FF2B5EF4-FFF2-40B4-BE49-F238E27FC236}">
              <a16:creationId xmlns:a16="http://schemas.microsoft.com/office/drawing/2014/main" id="{20F7F89A-B5E5-7D20-4080-C279E3DCC24D}"/>
            </a:ext>
          </a:extLst>
        </p:cNvPr>
        <p:cNvGrpSpPr/>
        <p:nvPr/>
      </p:nvGrpSpPr>
      <p:grpSpPr>
        <a:xfrm>
          <a:off x="0" y="0"/>
          <a:ext cx="0" cy="0"/>
          <a:chOff x="0" y="0"/>
          <a:chExt cx="0" cy="0"/>
        </a:xfrm>
      </p:grpSpPr>
      <p:sp>
        <p:nvSpPr>
          <p:cNvPr id="1709" name="Google Shape;1709;p33">
            <a:extLst>
              <a:ext uri="{FF2B5EF4-FFF2-40B4-BE49-F238E27FC236}">
                <a16:creationId xmlns:a16="http://schemas.microsoft.com/office/drawing/2014/main" id="{3106A0ED-041B-45EB-A952-8F0C635E2F81}"/>
              </a:ext>
            </a:extLst>
          </p:cNvPr>
          <p:cNvSpPr txBox="1">
            <a:spLocks noGrp="1"/>
          </p:cNvSpPr>
          <p:nvPr>
            <p:ph type="title"/>
          </p:nvPr>
        </p:nvSpPr>
        <p:spPr>
          <a:xfrm>
            <a:off x="3110500" y="701958"/>
            <a:ext cx="5320200" cy="93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Team Formation</a:t>
            </a:r>
            <a:endParaRPr sz="3000" dirty="0"/>
          </a:p>
        </p:txBody>
      </p:sp>
      <p:sp>
        <p:nvSpPr>
          <p:cNvPr id="1710" name="Google Shape;1710;p33">
            <a:extLst>
              <a:ext uri="{FF2B5EF4-FFF2-40B4-BE49-F238E27FC236}">
                <a16:creationId xmlns:a16="http://schemas.microsoft.com/office/drawing/2014/main" id="{8922E4EE-C19D-832F-83F5-E566C916C560}"/>
              </a:ext>
            </a:extLst>
          </p:cNvPr>
          <p:cNvSpPr txBox="1">
            <a:spLocks noGrp="1"/>
          </p:cNvSpPr>
          <p:nvPr>
            <p:ph type="subTitle" idx="1"/>
          </p:nvPr>
        </p:nvSpPr>
        <p:spPr>
          <a:xfrm>
            <a:off x="3179773" y="1831622"/>
            <a:ext cx="5459730" cy="2725263"/>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 dirty="0"/>
              <a:t>Groups of 4-5 </a:t>
            </a:r>
          </a:p>
          <a:p>
            <a:pPr marL="285750" lvl="0" indent="-285750" algn="l" rtl="0">
              <a:spcBef>
                <a:spcPts val="0"/>
              </a:spcBef>
              <a:spcAft>
                <a:spcPts val="0"/>
              </a:spcAft>
              <a:buFont typeface="Arial" panose="020B0604020202020204" pitchFamily="34" charset="0"/>
              <a:buChar char="•"/>
            </a:pPr>
            <a:endParaRPr lang="en" dirty="0"/>
          </a:p>
          <a:p>
            <a:pPr marL="285750" lvl="0" indent="-285750" algn="l" rtl="0">
              <a:spcBef>
                <a:spcPts val="0"/>
              </a:spcBef>
              <a:spcAft>
                <a:spcPts val="0"/>
              </a:spcAft>
              <a:buFont typeface="Arial" panose="020B0604020202020204" pitchFamily="34" charset="0"/>
              <a:buChar char="•"/>
            </a:pPr>
            <a:r>
              <a:rPr lang="en" dirty="0"/>
              <a:t>Each group will get access to 2-3 environments to work on – choose 2-3 emails for access (MUN email)</a:t>
            </a:r>
          </a:p>
          <a:p>
            <a:pPr marL="285750" lvl="0" indent="-285750" algn="l" rtl="0">
              <a:spcBef>
                <a:spcPts val="0"/>
              </a:spcBef>
              <a:spcAft>
                <a:spcPts val="0"/>
              </a:spcAft>
              <a:buFont typeface="Arial" panose="020B0604020202020204" pitchFamily="34" charset="0"/>
              <a:buChar char="•"/>
            </a:pPr>
            <a:endParaRPr lang="en" dirty="0"/>
          </a:p>
          <a:p>
            <a:pPr marL="0" lvl="0" indent="0" algn="l" rtl="0">
              <a:spcBef>
                <a:spcPts val="0"/>
              </a:spcBef>
              <a:spcAft>
                <a:spcPts val="0"/>
              </a:spcAft>
            </a:pPr>
            <a:r>
              <a:rPr lang="en" dirty="0"/>
              <a:t>Email </a:t>
            </a:r>
            <a:r>
              <a:rPr lang="en" dirty="0">
                <a:hlinkClick r:id="rId3"/>
              </a:rPr>
              <a:t>ivy.vu@ibm.com</a:t>
            </a:r>
            <a:r>
              <a:rPr lang="en" dirty="0"/>
              <a:t> </a:t>
            </a:r>
          </a:p>
          <a:p>
            <a:pPr marL="285750" lvl="0" indent="-285750" algn="l" rtl="0">
              <a:spcBef>
                <a:spcPts val="0"/>
              </a:spcBef>
              <a:spcAft>
                <a:spcPts val="0"/>
              </a:spcAft>
              <a:buFont typeface="Arial" panose="020B0604020202020204" pitchFamily="34" charset="0"/>
              <a:buChar char="•"/>
            </a:pPr>
            <a:r>
              <a:rPr lang="en" dirty="0"/>
              <a:t>Team name</a:t>
            </a:r>
          </a:p>
          <a:p>
            <a:pPr marL="285750" lvl="0" indent="-285750" algn="l" rtl="0">
              <a:spcBef>
                <a:spcPts val="0"/>
              </a:spcBef>
              <a:spcAft>
                <a:spcPts val="0"/>
              </a:spcAft>
              <a:buFont typeface="Arial" panose="020B0604020202020204" pitchFamily="34" charset="0"/>
              <a:buChar char="•"/>
            </a:pPr>
            <a:r>
              <a:rPr lang="en" dirty="0"/>
              <a:t>Team members – First name, last name and email </a:t>
            </a:r>
          </a:p>
          <a:p>
            <a:pPr marL="285750" lvl="0" indent="-285750" algn="l" rtl="0">
              <a:spcBef>
                <a:spcPts val="0"/>
              </a:spcBef>
              <a:spcAft>
                <a:spcPts val="0"/>
              </a:spcAft>
              <a:buFont typeface="Arial" panose="020B0604020202020204" pitchFamily="34" charset="0"/>
              <a:buChar char="•"/>
            </a:pPr>
            <a:r>
              <a:rPr lang="en" dirty="0"/>
              <a:t>Pick 2 emails for environments </a:t>
            </a:r>
          </a:p>
          <a:p>
            <a:pPr marL="285750" lvl="0" indent="-285750" algn="l" rtl="0">
              <a:spcBef>
                <a:spcPts val="0"/>
              </a:spcBef>
              <a:spcAft>
                <a:spcPts val="0"/>
              </a:spcAft>
              <a:buFont typeface="Arial" panose="020B0604020202020204" pitchFamily="34" charset="0"/>
              <a:buChar char="•"/>
            </a:pPr>
            <a:endParaRPr lang="en" dirty="0"/>
          </a:p>
          <a:p>
            <a:pPr marL="0" lvl="0" indent="0" algn="l" rtl="0">
              <a:spcBef>
                <a:spcPts val="0"/>
              </a:spcBef>
              <a:spcAft>
                <a:spcPts val="0"/>
              </a:spcAft>
              <a:buNone/>
            </a:pPr>
            <a:endParaRPr dirty="0"/>
          </a:p>
        </p:txBody>
      </p:sp>
      <p:grpSp>
        <p:nvGrpSpPr>
          <p:cNvPr id="1711" name="Google Shape;1711;p33">
            <a:extLst>
              <a:ext uri="{FF2B5EF4-FFF2-40B4-BE49-F238E27FC236}">
                <a16:creationId xmlns:a16="http://schemas.microsoft.com/office/drawing/2014/main" id="{F6DF116E-CCBD-3853-8336-0FC5C08CB51B}"/>
              </a:ext>
            </a:extLst>
          </p:cNvPr>
          <p:cNvGrpSpPr/>
          <p:nvPr/>
        </p:nvGrpSpPr>
        <p:grpSpPr>
          <a:xfrm>
            <a:off x="713216" y="1123904"/>
            <a:ext cx="2305770" cy="2895692"/>
            <a:chOff x="1539175" y="2330700"/>
            <a:chExt cx="810350" cy="1017675"/>
          </a:xfrm>
        </p:grpSpPr>
        <p:sp>
          <p:nvSpPr>
            <p:cNvPr id="1712" name="Google Shape;1712;p33">
              <a:extLst>
                <a:ext uri="{FF2B5EF4-FFF2-40B4-BE49-F238E27FC236}">
                  <a16:creationId xmlns:a16="http://schemas.microsoft.com/office/drawing/2014/main" id="{9EEF639C-465E-EEE7-E323-D29E2C462194}"/>
                </a:ext>
              </a:extLst>
            </p:cNvPr>
            <p:cNvSpPr/>
            <p:nvPr/>
          </p:nvSpPr>
          <p:spPr>
            <a:xfrm>
              <a:off x="1898400" y="2363625"/>
              <a:ext cx="2825" cy="37825"/>
            </a:xfrm>
            <a:custGeom>
              <a:avLst/>
              <a:gdLst/>
              <a:ahLst/>
              <a:cxnLst/>
              <a:rect l="l" t="t" r="r" b="b"/>
              <a:pathLst>
                <a:path w="113" h="1513" extrusionOk="0">
                  <a:moveTo>
                    <a:pt x="57" y="0"/>
                  </a:moveTo>
                  <a:cubicBezTo>
                    <a:pt x="29" y="0"/>
                    <a:pt x="1" y="28"/>
                    <a:pt x="1" y="65"/>
                  </a:cubicBezTo>
                  <a:lnTo>
                    <a:pt x="1" y="529"/>
                  </a:lnTo>
                  <a:cubicBezTo>
                    <a:pt x="1" y="557"/>
                    <a:pt x="29" y="585"/>
                    <a:pt x="57" y="585"/>
                  </a:cubicBezTo>
                  <a:cubicBezTo>
                    <a:pt x="94" y="585"/>
                    <a:pt x="112" y="557"/>
                    <a:pt x="112" y="529"/>
                  </a:cubicBezTo>
                  <a:lnTo>
                    <a:pt x="112" y="65"/>
                  </a:lnTo>
                  <a:cubicBezTo>
                    <a:pt x="112" y="28"/>
                    <a:pt x="94" y="0"/>
                    <a:pt x="57" y="0"/>
                  </a:cubicBezTo>
                  <a:close/>
                  <a:moveTo>
                    <a:pt x="57" y="928"/>
                  </a:moveTo>
                  <a:cubicBezTo>
                    <a:pt x="29" y="928"/>
                    <a:pt x="1" y="956"/>
                    <a:pt x="1" y="993"/>
                  </a:cubicBezTo>
                  <a:lnTo>
                    <a:pt x="1" y="1457"/>
                  </a:lnTo>
                  <a:cubicBezTo>
                    <a:pt x="1" y="1485"/>
                    <a:pt x="29" y="1512"/>
                    <a:pt x="57" y="1512"/>
                  </a:cubicBezTo>
                  <a:cubicBezTo>
                    <a:pt x="94" y="1512"/>
                    <a:pt x="112" y="1485"/>
                    <a:pt x="112" y="1457"/>
                  </a:cubicBezTo>
                  <a:lnTo>
                    <a:pt x="112" y="993"/>
                  </a:lnTo>
                  <a:cubicBezTo>
                    <a:pt x="112" y="956"/>
                    <a:pt x="94" y="928"/>
                    <a:pt x="57" y="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3">
              <a:extLst>
                <a:ext uri="{FF2B5EF4-FFF2-40B4-BE49-F238E27FC236}">
                  <a16:creationId xmlns:a16="http://schemas.microsoft.com/office/drawing/2014/main" id="{65572FEF-D58C-6E35-7DAA-C1232C967865}"/>
                </a:ext>
              </a:extLst>
            </p:cNvPr>
            <p:cNvSpPr/>
            <p:nvPr/>
          </p:nvSpPr>
          <p:spPr>
            <a:xfrm>
              <a:off x="2199675" y="2704075"/>
              <a:ext cx="82350" cy="174425"/>
            </a:xfrm>
            <a:custGeom>
              <a:avLst/>
              <a:gdLst/>
              <a:ahLst/>
              <a:cxnLst/>
              <a:rect l="l" t="t" r="r" b="b"/>
              <a:pathLst>
                <a:path w="3294" h="6977" extrusionOk="0">
                  <a:moveTo>
                    <a:pt x="1670" y="1"/>
                  </a:moveTo>
                  <a:cubicBezTo>
                    <a:pt x="1642" y="1"/>
                    <a:pt x="1614" y="19"/>
                    <a:pt x="1614" y="56"/>
                  </a:cubicBezTo>
                  <a:cubicBezTo>
                    <a:pt x="1614" y="84"/>
                    <a:pt x="1642" y="112"/>
                    <a:pt x="1670" y="112"/>
                  </a:cubicBezTo>
                  <a:lnTo>
                    <a:pt x="2134" y="112"/>
                  </a:lnTo>
                  <a:cubicBezTo>
                    <a:pt x="2171" y="112"/>
                    <a:pt x="2190" y="84"/>
                    <a:pt x="2190" y="56"/>
                  </a:cubicBezTo>
                  <a:cubicBezTo>
                    <a:pt x="2190" y="19"/>
                    <a:pt x="2171" y="1"/>
                    <a:pt x="2134" y="1"/>
                  </a:cubicBezTo>
                  <a:close/>
                  <a:moveTo>
                    <a:pt x="2598" y="1"/>
                  </a:moveTo>
                  <a:cubicBezTo>
                    <a:pt x="2570" y="1"/>
                    <a:pt x="2542" y="19"/>
                    <a:pt x="2542" y="56"/>
                  </a:cubicBezTo>
                  <a:cubicBezTo>
                    <a:pt x="2542" y="84"/>
                    <a:pt x="2570" y="112"/>
                    <a:pt x="2598" y="112"/>
                  </a:cubicBezTo>
                  <a:lnTo>
                    <a:pt x="3062" y="112"/>
                  </a:lnTo>
                  <a:cubicBezTo>
                    <a:pt x="3099" y="112"/>
                    <a:pt x="3117" y="84"/>
                    <a:pt x="3117" y="56"/>
                  </a:cubicBezTo>
                  <a:cubicBezTo>
                    <a:pt x="3117" y="19"/>
                    <a:pt x="3099" y="1"/>
                    <a:pt x="3062" y="1"/>
                  </a:cubicBezTo>
                  <a:close/>
                  <a:moveTo>
                    <a:pt x="3229" y="288"/>
                  </a:moveTo>
                  <a:cubicBezTo>
                    <a:pt x="3201" y="288"/>
                    <a:pt x="3173" y="316"/>
                    <a:pt x="3173" y="353"/>
                  </a:cubicBezTo>
                  <a:lnTo>
                    <a:pt x="3173" y="817"/>
                  </a:lnTo>
                  <a:cubicBezTo>
                    <a:pt x="3173" y="845"/>
                    <a:pt x="3201" y="873"/>
                    <a:pt x="3229" y="873"/>
                  </a:cubicBezTo>
                  <a:cubicBezTo>
                    <a:pt x="3266" y="873"/>
                    <a:pt x="3294" y="845"/>
                    <a:pt x="3294" y="817"/>
                  </a:cubicBezTo>
                  <a:lnTo>
                    <a:pt x="3294" y="353"/>
                  </a:lnTo>
                  <a:cubicBezTo>
                    <a:pt x="3294" y="316"/>
                    <a:pt x="3266" y="288"/>
                    <a:pt x="3229" y="288"/>
                  </a:cubicBezTo>
                  <a:close/>
                  <a:moveTo>
                    <a:pt x="3229" y="1216"/>
                  </a:moveTo>
                  <a:cubicBezTo>
                    <a:pt x="3201" y="1216"/>
                    <a:pt x="3173" y="1244"/>
                    <a:pt x="3173" y="1281"/>
                  </a:cubicBezTo>
                  <a:lnTo>
                    <a:pt x="3173" y="1745"/>
                  </a:lnTo>
                  <a:cubicBezTo>
                    <a:pt x="3173" y="1772"/>
                    <a:pt x="3201" y="1800"/>
                    <a:pt x="3229" y="1800"/>
                  </a:cubicBezTo>
                  <a:cubicBezTo>
                    <a:pt x="3266" y="1800"/>
                    <a:pt x="3294" y="1772"/>
                    <a:pt x="3294" y="1745"/>
                  </a:cubicBezTo>
                  <a:lnTo>
                    <a:pt x="3294" y="1281"/>
                  </a:lnTo>
                  <a:cubicBezTo>
                    <a:pt x="3294" y="1244"/>
                    <a:pt x="3266" y="1216"/>
                    <a:pt x="3229" y="1216"/>
                  </a:cubicBezTo>
                  <a:close/>
                  <a:moveTo>
                    <a:pt x="3229" y="2143"/>
                  </a:moveTo>
                  <a:cubicBezTo>
                    <a:pt x="3201" y="2143"/>
                    <a:pt x="3173" y="2171"/>
                    <a:pt x="3173" y="2208"/>
                  </a:cubicBezTo>
                  <a:lnTo>
                    <a:pt x="3173" y="2672"/>
                  </a:lnTo>
                  <a:cubicBezTo>
                    <a:pt x="3173" y="2700"/>
                    <a:pt x="3201" y="2728"/>
                    <a:pt x="3229" y="2728"/>
                  </a:cubicBezTo>
                  <a:cubicBezTo>
                    <a:pt x="3266" y="2728"/>
                    <a:pt x="3294" y="2700"/>
                    <a:pt x="3294" y="2672"/>
                  </a:cubicBezTo>
                  <a:lnTo>
                    <a:pt x="3294" y="2208"/>
                  </a:lnTo>
                  <a:cubicBezTo>
                    <a:pt x="3294" y="2171"/>
                    <a:pt x="3266" y="2143"/>
                    <a:pt x="3229" y="2143"/>
                  </a:cubicBezTo>
                  <a:close/>
                  <a:moveTo>
                    <a:pt x="3229" y="3071"/>
                  </a:moveTo>
                  <a:cubicBezTo>
                    <a:pt x="3201" y="3071"/>
                    <a:pt x="3173" y="3099"/>
                    <a:pt x="3173" y="3136"/>
                  </a:cubicBezTo>
                  <a:lnTo>
                    <a:pt x="3173" y="3600"/>
                  </a:lnTo>
                  <a:cubicBezTo>
                    <a:pt x="3173" y="3628"/>
                    <a:pt x="3201" y="3656"/>
                    <a:pt x="3229" y="3656"/>
                  </a:cubicBezTo>
                  <a:cubicBezTo>
                    <a:pt x="3266" y="3656"/>
                    <a:pt x="3294" y="3628"/>
                    <a:pt x="3294" y="3600"/>
                  </a:cubicBezTo>
                  <a:lnTo>
                    <a:pt x="3294" y="3136"/>
                  </a:lnTo>
                  <a:cubicBezTo>
                    <a:pt x="3294" y="3099"/>
                    <a:pt x="3266" y="3071"/>
                    <a:pt x="3229" y="3071"/>
                  </a:cubicBezTo>
                  <a:close/>
                  <a:moveTo>
                    <a:pt x="3229" y="3999"/>
                  </a:moveTo>
                  <a:cubicBezTo>
                    <a:pt x="3201" y="3999"/>
                    <a:pt x="3173" y="4027"/>
                    <a:pt x="3173" y="4064"/>
                  </a:cubicBezTo>
                  <a:lnTo>
                    <a:pt x="3173" y="4528"/>
                  </a:lnTo>
                  <a:cubicBezTo>
                    <a:pt x="3173" y="4555"/>
                    <a:pt x="3201" y="4583"/>
                    <a:pt x="3229" y="4583"/>
                  </a:cubicBezTo>
                  <a:cubicBezTo>
                    <a:pt x="3266" y="4583"/>
                    <a:pt x="3294" y="4555"/>
                    <a:pt x="3294" y="4528"/>
                  </a:cubicBezTo>
                  <a:lnTo>
                    <a:pt x="3294" y="4064"/>
                  </a:lnTo>
                  <a:cubicBezTo>
                    <a:pt x="3294" y="4027"/>
                    <a:pt x="3266" y="3999"/>
                    <a:pt x="3229" y="3999"/>
                  </a:cubicBezTo>
                  <a:close/>
                  <a:moveTo>
                    <a:pt x="269" y="5214"/>
                  </a:moveTo>
                  <a:cubicBezTo>
                    <a:pt x="241" y="5214"/>
                    <a:pt x="214" y="5242"/>
                    <a:pt x="214" y="5279"/>
                  </a:cubicBezTo>
                  <a:cubicBezTo>
                    <a:pt x="214" y="5307"/>
                    <a:pt x="241" y="5335"/>
                    <a:pt x="269" y="5335"/>
                  </a:cubicBezTo>
                  <a:lnTo>
                    <a:pt x="733" y="5335"/>
                  </a:lnTo>
                  <a:cubicBezTo>
                    <a:pt x="770" y="5335"/>
                    <a:pt x="789" y="5307"/>
                    <a:pt x="789" y="5279"/>
                  </a:cubicBezTo>
                  <a:cubicBezTo>
                    <a:pt x="789" y="5242"/>
                    <a:pt x="770" y="5214"/>
                    <a:pt x="733" y="5214"/>
                  </a:cubicBezTo>
                  <a:close/>
                  <a:moveTo>
                    <a:pt x="1197" y="5214"/>
                  </a:moveTo>
                  <a:cubicBezTo>
                    <a:pt x="1169" y="5214"/>
                    <a:pt x="1141" y="5242"/>
                    <a:pt x="1141" y="5279"/>
                  </a:cubicBezTo>
                  <a:cubicBezTo>
                    <a:pt x="1141" y="5307"/>
                    <a:pt x="1169" y="5335"/>
                    <a:pt x="1197" y="5335"/>
                  </a:cubicBezTo>
                  <a:lnTo>
                    <a:pt x="1661" y="5335"/>
                  </a:lnTo>
                  <a:cubicBezTo>
                    <a:pt x="1698" y="5335"/>
                    <a:pt x="1716" y="5307"/>
                    <a:pt x="1716" y="5279"/>
                  </a:cubicBezTo>
                  <a:cubicBezTo>
                    <a:pt x="1716" y="5242"/>
                    <a:pt x="1698" y="5214"/>
                    <a:pt x="1661" y="5214"/>
                  </a:cubicBezTo>
                  <a:close/>
                  <a:moveTo>
                    <a:pt x="2125" y="5214"/>
                  </a:moveTo>
                  <a:cubicBezTo>
                    <a:pt x="2097" y="5214"/>
                    <a:pt x="2069" y="5242"/>
                    <a:pt x="2069" y="5279"/>
                  </a:cubicBezTo>
                  <a:cubicBezTo>
                    <a:pt x="2069" y="5307"/>
                    <a:pt x="2097" y="5335"/>
                    <a:pt x="2125" y="5335"/>
                  </a:cubicBezTo>
                  <a:lnTo>
                    <a:pt x="2588" y="5335"/>
                  </a:lnTo>
                  <a:cubicBezTo>
                    <a:pt x="2626" y="5335"/>
                    <a:pt x="2644" y="5307"/>
                    <a:pt x="2644" y="5279"/>
                  </a:cubicBezTo>
                  <a:cubicBezTo>
                    <a:pt x="2644" y="5242"/>
                    <a:pt x="2626" y="5214"/>
                    <a:pt x="2588" y="5214"/>
                  </a:cubicBezTo>
                  <a:close/>
                  <a:moveTo>
                    <a:pt x="3229" y="4936"/>
                  </a:moveTo>
                  <a:cubicBezTo>
                    <a:pt x="3201" y="4936"/>
                    <a:pt x="3173" y="4954"/>
                    <a:pt x="3173" y="4991"/>
                  </a:cubicBezTo>
                  <a:lnTo>
                    <a:pt x="3173" y="5214"/>
                  </a:lnTo>
                  <a:lnTo>
                    <a:pt x="3052" y="5214"/>
                  </a:lnTo>
                  <a:cubicBezTo>
                    <a:pt x="3024" y="5214"/>
                    <a:pt x="2997" y="5242"/>
                    <a:pt x="2997" y="5279"/>
                  </a:cubicBezTo>
                  <a:cubicBezTo>
                    <a:pt x="2997" y="5307"/>
                    <a:pt x="3024" y="5335"/>
                    <a:pt x="3052" y="5335"/>
                  </a:cubicBezTo>
                  <a:lnTo>
                    <a:pt x="3229" y="5335"/>
                  </a:lnTo>
                  <a:cubicBezTo>
                    <a:pt x="3266" y="5335"/>
                    <a:pt x="3294" y="5307"/>
                    <a:pt x="3294" y="5279"/>
                  </a:cubicBezTo>
                  <a:lnTo>
                    <a:pt x="3294" y="4991"/>
                  </a:lnTo>
                  <a:cubicBezTo>
                    <a:pt x="3294" y="4954"/>
                    <a:pt x="3266" y="4936"/>
                    <a:pt x="3229" y="4936"/>
                  </a:cubicBezTo>
                  <a:close/>
                  <a:moveTo>
                    <a:pt x="56" y="5464"/>
                  </a:moveTo>
                  <a:cubicBezTo>
                    <a:pt x="28" y="5464"/>
                    <a:pt x="0" y="5492"/>
                    <a:pt x="0" y="5520"/>
                  </a:cubicBezTo>
                  <a:lnTo>
                    <a:pt x="0" y="5993"/>
                  </a:lnTo>
                  <a:cubicBezTo>
                    <a:pt x="0" y="6021"/>
                    <a:pt x="28" y="6049"/>
                    <a:pt x="56" y="6049"/>
                  </a:cubicBezTo>
                  <a:cubicBezTo>
                    <a:pt x="93" y="6049"/>
                    <a:pt x="112" y="6021"/>
                    <a:pt x="112" y="5993"/>
                  </a:cubicBezTo>
                  <a:lnTo>
                    <a:pt x="112" y="5520"/>
                  </a:lnTo>
                  <a:cubicBezTo>
                    <a:pt x="112" y="5492"/>
                    <a:pt x="93" y="5464"/>
                    <a:pt x="56" y="5464"/>
                  </a:cubicBezTo>
                  <a:close/>
                  <a:moveTo>
                    <a:pt x="56" y="6392"/>
                  </a:moveTo>
                  <a:cubicBezTo>
                    <a:pt x="28" y="6392"/>
                    <a:pt x="0" y="6420"/>
                    <a:pt x="0" y="6457"/>
                  </a:cubicBezTo>
                  <a:lnTo>
                    <a:pt x="0" y="6921"/>
                  </a:lnTo>
                  <a:cubicBezTo>
                    <a:pt x="0" y="6949"/>
                    <a:pt x="28" y="6977"/>
                    <a:pt x="56" y="6977"/>
                  </a:cubicBezTo>
                  <a:cubicBezTo>
                    <a:pt x="93" y="6977"/>
                    <a:pt x="112" y="6949"/>
                    <a:pt x="112" y="6921"/>
                  </a:cubicBezTo>
                  <a:lnTo>
                    <a:pt x="112" y="6457"/>
                  </a:lnTo>
                  <a:cubicBezTo>
                    <a:pt x="112" y="6420"/>
                    <a:pt x="93" y="6392"/>
                    <a:pt x="56" y="639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3">
              <a:extLst>
                <a:ext uri="{FF2B5EF4-FFF2-40B4-BE49-F238E27FC236}">
                  <a16:creationId xmlns:a16="http://schemas.microsoft.com/office/drawing/2014/main" id="{E246AE10-6F64-F136-B846-3085E7A8FDED}"/>
                </a:ext>
              </a:extLst>
            </p:cNvPr>
            <p:cNvSpPr/>
            <p:nvPr/>
          </p:nvSpPr>
          <p:spPr>
            <a:xfrm>
              <a:off x="2221250" y="2699900"/>
              <a:ext cx="76775" cy="195775"/>
            </a:xfrm>
            <a:custGeom>
              <a:avLst/>
              <a:gdLst/>
              <a:ahLst/>
              <a:cxnLst/>
              <a:rect l="l" t="t" r="r" b="b"/>
              <a:pathLst>
                <a:path w="3071" h="7831" extrusionOk="0">
                  <a:moveTo>
                    <a:pt x="3015" y="1"/>
                  </a:moveTo>
                  <a:cubicBezTo>
                    <a:pt x="2987" y="1"/>
                    <a:pt x="2959" y="28"/>
                    <a:pt x="2959" y="56"/>
                  </a:cubicBezTo>
                  <a:lnTo>
                    <a:pt x="2959" y="520"/>
                  </a:lnTo>
                  <a:cubicBezTo>
                    <a:pt x="2959" y="557"/>
                    <a:pt x="2987" y="585"/>
                    <a:pt x="3015" y="585"/>
                  </a:cubicBezTo>
                  <a:cubicBezTo>
                    <a:pt x="3043" y="585"/>
                    <a:pt x="3071" y="557"/>
                    <a:pt x="3071" y="520"/>
                  </a:cubicBezTo>
                  <a:lnTo>
                    <a:pt x="3071" y="56"/>
                  </a:lnTo>
                  <a:cubicBezTo>
                    <a:pt x="3071" y="28"/>
                    <a:pt x="3052" y="1"/>
                    <a:pt x="3015" y="1"/>
                  </a:cubicBezTo>
                  <a:close/>
                  <a:moveTo>
                    <a:pt x="3015" y="928"/>
                  </a:moveTo>
                  <a:cubicBezTo>
                    <a:pt x="2987" y="928"/>
                    <a:pt x="2959" y="956"/>
                    <a:pt x="2959" y="984"/>
                  </a:cubicBezTo>
                  <a:lnTo>
                    <a:pt x="2959" y="1448"/>
                  </a:lnTo>
                  <a:cubicBezTo>
                    <a:pt x="2959" y="1485"/>
                    <a:pt x="2987" y="1513"/>
                    <a:pt x="3015" y="1513"/>
                  </a:cubicBezTo>
                  <a:cubicBezTo>
                    <a:pt x="3043" y="1513"/>
                    <a:pt x="3071" y="1485"/>
                    <a:pt x="3071" y="1448"/>
                  </a:cubicBezTo>
                  <a:lnTo>
                    <a:pt x="3071" y="984"/>
                  </a:lnTo>
                  <a:cubicBezTo>
                    <a:pt x="3071" y="956"/>
                    <a:pt x="3052" y="928"/>
                    <a:pt x="3015" y="928"/>
                  </a:cubicBezTo>
                  <a:close/>
                  <a:moveTo>
                    <a:pt x="3015" y="1856"/>
                  </a:moveTo>
                  <a:cubicBezTo>
                    <a:pt x="2987" y="1856"/>
                    <a:pt x="2959" y="1884"/>
                    <a:pt x="2959" y="1912"/>
                  </a:cubicBezTo>
                  <a:lnTo>
                    <a:pt x="2959" y="2375"/>
                  </a:lnTo>
                  <a:cubicBezTo>
                    <a:pt x="2959" y="2412"/>
                    <a:pt x="2987" y="2440"/>
                    <a:pt x="3015" y="2440"/>
                  </a:cubicBezTo>
                  <a:cubicBezTo>
                    <a:pt x="3043" y="2440"/>
                    <a:pt x="3071" y="2412"/>
                    <a:pt x="3071" y="2375"/>
                  </a:cubicBezTo>
                  <a:lnTo>
                    <a:pt x="3071" y="1912"/>
                  </a:lnTo>
                  <a:cubicBezTo>
                    <a:pt x="3071" y="1884"/>
                    <a:pt x="3052" y="1856"/>
                    <a:pt x="3015" y="1856"/>
                  </a:cubicBezTo>
                  <a:close/>
                  <a:moveTo>
                    <a:pt x="3015" y="2784"/>
                  </a:moveTo>
                  <a:cubicBezTo>
                    <a:pt x="2987" y="2784"/>
                    <a:pt x="2959" y="2811"/>
                    <a:pt x="2959" y="2839"/>
                  </a:cubicBezTo>
                  <a:lnTo>
                    <a:pt x="2959" y="3303"/>
                  </a:lnTo>
                  <a:cubicBezTo>
                    <a:pt x="2959" y="3340"/>
                    <a:pt x="2987" y="3368"/>
                    <a:pt x="3015" y="3368"/>
                  </a:cubicBezTo>
                  <a:cubicBezTo>
                    <a:pt x="3043" y="3368"/>
                    <a:pt x="3071" y="3340"/>
                    <a:pt x="3071" y="3303"/>
                  </a:cubicBezTo>
                  <a:lnTo>
                    <a:pt x="3071" y="2839"/>
                  </a:lnTo>
                  <a:cubicBezTo>
                    <a:pt x="3071" y="2811"/>
                    <a:pt x="3052" y="2784"/>
                    <a:pt x="3015" y="2784"/>
                  </a:cubicBezTo>
                  <a:close/>
                  <a:moveTo>
                    <a:pt x="3015" y="3711"/>
                  </a:moveTo>
                  <a:cubicBezTo>
                    <a:pt x="2987" y="3711"/>
                    <a:pt x="2959" y="3739"/>
                    <a:pt x="2959" y="3767"/>
                  </a:cubicBezTo>
                  <a:lnTo>
                    <a:pt x="2959" y="4231"/>
                  </a:lnTo>
                  <a:cubicBezTo>
                    <a:pt x="2959" y="4268"/>
                    <a:pt x="2987" y="4296"/>
                    <a:pt x="3015" y="4296"/>
                  </a:cubicBezTo>
                  <a:cubicBezTo>
                    <a:pt x="3043" y="4296"/>
                    <a:pt x="3071" y="4268"/>
                    <a:pt x="3071" y="4231"/>
                  </a:cubicBezTo>
                  <a:lnTo>
                    <a:pt x="3071" y="3767"/>
                  </a:lnTo>
                  <a:cubicBezTo>
                    <a:pt x="3071" y="3739"/>
                    <a:pt x="3052" y="3711"/>
                    <a:pt x="3015" y="3711"/>
                  </a:cubicBezTo>
                  <a:close/>
                  <a:moveTo>
                    <a:pt x="3015" y="4639"/>
                  </a:moveTo>
                  <a:cubicBezTo>
                    <a:pt x="2987" y="4639"/>
                    <a:pt x="2959" y="4667"/>
                    <a:pt x="2959" y="4695"/>
                  </a:cubicBezTo>
                  <a:lnTo>
                    <a:pt x="2959" y="5158"/>
                  </a:lnTo>
                  <a:cubicBezTo>
                    <a:pt x="2959" y="5195"/>
                    <a:pt x="2987" y="5223"/>
                    <a:pt x="3015" y="5223"/>
                  </a:cubicBezTo>
                  <a:cubicBezTo>
                    <a:pt x="3043" y="5223"/>
                    <a:pt x="3071" y="5195"/>
                    <a:pt x="3071" y="5158"/>
                  </a:cubicBezTo>
                  <a:lnTo>
                    <a:pt x="3071" y="4695"/>
                  </a:lnTo>
                  <a:cubicBezTo>
                    <a:pt x="3071" y="4667"/>
                    <a:pt x="3052" y="4639"/>
                    <a:pt x="3015" y="4639"/>
                  </a:cubicBezTo>
                  <a:close/>
                  <a:moveTo>
                    <a:pt x="3015" y="5567"/>
                  </a:moveTo>
                  <a:cubicBezTo>
                    <a:pt x="2987" y="5567"/>
                    <a:pt x="2959" y="5594"/>
                    <a:pt x="2959" y="5622"/>
                  </a:cubicBezTo>
                  <a:lnTo>
                    <a:pt x="2959" y="6095"/>
                  </a:lnTo>
                  <a:cubicBezTo>
                    <a:pt x="2959" y="6123"/>
                    <a:pt x="2987" y="6151"/>
                    <a:pt x="3015" y="6151"/>
                  </a:cubicBezTo>
                  <a:cubicBezTo>
                    <a:pt x="3043" y="6151"/>
                    <a:pt x="3071" y="6123"/>
                    <a:pt x="3071" y="6095"/>
                  </a:cubicBezTo>
                  <a:lnTo>
                    <a:pt x="3071" y="5622"/>
                  </a:lnTo>
                  <a:cubicBezTo>
                    <a:pt x="3071" y="5594"/>
                    <a:pt x="3052" y="5567"/>
                    <a:pt x="3015" y="5567"/>
                  </a:cubicBezTo>
                  <a:close/>
                  <a:moveTo>
                    <a:pt x="390" y="6188"/>
                  </a:moveTo>
                  <a:cubicBezTo>
                    <a:pt x="353" y="6188"/>
                    <a:pt x="334" y="6216"/>
                    <a:pt x="334" y="6253"/>
                  </a:cubicBezTo>
                  <a:cubicBezTo>
                    <a:pt x="334" y="6281"/>
                    <a:pt x="353" y="6309"/>
                    <a:pt x="390" y="6309"/>
                  </a:cubicBezTo>
                  <a:lnTo>
                    <a:pt x="853" y="6309"/>
                  </a:lnTo>
                  <a:cubicBezTo>
                    <a:pt x="881" y="6309"/>
                    <a:pt x="909" y="6281"/>
                    <a:pt x="909" y="6253"/>
                  </a:cubicBezTo>
                  <a:cubicBezTo>
                    <a:pt x="909" y="6216"/>
                    <a:pt x="881" y="6188"/>
                    <a:pt x="853" y="6188"/>
                  </a:cubicBezTo>
                  <a:close/>
                  <a:moveTo>
                    <a:pt x="1317" y="6188"/>
                  </a:moveTo>
                  <a:cubicBezTo>
                    <a:pt x="1280" y="6188"/>
                    <a:pt x="1262" y="6216"/>
                    <a:pt x="1262" y="6253"/>
                  </a:cubicBezTo>
                  <a:cubicBezTo>
                    <a:pt x="1262" y="6281"/>
                    <a:pt x="1280" y="6309"/>
                    <a:pt x="1317" y="6309"/>
                  </a:cubicBezTo>
                  <a:lnTo>
                    <a:pt x="1781" y="6309"/>
                  </a:lnTo>
                  <a:cubicBezTo>
                    <a:pt x="1809" y="6309"/>
                    <a:pt x="1837" y="6281"/>
                    <a:pt x="1837" y="6253"/>
                  </a:cubicBezTo>
                  <a:cubicBezTo>
                    <a:pt x="1837" y="6216"/>
                    <a:pt x="1809" y="6188"/>
                    <a:pt x="1781" y="6188"/>
                  </a:cubicBezTo>
                  <a:close/>
                  <a:moveTo>
                    <a:pt x="2245" y="6188"/>
                  </a:moveTo>
                  <a:cubicBezTo>
                    <a:pt x="2208" y="6188"/>
                    <a:pt x="2189" y="6216"/>
                    <a:pt x="2189" y="6253"/>
                  </a:cubicBezTo>
                  <a:cubicBezTo>
                    <a:pt x="2189" y="6281"/>
                    <a:pt x="2208" y="6309"/>
                    <a:pt x="2245" y="6309"/>
                  </a:cubicBezTo>
                  <a:lnTo>
                    <a:pt x="2709" y="6309"/>
                  </a:lnTo>
                  <a:cubicBezTo>
                    <a:pt x="2737" y="6309"/>
                    <a:pt x="2764" y="6281"/>
                    <a:pt x="2764" y="6253"/>
                  </a:cubicBezTo>
                  <a:cubicBezTo>
                    <a:pt x="2764" y="6216"/>
                    <a:pt x="2737" y="6188"/>
                    <a:pt x="2709" y="6188"/>
                  </a:cubicBezTo>
                  <a:close/>
                  <a:moveTo>
                    <a:pt x="56" y="6318"/>
                  </a:moveTo>
                  <a:cubicBezTo>
                    <a:pt x="28" y="6318"/>
                    <a:pt x="0" y="6346"/>
                    <a:pt x="0" y="6383"/>
                  </a:cubicBezTo>
                  <a:lnTo>
                    <a:pt x="0" y="6847"/>
                  </a:lnTo>
                  <a:cubicBezTo>
                    <a:pt x="0" y="6875"/>
                    <a:pt x="28" y="6902"/>
                    <a:pt x="56" y="6902"/>
                  </a:cubicBezTo>
                  <a:cubicBezTo>
                    <a:pt x="84" y="6902"/>
                    <a:pt x="111" y="6875"/>
                    <a:pt x="111" y="6847"/>
                  </a:cubicBezTo>
                  <a:lnTo>
                    <a:pt x="111" y="6383"/>
                  </a:lnTo>
                  <a:cubicBezTo>
                    <a:pt x="111" y="6346"/>
                    <a:pt x="84" y="6318"/>
                    <a:pt x="56" y="6318"/>
                  </a:cubicBezTo>
                  <a:close/>
                  <a:moveTo>
                    <a:pt x="56" y="7246"/>
                  </a:moveTo>
                  <a:cubicBezTo>
                    <a:pt x="28" y="7246"/>
                    <a:pt x="0" y="7273"/>
                    <a:pt x="0" y="7311"/>
                  </a:cubicBezTo>
                  <a:lnTo>
                    <a:pt x="0" y="7774"/>
                  </a:lnTo>
                  <a:cubicBezTo>
                    <a:pt x="0" y="7802"/>
                    <a:pt x="28" y="7830"/>
                    <a:pt x="56" y="7830"/>
                  </a:cubicBezTo>
                  <a:cubicBezTo>
                    <a:pt x="84" y="7830"/>
                    <a:pt x="111" y="7802"/>
                    <a:pt x="111" y="7774"/>
                  </a:cubicBezTo>
                  <a:lnTo>
                    <a:pt x="111" y="7311"/>
                  </a:lnTo>
                  <a:cubicBezTo>
                    <a:pt x="111" y="7273"/>
                    <a:pt x="84" y="7246"/>
                    <a:pt x="56" y="72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3">
              <a:extLst>
                <a:ext uri="{FF2B5EF4-FFF2-40B4-BE49-F238E27FC236}">
                  <a16:creationId xmlns:a16="http://schemas.microsoft.com/office/drawing/2014/main" id="{3A798DA6-FE64-D245-C835-866ECA59446D}"/>
                </a:ext>
              </a:extLst>
            </p:cNvPr>
            <p:cNvSpPr/>
            <p:nvPr/>
          </p:nvSpPr>
          <p:spPr>
            <a:xfrm>
              <a:off x="2079525" y="2330700"/>
              <a:ext cx="30425" cy="30175"/>
            </a:xfrm>
            <a:custGeom>
              <a:avLst/>
              <a:gdLst/>
              <a:ahLst/>
              <a:cxnLst/>
              <a:rect l="l" t="t" r="r" b="b"/>
              <a:pathLst>
                <a:path w="1217" h="1207" extrusionOk="0">
                  <a:moveTo>
                    <a:pt x="613" y="176"/>
                  </a:moveTo>
                  <a:lnTo>
                    <a:pt x="752" y="436"/>
                  </a:lnTo>
                  <a:cubicBezTo>
                    <a:pt x="752" y="445"/>
                    <a:pt x="762" y="455"/>
                    <a:pt x="771" y="464"/>
                  </a:cubicBezTo>
                  <a:lnTo>
                    <a:pt x="1031" y="603"/>
                  </a:lnTo>
                  <a:lnTo>
                    <a:pt x="771" y="742"/>
                  </a:lnTo>
                  <a:cubicBezTo>
                    <a:pt x="762" y="752"/>
                    <a:pt x="752" y="761"/>
                    <a:pt x="752" y="770"/>
                  </a:cubicBezTo>
                  <a:lnTo>
                    <a:pt x="604" y="1030"/>
                  </a:lnTo>
                  <a:lnTo>
                    <a:pt x="465" y="770"/>
                  </a:lnTo>
                  <a:cubicBezTo>
                    <a:pt x="465" y="761"/>
                    <a:pt x="456" y="752"/>
                    <a:pt x="446" y="742"/>
                  </a:cubicBezTo>
                  <a:lnTo>
                    <a:pt x="186" y="603"/>
                  </a:lnTo>
                  <a:lnTo>
                    <a:pt x="446" y="464"/>
                  </a:lnTo>
                  <a:cubicBezTo>
                    <a:pt x="456" y="455"/>
                    <a:pt x="465" y="445"/>
                    <a:pt x="465" y="436"/>
                  </a:cubicBezTo>
                  <a:lnTo>
                    <a:pt x="613" y="176"/>
                  </a:lnTo>
                  <a:close/>
                  <a:moveTo>
                    <a:pt x="613" y="0"/>
                  </a:moveTo>
                  <a:cubicBezTo>
                    <a:pt x="585" y="0"/>
                    <a:pt x="567" y="9"/>
                    <a:pt x="558" y="28"/>
                  </a:cubicBezTo>
                  <a:lnTo>
                    <a:pt x="372" y="362"/>
                  </a:lnTo>
                  <a:lnTo>
                    <a:pt x="38" y="547"/>
                  </a:lnTo>
                  <a:cubicBezTo>
                    <a:pt x="20" y="557"/>
                    <a:pt x="1" y="585"/>
                    <a:pt x="1" y="603"/>
                  </a:cubicBezTo>
                  <a:cubicBezTo>
                    <a:pt x="1" y="622"/>
                    <a:pt x="20" y="640"/>
                    <a:pt x="38" y="649"/>
                  </a:cubicBezTo>
                  <a:lnTo>
                    <a:pt x="372" y="835"/>
                  </a:lnTo>
                  <a:lnTo>
                    <a:pt x="558" y="1178"/>
                  </a:lnTo>
                  <a:cubicBezTo>
                    <a:pt x="567" y="1197"/>
                    <a:pt x="585" y="1206"/>
                    <a:pt x="604" y="1206"/>
                  </a:cubicBezTo>
                  <a:cubicBezTo>
                    <a:pt x="632" y="1206"/>
                    <a:pt x="650" y="1197"/>
                    <a:pt x="660" y="1178"/>
                  </a:cubicBezTo>
                  <a:lnTo>
                    <a:pt x="845" y="835"/>
                  </a:lnTo>
                  <a:lnTo>
                    <a:pt x="1179" y="659"/>
                  </a:lnTo>
                  <a:cubicBezTo>
                    <a:pt x="1198" y="640"/>
                    <a:pt x="1216" y="622"/>
                    <a:pt x="1216" y="603"/>
                  </a:cubicBezTo>
                  <a:cubicBezTo>
                    <a:pt x="1216" y="585"/>
                    <a:pt x="1198" y="566"/>
                    <a:pt x="1179" y="557"/>
                  </a:cubicBezTo>
                  <a:lnTo>
                    <a:pt x="845" y="371"/>
                  </a:lnTo>
                  <a:lnTo>
                    <a:pt x="660" y="28"/>
                  </a:lnTo>
                  <a:cubicBezTo>
                    <a:pt x="650" y="9"/>
                    <a:pt x="632"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3">
              <a:extLst>
                <a:ext uri="{FF2B5EF4-FFF2-40B4-BE49-F238E27FC236}">
                  <a16:creationId xmlns:a16="http://schemas.microsoft.com/office/drawing/2014/main" id="{3CB28B90-02D7-8A34-A507-596EBE698CAF}"/>
                </a:ext>
              </a:extLst>
            </p:cNvPr>
            <p:cNvSpPr/>
            <p:nvPr/>
          </p:nvSpPr>
          <p:spPr>
            <a:xfrm>
              <a:off x="2275275" y="3037350"/>
              <a:ext cx="44550" cy="44775"/>
            </a:xfrm>
            <a:custGeom>
              <a:avLst/>
              <a:gdLst/>
              <a:ahLst/>
              <a:cxnLst/>
              <a:rect l="l" t="t" r="r" b="b"/>
              <a:pathLst>
                <a:path w="1782" h="1791" extrusionOk="0">
                  <a:moveTo>
                    <a:pt x="891" y="176"/>
                  </a:moveTo>
                  <a:lnTo>
                    <a:pt x="1142" y="631"/>
                  </a:lnTo>
                  <a:cubicBezTo>
                    <a:pt x="1142" y="640"/>
                    <a:pt x="1151" y="640"/>
                    <a:pt x="1160" y="649"/>
                  </a:cubicBezTo>
                  <a:lnTo>
                    <a:pt x="1605" y="900"/>
                  </a:lnTo>
                  <a:lnTo>
                    <a:pt x="1160" y="1141"/>
                  </a:lnTo>
                  <a:cubicBezTo>
                    <a:pt x="1151" y="1141"/>
                    <a:pt x="1142" y="1150"/>
                    <a:pt x="1142" y="1160"/>
                  </a:cubicBezTo>
                  <a:lnTo>
                    <a:pt x="891" y="1605"/>
                  </a:lnTo>
                  <a:lnTo>
                    <a:pt x="650" y="1160"/>
                  </a:lnTo>
                  <a:cubicBezTo>
                    <a:pt x="641" y="1150"/>
                    <a:pt x="631" y="1141"/>
                    <a:pt x="622" y="1141"/>
                  </a:cubicBezTo>
                  <a:lnTo>
                    <a:pt x="177" y="891"/>
                  </a:lnTo>
                  <a:lnTo>
                    <a:pt x="622" y="649"/>
                  </a:lnTo>
                  <a:cubicBezTo>
                    <a:pt x="641" y="640"/>
                    <a:pt x="641" y="631"/>
                    <a:pt x="650" y="622"/>
                  </a:cubicBezTo>
                  <a:lnTo>
                    <a:pt x="891" y="176"/>
                  </a:lnTo>
                  <a:close/>
                  <a:moveTo>
                    <a:pt x="891" y="0"/>
                  </a:moveTo>
                  <a:cubicBezTo>
                    <a:pt x="872" y="0"/>
                    <a:pt x="854" y="9"/>
                    <a:pt x="845" y="28"/>
                  </a:cubicBezTo>
                  <a:lnTo>
                    <a:pt x="557" y="557"/>
                  </a:lnTo>
                  <a:lnTo>
                    <a:pt x="28" y="844"/>
                  </a:lnTo>
                  <a:cubicBezTo>
                    <a:pt x="10" y="853"/>
                    <a:pt x="0" y="872"/>
                    <a:pt x="0" y="891"/>
                  </a:cubicBezTo>
                  <a:cubicBezTo>
                    <a:pt x="0" y="909"/>
                    <a:pt x="10" y="937"/>
                    <a:pt x="28" y="946"/>
                  </a:cubicBezTo>
                  <a:lnTo>
                    <a:pt x="557" y="1234"/>
                  </a:lnTo>
                  <a:lnTo>
                    <a:pt x="835" y="1753"/>
                  </a:lnTo>
                  <a:cubicBezTo>
                    <a:pt x="854" y="1772"/>
                    <a:pt x="872" y="1790"/>
                    <a:pt x="891" y="1790"/>
                  </a:cubicBezTo>
                  <a:cubicBezTo>
                    <a:pt x="910" y="1790"/>
                    <a:pt x="928" y="1772"/>
                    <a:pt x="937" y="1753"/>
                  </a:cubicBezTo>
                  <a:lnTo>
                    <a:pt x="1234" y="1234"/>
                  </a:lnTo>
                  <a:lnTo>
                    <a:pt x="1754" y="946"/>
                  </a:lnTo>
                  <a:cubicBezTo>
                    <a:pt x="1772" y="937"/>
                    <a:pt x="1782" y="918"/>
                    <a:pt x="1782" y="900"/>
                  </a:cubicBezTo>
                  <a:cubicBezTo>
                    <a:pt x="1782" y="872"/>
                    <a:pt x="1772" y="853"/>
                    <a:pt x="1754" y="844"/>
                  </a:cubicBezTo>
                  <a:lnTo>
                    <a:pt x="1234" y="557"/>
                  </a:lnTo>
                  <a:lnTo>
                    <a:pt x="947" y="28"/>
                  </a:lnTo>
                  <a:cubicBezTo>
                    <a:pt x="937" y="9"/>
                    <a:pt x="919" y="0"/>
                    <a:pt x="8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3">
              <a:extLst>
                <a:ext uri="{FF2B5EF4-FFF2-40B4-BE49-F238E27FC236}">
                  <a16:creationId xmlns:a16="http://schemas.microsoft.com/office/drawing/2014/main" id="{7FA010B9-B62E-CBB9-8C30-52584037A11B}"/>
                </a:ext>
              </a:extLst>
            </p:cNvPr>
            <p:cNvSpPr/>
            <p:nvPr/>
          </p:nvSpPr>
          <p:spPr>
            <a:xfrm>
              <a:off x="2281075" y="2533150"/>
              <a:ext cx="3025" cy="16500"/>
            </a:xfrm>
            <a:custGeom>
              <a:avLst/>
              <a:gdLst/>
              <a:ahLst/>
              <a:cxnLst/>
              <a:rect l="l" t="t" r="r" b="b"/>
              <a:pathLst>
                <a:path w="121" h="660" extrusionOk="0">
                  <a:moveTo>
                    <a:pt x="65" y="1"/>
                  </a:moveTo>
                  <a:cubicBezTo>
                    <a:pt x="28" y="1"/>
                    <a:pt x="0" y="28"/>
                    <a:pt x="0" y="66"/>
                  </a:cubicBezTo>
                  <a:lnTo>
                    <a:pt x="0" y="604"/>
                  </a:lnTo>
                  <a:cubicBezTo>
                    <a:pt x="0" y="641"/>
                    <a:pt x="28" y="659"/>
                    <a:pt x="65" y="659"/>
                  </a:cubicBezTo>
                  <a:cubicBezTo>
                    <a:pt x="93" y="659"/>
                    <a:pt x="121" y="631"/>
                    <a:pt x="121" y="604"/>
                  </a:cubicBezTo>
                  <a:lnTo>
                    <a:pt x="121" y="66"/>
                  </a:lnTo>
                  <a:cubicBezTo>
                    <a:pt x="121" y="28"/>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3">
              <a:extLst>
                <a:ext uri="{FF2B5EF4-FFF2-40B4-BE49-F238E27FC236}">
                  <a16:creationId xmlns:a16="http://schemas.microsoft.com/office/drawing/2014/main" id="{46D5A082-4556-06ED-C550-1CC45C213D08}"/>
                </a:ext>
              </a:extLst>
            </p:cNvPr>
            <p:cNvSpPr/>
            <p:nvPr/>
          </p:nvSpPr>
          <p:spPr>
            <a:xfrm>
              <a:off x="2281075" y="2567950"/>
              <a:ext cx="3025" cy="16475"/>
            </a:xfrm>
            <a:custGeom>
              <a:avLst/>
              <a:gdLst/>
              <a:ahLst/>
              <a:cxnLst/>
              <a:rect l="l" t="t" r="r" b="b"/>
              <a:pathLst>
                <a:path w="121" h="659" extrusionOk="0">
                  <a:moveTo>
                    <a:pt x="65" y="0"/>
                  </a:moveTo>
                  <a:cubicBezTo>
                    <a:pt x="28" y="0"/>
                    <a:pt x="0" y="28"/>
                    <a:pt x="0" y="65"/>
                  </a:cubicBezTo>
                  <a:lnTo>
                    <a:pt x="0" y="603"/>
                  </a:lnTo>
                  <a:cubicBezTo>
                    <a:pt x="0" y="640"/>
                    <a:pt x="28" y="659"/>
                    <a:pt x="65" y="659"/>
                  </a:cubicBezTo>
                  <a:cubicBezTo>
                    <a:pt x="93" y="659"/>
                    <a:pt x="121" y="631"/>
                    <a:pt x="121" y="603"/>
                  </a:cubicBezTo>
                  <a:lnTo>
                    <a:pt x="121" y="65"/>
                  </a:lnTo>
                  <a:cubicBezTo>
                    <a:pt x="121" y="28"/>
                    <a:pt x="93"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3">
              <a:extLst>
                <a:ext uri="{FF2B5EF4-FFF2-40B4-BE49-F238E27FC236}">
                  <a16:creationId xmlns:a16="http://schemas.microsoft.com/office/drawing/2014/main" id="{BD2010DF-3362-4AD5-2DB8-EF14F46B9474}"/>
                </a:ext>
              </a:extLst>
            </p:cNvPr>
            <p:cNvSpPr/>
            <p:nvPr/>
          </p:nvSpPr>
          <p:spPr>
            <a:xfrm>
              <a:off x="2291750" y="2557500"/>
              <a:ext cx="16475" cy="2800"/>
            </a:xfrm>
            <a:custGeom>
              <a:avLst/>
              <a:gdLst/>
              <a:ahLst/>
              <a:cxnLst/>
              <a:rect l="l" t="t" r="r" b="b"/>
              <a:pathLst>
                <a:path w="659" h="112" extrusionOk="0">
                  <a:moveTo>
                    <a:pt x="65" y="1"/>
                  </a:moveTo>
                  <a:cubicBezTo>
                    <a:pt x="28" y="1"/>
                    <a:pt x="0" y="19"/>
                    <a:pt x="0" y="56"/>
                  </a:cubicBezTo>
                  <a:cubicBezTo>
                    <a:pt x="0" y="84"/>
                    <a:pt x="28" y="112"/>
                    <a:pt x="65" y="112"/>
                  </a:cubicBezTo>
                  <a:lnTo>
                    <a:pt x="603" y="112"/>
                  </a:lnTo>
                  <a:cubicBezTo>
                    <a:pt x="631" y="112"/>
                    <a:pt x="659" y="84"/>
                    <a:pt x="659" y="56"/>
                  </a:cubicBezTo>
                  <a:cubicBezTo>
                    <a:pt x="659" y="19"/>
                    <a:pt x="631"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3">
              <a:extLst>
                <a:ext uri="{FF2B5EF4-FFF2-40B4-BE49-F238E27FC236}">
                  <a16:creationId xmlns:a16="http://schemas.microsoft.com/office/drawing/2014/main" id="{365BBAA9-3A68-E795-643C-CD31C0EEF922}"/>
                </a:ext>
              </a:extLst>
            </p:cNvPr>
            <p:cNvSpPr/>
            <p:nvPr/>
          </p:nvSpPr>
          <p:spPr>
            <a:xfrm>
              <a:off x="2256950" y="2557500"/>
              <a:ext cx="16500" cy="2800"/>
            </a:xfrm>
            <a:custGeom>
              <a:avLst/>
              <a:gdLst/>
              <a:ahLst/>
              <a:cxnLst/>
              <a:rect l="l" t="t" r="r" b="b"/>
              <a:pathLst>
                <a:path w="660" h="112" extrusionOk="0">
                  <a:moveTo>
                    <a:pt x="66" y="1"/>
                  </a:moveTo>
                  <a:cubicBezTo>
                    <a:pt x="28" y="1"/>
                    <a:pt x="1" y="19"/>
                    <a:pt x="1" y="56"/>
                  </a:cubicBezTo>
                  <a:cubicBezTo>
                    <a:pt x="1" y="84"/>
                    <a:pt x="28" y="112"/>
                    <a:pt x="66" y="112"/>
                  </a:cubicBezTo>
                  <a:lnTo>
                    <a:pt x="604" y="112"/>
                  </a:lnTo>
                  <a:cubicBezTo>
                    <a:pt x="631" y="112"/>
                    <a:pt x="659" y="84"/>
                    <a:pt x="659" y="56"/>
                  </a:cubicBezTo>
                  <a:cubicBezTo>
                    <a:pt x="659" y="19"/>
                    <a:pt x="631"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3">
              <a:extLst>
                <a:ext uri="{FF2B5EF4-FFF2-40B4-BE49-F238E27FC236}">
                  <a16:creationId xmlns:a16="http://schemas.microsoft.com/office/drawing/2014/main" id="{27DB0506-8A68-0169-A03B-C317785ABCA0}"/>
                </a:ext>
              </a:extLst>
            </p:cNvPr>
            <p:cNvSpPr/>
            <p:nvPr/>
          </p:nvSpPr>
          <p:spPr>
            <a:xfrm>
              <a:off x="2265525" y="2566325"/>
              <a:ext cx="9550" cy="9525"/>
            </a:xfrm>
            <a:custGeom>
              <a:avLst/>
              <a:gdLst/>
              <a:ahLst/>
              <a:cxnLst/>
              <a:rect l="l" t="t" r="r" b="b"/>
              <a:pathLst>
                <a:path w="382" h="381" extrusionOk="0">
                  <a:moveTo>
                    <a:pt x="1" y="381"/>
                  </a:moveTo>
                  <a:lnTo>
                    <a:pt x="381"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3">
              <a:extLst>
                <a:ext uri="{FF2B5EF4-FFF2-40B4-BE49-F238E27FC236}">
                  <a16:creationId xmlns:a16="http://schemas.microsoft.com/office/drawing/2014/main" id="{B114B738-2033-6D6E-3119-46F98A35E405}"/>
                </a:ext>
              </a:extLst>
            </p:cNvPr>
            <p:cNvSpPr/>
            <p:nvPr/>
          </p:nvSpPr>
          <p:spPr>
            <a:xfrm>
              <a:off x="2263900" y="2564875"/>
              <a:ext cx="12800" cy="12600"/>
            </a:xfrm>
            <a:custGeom>
              <a:avLst/>
              <a:gdLst/>
              <a:ahLst/>
              <a:cxnLst/>
              <a:rect l="l" t="t" r="r" b="b"/>
              <a:pathLst>
                <a:path w="512" h="504" extrusionOk="0">
                  <a:moveTo>
                    <a:pt x="447" y="0"/>
                  </a:moveTo>
                  <a:cubicBezTo>
                    <a:pt x="432" y="0"/>
                    <a:pt x="418" y="7"/>
                    <a:pt x="409" y="21"/>
                  </a:cubicBezTo>
                  <a:lnTo>
                    <a:pt x="29" y="401"/>
                  </a:lnTo>
                  <a:cubicBezTo>
                    <a:pt x="1" y="420"/>
                    <a:pt x="1" y="457"/>
                    <a:pt x="29" y="485"/>
                  </a:cubicBezTo>
                  <a:cubicBezTo>
                    <a:pt x="38" y="494"/>
                    <a:pt x="47" y="503"/>
                    <a:pt x="66" y="503"/>
                  </a:cubicBezTo>
                  <a:cubicBezTo>
                    <a:pt x="84" y="503"/>
                    <a:pt x="94" y="494"/>
                    <a:pt x="112" y="485"/>
                  </a:cubicBezTo>
                  <a:lnTo>
                    <a:pt x="493" y="105"/>
                  </a:lnTo>
                  <a:cubicBezTo>
                    <a:pt x="511" y="77"/>
                    <a:pt x="511" y="40"/>
                    <a:pt x="493" y="21"/>
                  </a:cubicBezTo>
                  <a:cubicBezTo>
                    <a:pt x="479" y="7"/>
                    <a:pt x="462" y="0"/>
                    <a:pt x="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3">
              <a:extLst>
                <a:ext uri="{FF2B5EF4-FFF2-40B4-BE49-F238E27FC236}">
                  <a16:creationId xmlns:a16="http://schemas.microsoft.com/office/drawing/2014/main" id="{6CFDED55-7297-F872-8998-4D009F198040}"/>
                </a:ext>
              </a:extLst>
            </p:cNvPr>
            <p:cNvSpPr/>
            <p:nvPr/>
          </p:nvSpPr>
          <p:spPr>
            <a:xfrm>
              <a:off x="2290125" y="2541725"/>
              <a:ext cx="9525" cy="9550"/>
            </a:xfrm>
            <a:custGeom>
              <a:avLst/>
              <a:gdLst/>
              <a:ahLst/>
              <a:cxnLst/>
              <a:rect l="l" t="t" r="r" b="b"/>
              <a:pathLst>
                <a:path w="381" h="382" extrusionOk="0">
                  <a:moveTo>
                    <a:pt x="0" y="381"/>
                  </a:moveTo>
                  <a:lnTo>
                    <a:pt x="381"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3">
              <a:extLst>
                <a:ext uri="{FF2B5EF4-FFF2-40B4-BE49-F238E27FC236}">
                  <a16:creationId xmlns:a16="http://schemas.microsoft.com/office/drawing/2014/main" id="{459FD648-8C68-6117-7BB8-45C0FD5D9D29}"/>
                </a:ext>
              </a:extLst>
            </p:cNvPr>
            <p:cNvSpPr/>
            <p:nvPr/>
          </p:nvSpPr>
          <p:spPr>
            <a:xfrm>
              <a:off x="2288500" y="2540275"/>
              <a:ext cx="12775" cy="12625"/>
            </a:xfrm>
            <a:custGeom>
              <a:avLst/>
              <a:gdLst/>
              <a:ahLst/>
              <a:cxnLst/>
              <a:rect l="l" t="t" r="r" b="b"/>
              <a:pathLst>
                <a:path w="511" h="505" extrusionOk="0">
                  <a:moveTo>
                    <a:pt x="447" y="1"/>
                  </a:moveTo>
                  <a:cubicBezTo>
                    <a:pt x="432" y="1"/>
                    <a:pt x="418" y="8"/>
                    <a:pt x="408" y="22"/>
                  </a:cubicBezTo>
                  <a:lnTo>
                    <a:pt x="28" y="402"/>
                  </a:lnTo>
                  <a:cubicBezTo>
                    <a:pt x="0" y="421"/>
                    <a:pt x="0" y="458"/>
                    <a:pt x="28" y="486"/>
                  </a:cubicBezTo>
                  <a:cubicBezTo>
                    <a:pt x="37" y="495"/>
                    <a:pt x="47" y="504"/>
                    <a:pt x="65" y="504"/>
                  </a:cubicBezTo>
                  <a:cubicBezTo>
                    <a:pt x="84" y="504"/>
                    <a:pt x="93" y="495"/>
                    <a:pt x="112" y="486"/>
                  </a:cubicBezTo>
                  <a:lnTo>
                    <a:pt x="492" y="96"/>
                  </a:lnTo>
                  <a:cubicBezTo>
                    <a:pt x="510" y="77"/>
                    <a:pt x="510" y="40"/>
                    <a:pt x="492" y="22"/>
                  </a:cubicBezTo>
                  <a:cubicBezTo>
                    <a:pt x="478" y="8"/>
                    <a:pt x="462" y="1"/>
                    <a:pt x="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3">
              <a:extLst>
                <a:ext uri="{FF2B5EF4-FFF2-40B4-BE49-F238E27FC236}">
                  <a16:creationId xmlns:a16="http://schemas.microsoft.com/office/drawing/2014/main" id="{B66FEBAE-6D56-0776-4863-9B8B3793697E}"/>
                </a:ext>
              </a:extLst>
            </p:cNvPr>
            <p:cNvSpPr/>
            <p:nvPr/>
          </p:nvSpPr>
          <p:spPr>
            <a:xfrm>
              <a:off x="2265525" y="2541725"/>
              <a:ext cx="9550" cy="9550"/>
            </a:xfrm>
            <a:custGeom>
              <a:avLst/>
              <a:gdLst/>
              <a:ahLst/>
              <a:cxnLst/>
              <a:rect l="l" t="t" r="r" b="b"/>
              <a:pathLst>
                <a:path w="382" h="382" extrusionOk="0">
                  <a:moveTo>
                    <a:pt x="1" y="1"/>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3">
              <a:extLst>
                <a:ext uri="{FF2B5EF4-FFF2-40B4-BE49-F238E27FC236}">
                  <a16:creationId xmlns:a16="http://schemas.microsoft.com/office/drawing/2014/main" id="{78DEB3BB-1D59-C39A-DBF4-30623FA8F342}"/>
                </a:ext>
              </a:extLst>
            </p:cNvPr>
            <p:cNvSpPr/>
            <p:nvPr/>
          </p:nvSpPr>
          <p:spPr>
            <a:xfrm>
              <a:off x="2263900" y="2540275"/>
              <a:ext cx="12800" cy="12625"/>
            </a:xfrm>
            <a:custGeom>
              <a:avLst/>
              <a:gdLst/>
              <a:ahLst/>
              <a:cxnLst/>
              <a:rect l="l" t="t" r="r" b="b"/>
              <a:pathLst>
                <a:path w="512" h="505" extrusionOk="0">
                  <a:moveTo>
                    <a:pt x="67" y="1"/>
                  </a:moveTo>
                  <a:cubicBezTo>
                    <a:pt x="52" y="1"/>
                    <a:pt x="38" y="8"/>
                    <a:pt x="29" y="22"/>
                  </a:cubicBezTo>
                  <a:cubicBezTo>
                    <a:pt x="1" y="40"/>
                    <a:pt x="1" y="77"/>
                    <a:pt x="29" y="96"/>
                  </a:cubicBezTo>
                  <a:lnTo>
                    <a:pt x="409" y="486"/>
                  </a:lnTo>
                  <a:cubicBezTo>
                    <a:pt x="418" y="495"/>
                    <a:pt x="437" y="504"/>
                    <a:pt x="446" y="504"/>
                  </a:cubicBezTo>
                  <a:cubicBezTo>
                    <a:pt x="465" y="504"/>
                    <a:pt x="483" y="495"/>
                    <a:pt x="493" y="486"/>
                  </a:cubicBezTo>
                  <a:cubicBezTo>
                    <a:pt x="511" y="458"/>
                    <a:pt x="511" y="421"/>
                    <a:pt x="493" y="402"/>
                  </a:cubicBezTo>
                  <a:lnTo>
                    <a:pt x="112" y="22"/>
                  </a:lnTo>
                  <a:cubicBezTo>
                    <a:pt x="98" y="8"/>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3">
              <a:extLst>
                <a:ext uri="{FF2B5EF4-FFF2-40B4-BE49-F238E27FC236}">
                  <a16:creationId xmlns:a16="http://schemas.microsoft.com/office/drawing/2014/main" id="{3CC77CB1-F43A-29D8-6485-5859C41E8E2A}"/>
                </a:ext>
              </a:extLst>
            </p:cNvPr>
            <p:cNvSpPr/>
            <p:nvPr/>
          </p:nvSpPr>
          <p:spPr>
            <a:xfrm>
              <a:off x="2290125" y="2566325"/>
              <a:ext cx="9525" cy="9525"/>
            </a:xfrm>
            <a:custGeom>
              <a:avLst/>
              <a:gdLst/>
              <a:ahLst/>
              <a:cxnLst/>
              <a:rect l="l" t="t" r="r" b="b"/>
              <a:pathLst>
                <a:path w="381" h="381" extrusionOk="0">
                  <a:moveTo>
                    <a:pt x="0" y="0"/>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3">
              <a:extLst>
                <a:ext uri="{FF2B5EF4-FFF2-40B4-BE49-F238E27FC236}">
                  <a16:creationId xmlns:a16="http://schemas.microsoft.com/office/drawing/2014/main" id="{01A3A85A-8B38-849F-3668-12A6E61B6B3C}"/>
                </a:ext>
              </a:extLst>
            </p:cNvPr>
            <p:cNvSpPr/>
            <p:nvPr/>
          </p:nvSpPr>
          <p:spPr>
            <a:xfrm>
              <a:off x="2288500" y="2564875"/>
              <a:ext cx="12775" cy="12600"/>
            </a:xfrm>
            <a:custGeom>
              <a:avLst/>
              <a:gdLst/>
              <a:ahLst/>
              <a:cxnLst/>
              <a:rect l="l" t="t" r="r" b="b"/>
              <a:pathLst>
                <a:path w="511" h="504" extrusionOk="0">
                  <a:moveTo>
                    <a:pt x="66" y="0"/>
                  </a:moveTo>
                  <a:cubicBezTo>
                    <a:pt x="51" y="0"/>
                    <a:pt x="37" y="7"/>
                    <a:pt x="28" y="21"/>
                  </a:cubicBezTo>
                  <a:cubicBezTo>
                    <a:pt x="0" y="40"/>
                    <a:pt x="0" y="77"/>
                    <a:pt x="28" y="105"/>
                  </a:cubicBezTo>
                  <a:lnTo>
                    <a:pt x="408" y="485"/>
                  </a:lnTo>
                  <a:cubicBezTo>
                    <a:pt x="418" y="494"/>
                    <a:pt x="436" y="503"/>
                    <a:pt x="446" y="503"/>
                  </a:cubicBezTo>
                  <a:cubicBezTo>
                    <a:pt x="464" y="503"/>
                    <a:pt x="483" y="494"/>
                    <a:pt x="492" y="485"/>
                  </a:cubicBezTo>
                  <a:cubicBezTo>
                    <a:pt x="510" y="457"/>
                    <a:pt x="510" y="420"/>
                    <a:pt x="492" y="401"/>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3">
              <a:extLst>
                <a:ext uri="{FF2B5EF4-FFF2-40B4-BE49-F238E27FC236}">
                  <a16:creationId xmlns:a16="http://schemas.microsoft.com/office/drawing/2014/main" id="{1C231B7F-0723-1382-120B-FC3FEB51041C}"/>
                </a:ext>
              </a:extLst>
            </p:cNvPr>
            <p:cNvSpPr/>
            <p:nvPr/>
          </p:nvSpPr>
          <p:spPr>
            <a:xfrm>
              <a:off x="2241175" y="2381700"/>
              <a:ext cx="19525" cy="19525"/>
            </a:xfrm>
            <a:custGeom>
              <a:avLst/>
              <a:gdLst/>
              <a:ahLst/>
              <a:cxnLst/>
              <a:rect l="l" t="t" r="r" b="b"/>
              <a:pathLst>
                <a:path w="781" h="781" extrusionOk="0">
                  <a:moveTo>
                    <a:pt x="390" y="112"/>
                  </a:moveTo>
                  <a:cubicBezTo>
                    <a:pt x="539" y="112"/>
                    <a:pt x="659" y="233"/>
                    <a:pt x="659" y="391"/>
                  </a:cubicBezTo>
                  <a:cubicBezTo>
                    <a:pt x="659" y="539"/>
                    <a:pt x="539" y="660"/>
                    <a:pt x="390" y="660"/>
                  </a:cubicBezTo>
                  <a:cubicBezTo>
                    <a:pt x="233" y="660"/>
                    <a:pt x="112" y="539"/>
                    <a:pt x="112" y="391"/>
                  </a:cubicBezTo>
                  <a:cubicBezTo>
                    <a:pt x="112" y="233"/>
                    <a:pt x="242" y="112"/>
                    <a:pt x="390" y="112"/>
                  </a:cubicBezTo>
                  <a:close/>
                  <a:moveTo>
                    <a:pt x="390" y="1"/>
                  </a:moveTo>
                  <a:cubicBezTo>
                    <a:pt x="177" y="1"/>
                    <a:pt x="1" y="177"/>
                    <a:pt x="1" y="391"/>
                  </a:cubicBezTo>
                  <a:cubicBezTo>
                    <a:pt x="1" y="604"/>
                    <a:pt x="177" y="780"/>
                    <a:pt x="390" y="780"/>
                  </a:cubicBezTo>
                  <a:cubicBezTo>
                    <a:pt x="604" y="780"/>
                    <a:pt x="780" y="604"/>
                    <a:pt x="780" y="391"/>
                  </a:cubicBezTo>
                  <a:cubicBezTo>
                    <a:pt x="780" y="177"/>
                    <a:pt x="604" y="1"/>
                    <a:pt x="3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3">
              <a:extLst>
                <a:ext uri="{FF2B5EF4-FFF2-40B4-BE49-F238E27FC236}">
                  <a16:creationId xmlns:a16="http://schemas.microsoft.com/office/drawing/2014/main" id="{8F1B52EA-6F67-8B63-CEA9-358E01B14B3B}"/>
                </a:ext>
              </a:extLst>
            </p:cNvPr>
            <p:cNvSpPr/>
            <p:nvPr/>
          </p:nvSpPr>
          <p:spPr>
            <a:xfrm>
              <a:off x="2330000" y="2906075"/>
              <a:ext cx="19525" cy="19500"/>
            </a:xfrm>
            <a:custGeom>
              <a:avLst/>
              <a:gdLst/>
              <a:ahLst/>
              <a:cxnLst/>
              <a:rect l="l" t="t" r="r" b="b"/>
              <a:pathLst>
                <a:path w="781" h="780" extrusionOk="0">
                  <a:moveTo>
                    <a:pt x="390" y="112"/>
                  </a:moveTo>
                  <a:cubicBezTo>
                    <a:pt x="539" y="112"/>
                    <a:pt x="659" y="232"/>
                    <a:pt x="659" y="390"/>
                  </a:cubicBezTo>
                  <a:cubicBezTo>
                    <a:pt x="659" y="539"/>
                    <a:pt x="539" y="659"/>
                    <a:pt x="390" y="659"/>
                  </a:cubicBezTo>
                  <a:cubicBezTo>
                    <a:pt x="233" y="659"/>
                    <a:pt x="112" y="539"/>
                    <a:pt x="112" y="390"/>
                  </a:cubicBezTo>
                  <a:cubicBezTo>
                    <a:pt x="112" y="232"/>
                    <a:pt x="233" y="112"/>
                    <a:pt x="390" y="112"/>
                  </a:cubicBezTo>
                  <a:close/>
                  <a:moveTo>
                    <a:pt x="390" y="0"/>
                  </a:moveTo>
                  <a:cubicBezTo>
                    <a:pt x="168" y="0"/>
                    <a:pt x="1" y="167"/>
                    <a:pt x="1" y="390"/>
                  </a:cubicBezTo>
                  <a:cubicBezTo>
                    <a:pt x="1" y="603"/>
                    <a:pt x="168" y="780"/>
                    <a:pt x="390" y="780"/>
                  </a:cubicBezTo>
                  <a:cubicBezTo>
                    <a:pt x="604" y="780"/>
                    <a:pt x="780" y="603"/>
                    <a:pt x="780" y="390"/>
                  </a:cubicBezTo>
                  <a:cubicBezTo>
                    <a:pt x="780" y="167"/>
                    <a:pt x="604" y="0"/>
                    <a:pt x="3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3">
              <a:extLst>
                <a:ext uri="{FF2B5EF4-FFF2-40B4-BE49-F238E27FC236}">
                  <a16:creationId xmlns:a16="http://schemas.microsoft.com/office/drawing/2014/main" id="{B80724E6-00D2-3D93-1645-6991AB293EC9}"/>
                </a:ext>
              </a:extLst>
            </p:cNvPr>
            <p:cNvSpPr/>
            <p:nvPr/>
          </p:nvSpPr>
          <p:spPr>
            <a:xfrm>
              <a:off x="2228425" y="3186000"/>
              <a:ext cx="12550" cy="12775"/>
            </a:xfrm>
            <a:custGeom>
              <a:avLst/>
              <a:gdLst/>
              <a:ahLst/>
              <a:cxnLst/>
              <a:rect l="l" t="t" r="r" b="b"/>
              <a:pathLst>
                <a:path w="502" h="511" extrusionOk="0">
                  <a:moveTo>
                    <a:pt x="251" y="121"/>
                  </a:moveTo>
                  <a:cubicBezTo>
                    <a:pt x="325" y="121"/>
                    <a:pt x="390" y="177"/>
                    <a:pt x="390" y="251"/>
                  </a:cubicBezTo>
                  <a:cubicBezTo>
                    <a:pt x="390" y="325"/>
                    <a:pt x="325" y="390"/>
                    <a:pt x="251" y="390"/>
                  </a:cubicBezTo>
                  <a:cubicBezTo>
                    <a:pt x="177" y="390"/>
                    <a:pt x="121" y="334"/>
                    <a:pt x="121" y="251"/>
                  </a:cubicBezTo>
                  <a:cubicBezTo>
                    <a:pt x="121" y="177"/>
                    <a:pt x="177" y="121"/>
                    <a:pt x="251" y="121"/>
                  </a:cubicBezTo>
                  <a:close/>
                  <a:moveTo>
                    <a:pt x="251" y="0"/>
                  </a:moveTo>
                  <a:cubicBezTo>
                    <a:pt x="112" y="0"/>
                    <a:pt x="1" y="112"/>
                    <a:pt x="1" y="251"/>
                  </a:cubicBezTo>
                  <a:cubicBezTo>
                    <a:pt x="1" y="390"/>
                    <a:pt x="112" y="511"/>
                    <a:pt x="251" y="511"/>
                  </a:cubicBezTo>
                  <a:cubicBezTo>
                    <a:pt x="390" y="511"/>
                    <a:pt x="502" y="390"/>
                    <a:pt x="502" y="251"/>
                  </a:cubicBezTo>
                  <a:cubicBezTo>
                    <a:pt x="502" y="112"/>
                    <a:pt x="390" y="0"/>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3">
              <a:extLst>
                <a:ext uri="{FF2B5EF4-FFF2-40B4-BE49-F238E27FC236}">
                  <a16:creationId xmlns:a16="http://schemas.microsoft.com/office/drawing/2014/main" id="{0F8BE339-93AF-D05B-8CC5-3DB16EAAE563}"/>
                </a:ext>
              </a:extLst>
            </p:cNvPr>
            <p:cNvSpPr/>
            <p:nvPr/>
          </p:nvSpPr>
          <p:spPr>
            <a:xfrm>
              <a:off x="1942250" y="2555875"/>
              <a:ext cx="313575" cy="313575"/>
            </a:xfrm>
            <a:custGeom>
              <a:avLst/>
              <a:gdLst/>
              <a:ahLst/>
              <a:cxnLst/>
              <a:rect l="l" t="t" r="r" b="b"/>
              <a:pathLst>
                <a:path w="12543" h="12543" extrusionOk="0">
                  <a:moveTo>
                    <a:pt x="12496" y="5196"/>
                  </a:moveTo>
                  <a:lnTo>
                    <a:pt x="11995" y="3582"/>
                  </a:lnTo>
                  <a:cubicBezTo>
                    <a:pt x="11949" y="3452"/>
                    <a:pt x="11809" y="3377"/>
                    <a:pt x="11680" y="3424"/>
                  </a:cubicBezTo>
                  <a:lnTo>
                    <a:pt x="10641" y="3748"/>
                  </a:lnTo>
                  <a:cubicBezTo>
                    <a:pt x="10529" y="3786"/>
                    <a:pt x="10418" y="3739"/>
                    <a:pt x="10353" y="3646"/>
                  </a:cubicBezTo>
                  <a:cubicBezTo>
                    <a:pt x="10130" y="3294"/>
                    <a:pt x="9861" y="2988"/>
                    <a:pt x="9564" y="2710"/>
                  </a:cubicBezTo>
                  <a:cubicBezTo>
                    <a:pt x="9481" y="2635"/>
                    <a:pt x="9462" y="2505"/>
                    <a:pt x="9518" y="2413"/>
                  </a:cubicBezTo>
                  <a:lnTo>
                    <a:pt x="10019" y="1439"/>
                  </a:lnTo>
                  <a:cubicBezTo>
                    <a:pt x="10084" y="1318"/>
                    <a:pt x="10028" y="1170"/>
                    <a:pt x="9908" y="1105"/>
                  </a:cubicBezTo>
                  <a:lnTo>
                    <a:pt x="8414" y="325"/>
                  </a:lnTo>
                  <a:cubicBezTo>
                    <a:pt x="8284" y="260"/>
                    <a:pt x="8136" y="307"/>
                    <a:pt x="8071" y="437"/>
                  </a:cubicBezTo>
                  <a:lnTo>
                    <a:pt x="7570" y="1402"/>
                  </a:lnTo>
                  <a:cubicBezTo>
                    <a:pt x="7524" y="1504"/>
                    <a:pt x="7412" y="1550"/>
                    <a:pt x="7301" y="1531"/>
                  </a:cubicBezTo>
                  <a:cubicBezTo>
                    <a:pt x="6902" y="1448"/>
                    <a:pt x="6494" y="1411"/>
                    <a:pt x="6076" y="1420"/>
                  </a:cubicBezTo>
                  <a:cubicBezTo>
                    <a:pt x="5965" y="1429"/>
                    <a:pt x="5863" y="1355"/>
                    <a:pt x="5835" y="1253"/>
                  </a:cubicBezTo>
                  <a:lnTo>
                    <a:pt x="5501" y="214"/>
                  </a:lnTo>
                  <a:cubicBezTo>
                    <a:pt x="5464" y="75"/>
                    <a:pt x="5325" y="1"/>
                    <a:pt x="5186" y="47"/>
                  </a:cubicBezTo>
                  <a:lnTo>
                    <a:pt x="3581" y="557"/>
                  </a:lnTo>
                  <a:cubicBezTo>
                    <a:pt x="3451" y="594"/>
                    <a:pt x="3377" y="734"/>
                    <a:pt x="3414" y="873"/>
                  </a:cubicBezTo>
                  <a:lnTo>
                    <a:pt x="3748" y="1912"/>
                  </a:lnTo>
                  <a:cubicBezTo>
                    <a:pt x="3776" y="2014"/>
                    <a:pt x="3739" y="2134"/>
                    <a:pt x="3646" y="2190"/>
                  </a:cubicBezTo>
                  <a:cubicBezTo>
                    <a:pt x="3293" y="2422"/>
                    <a:pt x="2978" y="2682"/>
                    <a:pt x="2700" y="2979"/>
                  </a:cubicBezTo>
                  <a:cubicBezTo>
                    <a:pt x="2625" y="3062"/>
                    <a:pt x="2505" y="3081"/>
                    <a:pt x="2403" y="3034"/>
                  </a:cubicBezTo>
                  <a:lnTo>
                    <a:pt x="1438" y="2533"/>
                  </a:lnTo>
                  <a:cubicBezTo>
                    <a:pt x="1317" y="2468"/>
                    <a:pt x="1169" y="2515"/>
                    <a:pt x="1104" y="2635"/>
                  </a:cubicBezTo>
                  <a:lnTo>
                    <a:pt x="325" y="4138"/>
                  </a:lnTo>
                  <a:cubicBezTo>
                    <a:pt x="260" y="4259"/>
                    <a:pt x="306" y="4407"/>
                    <a:pt x="427" y="4472"/>
                  </a:cubicBezTo>
                  <a:lnTo>
                    <a:pt x="1401" y="4973"/>
                  </a:lnTo>
                  <a:cubicBezTo>
                    <a:pt x="1494" y="5029"/>
                    <a:pt x="1549" y="5140"/>
                    <a:pt x="1531" y="5251"/>
                  </a:cubicBezTo>
                  <a:cubicBezTo>
                    <a:pt x="1438" y="5641"/>
                    <a:pt x="1401" y="6058"/>
                    <a:pt x="1419" y="6467"/>
                  </a:cubicBezTo>
                  <a:cubicBezTo>
                    <a:pt x="1429" y="6578"/>
                    <a:pt x="1355" y="6680"/>
                    <a:pt x="1243" y="6717"/>
                  </a:cubicBezTo>
                  <a:lnTo>
                    <a:pt x="204" y="7042"/>
                  </a:lnTo>
                  <a:cubicBezTo>
                    <a:pt x="74" y="7088"/>
                    <a:pt x="0" y="7227"/>
                    <a:pt x="47" y="7357"/>
                  </a:cubicBezTo>
                  <a:lnTo>
                    <a:pt x="557" y="8971"/>
                  </a:lnTo>
                  <a:cubicBezTo>
                    <a:pt x="594" y="9101"/>
                    <a:pt x="733" y="9175"/>
                    <a:pt x="863" y="9129"/>
                  </a:cubicBezTo>
                  <a:lnTo>
                    <a:pt x="1902" y="8804"/>
                  </a:lnTo>
                  <a:cubicBezTo>
                    <a:pt x="2013" y="8767"/>
                    <a:pt x="2134" y="8804"/>
                    <a:pt x="2189" y="8906"/>
                  </a:cubicBezTo>
                  <a:cubicBezTo>
                    <a:pt x="2412" y="9250"/>
                    <a:pt x="2681" y="9565"/>
                    <a:pt x="2978" y="9843"/>
                  </a:cubicBezTo>
                  <a:cubicBezTo>
                    <a:pt x="3061" y="9917"/>
                    <a:pt x="3080" y="10038"/>
                    <a:pt x="3034" y="10140"/>
                  </a:cubicBezTo>
                  <a:lnTo>
                    <a:pt x="2523" y="11105"/>
                  </a:lnTo>
                  <a:cubicBezTo>
                    <a:pt x="2468" y="11225"/>
                    <a:pt x="2514" y="11383"/>
                    <a:pt x="2635" y="11448"/>
                  </a:cubicBezTo>
                  <a:lnTo>
                    <a:pt x="4128" y="12227"/>
                  </a:lnTo>
                  <a:cubicBezTo>
                    <a:pt x="4258" y="12283"/>
                    <a:pt x="4407" y="12237"/>
                    <a:pt x="4472" y="12116"/>
                  </a:cubicBezTo>
                  <a:lnTo>
                    <a:pt x="4972" y="11151"/>
                  </a:lnTo>
                  <a:cubicBezTo>
                    <a:pt x="5028" y="11049"/>
                    <a:pt x="5139" y="10994"/>
                    <a:pt x="5241" y="11021"/>
                  </a:cubicBezTo>
                  <a:cubicBezTo>
                    <a:pt x="5640" y="11105"/>
                    <a:pt x="6049" y="11142"/>
                    <a:pt x="6466" y="11123"/>
                  </a:cubicBezTo>
                  <a:cubicBezTo>
                    <a:pt x="6577" y="11123"/>
                    <a:pt x="6679" y="11198"/>
                    <a:pt x="6716" y="11300"/>
                  </a:cubicBezTo>
                  <a:lnTo>
                    <a:pt x="7041" y="12339"/>
                  </a:lnTo>
                  <a:cubicBezTo>
                    <a:pt x="7078" y="12469"/>
                    <a:pt x="7227" y="12543"/>
                    <a:pt x="7357" y="12506"/>
                  </a:cubicBezTo>
                  <a:lnTo>
                    <a:pt x="8961" y="11995"/>
                  </a:lnTo>
                  <a:cubicBezTo>
                    <a:pt x="9101" y="11949"/>
                    <a:pt x="9166" y="11810"/>
                    <a:pt x="9128" y="11680"/>
                  </a:cubicBezTo>
                  <a:lnTo>
                    <a:pt x="8804" y="10641"/>
                  </a:lnTo>
                  <a:cubicBezTo>
                    <a:pt x="8767" y="10539"/>
                    <a:pt x="8804" y="10418"/>
                    <a:pt x="8896" y="10353"/>
                  </a:cubicBezTo>
                  <a:cubicBezTo>
                    <a:pt x="9249" y="10131"/>
                    <a:pt x="9564" y="9871"/>
                    <a:pt x="9843" y="9565"/>
                  </a:cubicBezTo>
                  <a:cubicBezTo>
                    <a:pt x="9917" y="9481"/>
                    <a:pt x="10038" y="9463"/>
                    <a:pt x="10140" y="9519"/>
                  </a:cubicBezTo>
                  <a:lnTo>
                    <a:pt x="11104" y="10020"/>
                  </a:lnTo>
                  <a:cubicBezTo>
                    <a:pt x="11225" y="10084"/>
                    <a:pt x="11373" y="10038"/>
                    <a:pt x="11438" y="9917"/>
                  </a:cubicBezTo>
                  <a:lnTo>
                    <a:pt x="12218" y="8415"/>
                  </a:lnTo>
                  <a:cubicBezTo>
                    <a:pt x="12282" y="8294"/>
                    <a:pt x="12236" y="8136"/>
                    <a:pt x="12116" y="8081"/>
                  </a:cubicBezTo>
                  <a:lnTo>
                    <a:pt x="11141" y="7570"/>
                  </a:lnTo>
                  <a:cubicBezTo>
                    <a:pt x="11049" y="7524"/>
                    <a:pt x="10993" y="7413"/>
                    <a:pt x="11012" y="7301"/>
                  </a:cubicBezTo>
                  <a:cubicBezTo>
                    <a:pt x="11104" y="6903"/>
                    <a:pt x="11141" y="6494"/>
                    <a:pt x="11123" y="6077"/>
                  </a:cubicBezTo>
                  <a:cubicBezTo>
                    <a:pt x="11114" y="5966"/>
                    <a:pt x="11188" y="5873"/>
                    <a:pt x="11299" y="5836"/>
                  </a:cubicBezTo>
                  <a:lnTo>
                    <a:pt x="12338" y="5511"/>
                  </a:lnTo>
                  <a:cubicBezTo>
                    <a:pt x="12468" y="5465"/>
                    <a:pt x="12542" y="5326"/>
                    <a:pt x="12496" y="5196"/>
                  </a:cubicBezTo>
                  <a:close/>
                  <a:moveTo>
                    <a:pt x="7088" y="8869"/>
                  </a:moveTo>
                  <a:cubicBezTo>
                    <a:pt x="5371" y="9361"/>
                    <a:pt x="3637" y="8211"/>
                    <a:pt x="3423" y="6439"/>
                  </a:cubicBezTo>
                  <a:cubicBezTo>
                    <a:pt x="3247" y="5047"/>
                    <a:pt x="4138" y="3711"/>
                    <a:pt x="5483" y="3331"/>
                  </a:cubicBezTo>
                  <a:cubicBezTo>
                    <a:pt x="7199" y="2839"/>
                    <a:pt x="8934" y="3990"/>
                    <a:pt x="9147" y="5752"/>
                  </a:cubicBezTo>
                  <a:cubicBezTo>
                    <a:pt x="9314" y="7144"/>
                    <a:pt x="8433" y="8480"/>
                    <a:pt x="7088" y="886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3">
              <a:extLst>
                <a:ext uri="{FF2B5EF4-FFF2-40B4-BE49-F238E27FC236}">
                  <a16:creationId xmlns:a16="http://schemas.microsoft.com/office/drawing/2014/main" id="{2DBB2AB0-9E10-F7B6-13CC-F2D6F31CAC2B}"/>
                </a:ext>
              </a:extLst>
            </p:cNvPr>
            <p:cNvSpPr/>
            <p:nvPr/>
          </p:nvSpPr>
          <p:spPr>
            <a:xfrm>
              <a:off x="1942250" y="2548100"/>
              <a:ext cx="313575" cy="312075"/>
            </a:xfrm>
            <a:custGeom>
              <a:avLst/>
              <a:gdLst/>
              <a:ahLst/>
              <a:cxnLst/>
              <a:rect l="l" t="t" r="r" b="b"/>
              <a:pathLst>
                <a:path w="12543" h="12483" extrusionOk="0">
                  <a:moveTo>
                    <a:pt x="6281" y="3179"/>
                  </a:moveTo>
                  <a:cubicBezTo>
                    <a:pt x="7703" y="3179"/>
                    <a:pt x="8967" y="4225"/>
                    <a:pt x="9147" y="5720"/>
                  </a:cubicBezTo>
                  <a:cubicBezTo>
                    <a:pt x="9314" y="7112"/>
                    <a:pt x="8433" y="8447"/>
                    <a:pt x="7088" y="8837"/>
                  </a:cubicBezTo>
                  <a:cubicBezTo>
                    <a:pt x="6820" y="8912"/>
                    <a:pt x="6552" y="8948"/>
                    <a:pt x="6289" y="8948"/>
                  </a:cubicBezTo>
                  <a:cubicBezTo>
                    <a:pt x="4867" y="8948"/>
                    <a:pt x="3603" y="7902"/>
                    <a:pt x="3423" y="6406"/>
                  </a:cubicBezTo>
                  <a:cubicBezTo>
                    <a:pt x="3247" y="5015"/>
                    <a:pt x="4138" y="3679"/>
                    <a:pt x="5483" y="3290"/>
                  </a:cubicBezTo>
                  <a:cubicBezTo>
                    <a:pt x="5750" y="3214"/>
                    <a:pt x="6019" y="3179"/>
                    <a:pt x="6281" y="3179"/>
                  </a:cubicBezTo>
                  <a:close/>
                  <a:moveTo>
                    <a:pt x="5270" y="1"/>
                  </a:moveTo>
                  <a:cubicBezTo>
                    <a:pt x="5242" y="1"/>
                    <a:pt x="5214" y="5"/>
                    <a:pt x="5186" y="15"/>
                  </a:cubicBezTo>
                  <a:lnTo>
                    <a:pt x="3581" y="525"/>
                  </a:lnTo>
                  <a:cubicBezTo>
                    <a:pt x="3451" y="562"/>
                    <a:pt x="3377" y="701"/>
                    <a:pt x="3414" y="840"/>
                  </a:cubicBezTo>
                  <a:lnTo>
                    <a:pt x="3748" y="1879"/>
                  </a:lnTo>
                  <a:cubicBezTo>
                    <a:pt x="3776" y="1982"/>
                    <a:pt x="3739" y="2102"/>
                    <a:pt x="3646" y="2158"/>
                  </a:cubicBezTo>
                  <a:cubicBezTo>
                    <a:pt x="3293" y="2380"/>
                    <a:pt x="2978" y="2649"/>
                    <a:pt x="2700" y="2946"/>
                  </a:cubicBezTo>
                  <a:cubicBezTo>
                    <a:pt x="2652" y="3000"/>
                    <a:pt x="2585" y="3027"/>
                    <a:pt x="2516" y="3027"/>
                  </a:cubicBezTo>
                  <a:cubicBezTo>
                    <a:pt x="2478" y="3027"/>
                    <a:pt x="2439" y="3019"/>
                    <a:pt x="2403" y="3002"/>
                  </a:cubicBezTo>
                  <a:lnTo>
                    <a:pt x="1438" y="2501"/>
                  </a:lnTo>
                  <a:cubicBezTo>
                    <a:pt x="1401" y="2481"/>
                    <a:pt x="1361" y="2472"/>
                    <a:pt x="1322" y="2472"/>
                  </a:cubicBezTo>
                  <a:cubicBezTo>
                    <a:pt x="1234" y="2472"/>
                    <a:pt x="1149" y="2520"/>
                    <a:pt x="1104" y="2603"/>
                  </a:cubicBezTo>
                  <a:lnTo>
                    <a:pt x="325" y="4106"/>
                  </a:lnTo>
                  <a:cubicBezTo>
                    <a:pt x="260" y="4226"/>
                    <a:pt x="306" y="4375"/>
                    <a:pt x="427" y="4440"/>
                  </a:cubicBezTo>
                  <a:lnTo>
                    <a:pt x="1401" y="4941"/>
                  </a:lnTo>
                  <a:cubicBezTo>
                    <a:pt x="1494" y="4996"/>
                    <a:pt x="1549" y="5108"/>
                    <a:pt x="1531" y="5210"/>
                  </a:cubicBezTo>
                  <a:cubicBezTo>
                    <a:pt x="1438" y="5609"/>
                    <a:pt x="1401" y="6026"/>
                    <a:pt x="1419" y="6434"/>
                  </a:cubicBezTo>
                  <a:cubicBezTo>
                    <a:pt x="1429" y="6546"/>
                    <a:pt x="1355" y="6648"/>
                    <a:pt x="1243" y="6685"/>
                  </a:cubicBezTo>
                  <a:lnTo>
                    <a:pt x="204" y="7009"/>
                  </a:lnTo>
                  <a:cubicBezTo>
                    <a:pt x="74" y="7056"/>
                    <a:pt x="0" y="7195"/>
                    <a:pt x="47" y="7325"/>
                  </a:cubicBezTo>
                  <a:lnTo>
                    <a:pt x="557" y="8930"/>
                  </a:lnTo>
                  <a:cubicBezTo>
                    <a:pt x="587" y="9043"/>
                    <a:pt x="685" y="9107"/>
                    <a:pt x="790" y="9107"/>
                  </a:cubicBezTo>
                  <a:cubicBezTo>
                    <a:pt x="814" y="9107"/>
                    <a:pt x="839" y="9104"/>
                    <a:pt x="863" y="9097"/>
                  </a:cubicBezTo>
                  <a:lnTo>
                    <a:pt x="1902" y="8772"/>
                  </a:lnTo>
                  <a:cubicBezTo>
                    <a:pt x="1931" y="8762"/>
                    <a:pt x="1960" y="8758"/>
                    <a:pt x="1989" y="8758"/>
                  </a:cubicBezTo>
                  <a:cubicBezTo>
                    <a:pt x="2071" y="8758"/>
                    <a:pt x="2148" y="8796"/>
                    <a:pt x="2189" y="8865"/>
                  </a:cubicBezTo>
                  <a:cubicBezTo>
                    <a:pt x="2412" y="9217"/>
                    <a:pt x="2681" y="9533"/>
                    <a:pt x="2978" y="9811"/>
                  </a:cubicBezTo>
                  <a:cubicBezTo>
                    <a:pt x="3061" y="9885"/>
                    <a:pt x="3080" y="10006"/>
                    <a:pt x="3034" y="10108"/>
                  </a:cubicBezTo>
                  <a:lnTo>
                    <a:pt x="2523" y="11073"/>
                  </a:lnTo>
                  <a:cubicBezTo>
                    <a:pt x="2468" y="11193"/>
                    <a:pt x="2514" y="11351"/>
                    <a:pt x="2635" y="11407"/>
                  </a:cubicBezTo>
                  <a:lnTo>
                    <a:pt x="4128" y="12186"/>
                  </a:lnTo>
                  <a:cubicBezTo>
                    <a:pt x="4168" y="12206"/>
                    <a:pt x="4210" y="12215"/>
                    <a:pt x="4250" y="12215"/>
                  </a:cubicBezTo>
                  <a:cubicBezTo>
                    <a:pt x="4342" y="12215"/>
                    <a:pt x="4427" y="12167"/>
                    <a:pt x="4472" y="12084"/>
                  </a:cubicBezTo>
                  <a:lnTo>
                    <a:pt x="4972" y="11119"/>
                  </a:lnTo>
                  <a:cubicBezTo>
                    <a:pt x="5018" y="11035"/>
                    <a:pt x="5103" y="10982"/>
                    <a:pt x="5188" y="10982"/>
                  </a:cubicBezTo>
                  <a:cubicBezTo>
                    <a:pt x="5206" y="10982"/>
                    <a:pt x="5224" y="10984"/>
                    <a:pt x="5241" y="10989"/>
                  </a:cubicBezTo>
                  <a:cubicBezTo>
                    <a:pt x="5573" y="11059"/>
                    <a:pt x="5911" y="11096"/>
                    <a:pt x="6255" y="11096"/>
                  </a:cubicBezTo>
                  <a:cubicBezTo>
                    <a:pt x="6325" y="11096"/>
                    <a:pt x="6395" y="11094"/>
                    <a:pt x="6466" y="11091"/>
                  </a:cubicBezTo>
                  <a:cubicBezTo>
                    <a:pt x="6577" y="11091"/>
                    <a:pt x="6679" y="11156"/>
                    <a:pt x="6716" y="11267"/>
                  </a:cubicBezTo>
                  <a:lnTo>
                    <a:pt x="7041" y="12306"/>
                  </a:lnTo>
                  <a:cubicBezTo>
                    <a:pt x="7072" y="12414"/>
                    <a:pt x="7178" y="12483"/>
                    <a:pt x="7288" y="12483"/>
                  </a:cubicBezTo>
                  <a:cubicBezTo>
                    <a:pt x="7311" y="12483"/>
                    <a:pt x="7334" y="12480"/>
                    <a:pt x="7357" y="12473"/>
                  </a:cubicBezTo>
                  <a:lnTo>
                    <a:pt x="8961" y="11963"/>
                  </a:lnTo>
                  <a:cubicBezTo>
                    <a:pt x="9101" y="11917"/>
                    <a:pt x="9166" y="11778"/>
                    <a:pt x="9128" y="11648"/>
                  </a:cubicBezTo>
                  <a:lnTo>
                    <a:pt x="8804" y="10609"/>
                  </a:lnTo>
                  <a:cubicBezTo>
                    <a:pt x="8767" y="10497"/>
                    <a:pt x="8804" y="10386"/>
                    <a:pt x="8896" y="10321"/>
                  </a:cubicBezTo>
                  <a:cubicBezTo>
                    <a:pt x="9249" y="10099"/>
                    <a:pt x="9564" y="9830"/>
                    <a:pt x="9843" y="9533"/>
                  </a:cubicBezTo>
                  <a:cubicBezTo>
                    <a:pt x="9888" y="9481"/>
                    <a:pt x="9952" y="9455"/>
                    <a:pt x="10017" y="9455"/>
                  </a:cubicBezTo>
                  <a:cubicBezTo>
                    <a:pt x="10058" y="9455"/>
                    <a:pt x="10100" y="9465"/>
                    <a:pt x="10140" y="9486"/>
                  </a:cubicBezTo>
                  <a:lnTo>
                    <a:pt x="11104" y="9987"/>
                  </a:lnTo>
                  <a:cubicBezTo>
                    <a:pt x="11141" y="10007"/>
                    <a:pt x="11180" y="10016"/>
                    <a:pt x="11219" y="10016"/>
                  </a:cubicBezTo>
                  <a:cubicBezTo>
                    <a:pt x="11307" y="10016"/>
                    <a:pt x="11393" y="9966"/>
                    <a:pt x="11438" y="9876"/>
                  </a:cubicBezTo>
                  <a:lnTo>
                    <a:pt x="12218" y="8382"/>
                  </a:lnTo>
                  <a:cubicBezTo>
                    <a:pt x="12282" y="8262"/>
                    <a:pt x="12236" y="8104"/>
                    <a:pt x="12116" y="8039"/>
                  </a:cubicBezTo>
                  <a:lnTo>
                    <a:pt x="11141" y="7538"/>
                  </a:lnTo>
                  <a:cubicBezTo>
                    <a:pt x="11049" y="7492"/>
                    <a:pt x="10993" y="7381"/>
                    <a:pt x="11012" y="7269"/>
                  </a:cubicBezTo>
                  <a:cubicBezTo>
                    <a:pt x="11104" y="6870"/>
                    <a:pt x="11141" y="6462"/>
                    <a:pt x="11123" y="6045"/>
                  </a:cubicBezTo>
                  <a:cubicBezTo>
                    <a:pt x="11114" y="5933"/>
                    <a:pt x="11188" y="5831"/>
                    <a:pt x="11299" y="5804"/>
                  </a:cubicBezTo>
                  <a:lnTo>
                    <a:pt x="12338" y="5470"/>
                  </a:lnTo>
                  <a:cubicBezTo>
                    <a:pt x="12468" y="5432"/>
                    <a:pt x="12542" y="5293"/>
                    <a:pt x="12496" y="5154"/>
                  </a:cubicBezTo>
                  <a:lnTo>
                    <a:pt x="11995" y="3549"/>
                  </a:lnTo>
                  <a:cubicBezTo>
                    <a:pt x="11957" y="3442"/>
                    <a:pt x="11855" y="3373"/>
                    <a:pt x="11748" y="3373"/>
                  </a:cubicBezTo>
                  <a:cubicBezTo>
                    <a:pt x="11725" y="3373"/>
                    <a:pt x="11702" y="3376"/>
                    <a:pt x="11680" y="3382"/>
                  </a:cubicBezTo>
                  <a:lnTo>
                    <a:pt x="10641" y="3716"/>
                  </a:lnTo>
                  <a:cubicBezTo>
                    <a:pt x="10616" y="3722"/>
                    <a:pt x="10592" y="3725"/>
                    <a:pt x="10568" y="3725"/>
                  </a:cubicBezTo>
                  <a:cubicBezTo>
                    <a:pt x="10483" y="3725"/>
                    <a:pt x="10404" y="3687"/>
                    <a:pt x="10353" y="3614"/>
                  </a:cubicBezTo>
                  <a:cubicBezTo>
                    <a:pt x="10130" y="3262"/>
                    <a:pt x="9861" y="2946"/>
                    <a:pt x="9564" y="2677"/>
                  </a:cubicBezTo>
                  <a:cubicBezTo>
                    <a:pt x="9481" y="2594"/>
                    <a:pt x="9462" y="2473"/>
                    <a:pt x="9518" y="2380"/>
                  </a:cubicBezTo>
                  <a:lnTo>
                    <a:pt x="10019" y="1406"/>
                  </a:lnTo>
                  <a:cubicBezTo>
                    <a:pt x="10084" y="1286"/>
                    <a:pt x="10028" y="1137"/>
                    <a:pt x="9908" y="1072"/>
                  </a:cubicBezTo>
                  <a:lnTo>
                    <a:pt x="8414" y="293"/>
                  </a:lnTo>
                  <a:cubicBezTo>
                    <a:pt x="8374" y="273"/>
                    <a:pt x="8333" y="264"/>
                    <a:pt x="8292" y="264"/>
                  </a:cubicBezTo>
                  <a:cubicBezTo>
                    <a:pt x="8201" y="264"/>
                    <a:pt x="8116" y="312"/>
                    <a:pt x="8071" y="395"/>
                  </a:cubicBezTo>
                  <a:lnTo>
                    <a:pt x="7570" y="1369"/>
                  </a:lnTo>
                  <a:cubicBezTo>
                    <a:pt x="7530" y="1450"/>
                    <a:pt x="7440" y="1503"/>
                    <a:pt x="7344" y="1503"/>
                  </a:cubicBezTo>
                  <a:cubicBezTo>
                    <a:pt x="7330" y="1503"/>
                    <a:pt x="7315" y="1502"/>
                    <a:pt x="7301" y="1499"/>
                  </a:cubicBezTo>
                  <a:cubicBezTo>
                    <a:pt x="6950" y="1417"/>
                    <a:pt x="6591" y="1386"/>
                    <a:pt x="6226" y="1386"/>
                  </a:cubicBezTo>
                  <a:cubicBezTo>
                    <a:pt x="6176" y="1386"/>
                    <a:pt x="6126" y="1387"/>
                    <a:pt x="6076" y="1388"/>
                  </a:cubicBezTo>
                  <a:cubicBezTo>
                    <a:pt x="6070" y="1388"/>
                    <a:pt x="6064" y="1389"/>
                    <a:pt x="6058" y="1389"/>
                  </a:cubicBezTo>
                  <a:cubicBezTo>
                    <a:pt x="5954" y="1389"/>
                    <a:pt x="5861" y="1317"/>
                    <a:pt x="5835" y="1212"/>
                  </a:cubicBezTo>
                  <a:lnTo>
                    <a:pt x="5501" y="173"/>
                  </a:lnTo>
                  <a:cubicBezTo>
                    <a:pt x="5472" y="69"/>
                    <a:pt x="5377" y="1"/>
                    <a:pt x="5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3">
              <a:extLst>
                <a:ext uri="{FF2B5EF4-FFF2-40B4-BE49-F238E27FC236}">
                  <a16:creationId xmlns:a16="http://schemas.microsoft.com/office/drawing/2014/main" id="{E3EE8C14-4E0B-BE7D-3F1B-50041A3EFAE8}"/>
                </a:ext>
              </a:extLst>
            </p:cNvPr>
            <p:cNvSpPr/>
            <p:nvPr/>
          </p:nvSpPr>
          <p:spPr>
            <a:xfrm>
              <a:off x="1942925" y="2533050"/>
              <a:ext cx="313600" cy="311950"/>
            </a:xfrm>
            <a:custGeom>
              <a:avLst/>
              <a:gdLst/>
              <a:ahLst/>
              <a:cxnLst/>
              <a:rect l="l" t="t" r="r" b="b"/>
              <a:pathLst>
                <a:path w="12544" h="12478" extrusionOk="0">
                  <a:moveTo>
                    <a:pt x="6287" y="3341"/>
                  </a:moveTo>
                  <a:cubicBezTo>
                    <a:pt x="7702" y="3341"/>
                    <a:pt x="8968" y="4392"/>
                    <a:pt x="9148" y="5877"/>
                  </a:cubicBezTo>
                  <a:cubicBezTo>
                    <a:pt x="9315" y="7268"/>
                    <a:pt x="8433" y="8604"/>
                    <a:pt x="7088" y="8994"/>
                  </a:cubicBezTo>
                  <a:cubicBezTo>
                    <a:pt x="6818" y="9071"/>
                    <a:pt x="6548" y="9108"/>
                    <a:pt x="6283" y="9108"/>
                  </a:cubicBezTo>
                  <a:cubicBezTo>
                    <a:pt x="4864" y="9108"/>
                    <a:pt x="3604" y="8056"/>
                    <a:pt x="3424" y="6563"/>
                  </a:cubicBezTo>
                  <a:cubicBezTo>
                    <a:pt x="3248" y="5172"/>
                    <a:pt x="4138" y="3836"/>
                    <a:pt x="5484" y="3456"/>
                  </a:cubicBezTo>
                  <a:cubicBezTo>
                    <a:pt x="5752" y="3378"/>
                    <a:pt x="6022" y="3341"/>
                    <a:pt x="6287" y="3341"/>
                  </a:cubicBezTo>
                  <a:close/>
                  <a:moveTo>
                    <a:pt x="5271" y="0"/>
                  </a:moveTo>
                  <a:cubicBezTo>
                    <a:pt x="5243" y="0"/>
                    <a:pt x="5215" y="4"/>
                    <a:pt x="5187" y="14"/>
                  </a:cubicBezTo>
                  <a:lnTo>
                    <a:pt x="3582" y="524"/>
                  </a:lnTo>
                  <a:cubicBezTo>
                    <a:pt x="3452" y="561"/>
                    <a:pt x="3378" y="700"/>
                    <a:pt x="3415" y="840"/>
                  </a:cubicBezTo>
                  <a:lnTo>
                    <a:pt x="3749" y="1879"/>
                  </a:lnTo>
                  <a:cubicBezTo>
                    <a:pt x="3777" y="1981"/>
                    <a:pt x="3739" y="2101"/>
                    <a:pt x="3647" y="2157"/>
                  </a:cubicBezTo>
                  <a:cubicBezTo>
                    <a:pt x="3294" y="2379"/>
                    <a:pt x="2979" y="2648"/>
                    <a:pt x="2700" y="2945"/>
                  </a:cubicBezTo>
                  <a:cubicBezTo>
                    <a:pt x="2653" y="2999"/>
                    <a:pt x="2586" y="3026"/>
                    <a:pt x="2517" y="3026"/>
                  </a:cubicBezTo>
                  <a:cubicBezTo>
                    <a:pt x="2479" y="3026"/>
                    <a:pt x="2440" y="3018"/>
                    <a:pt x="2404" y="3001"/>
                  </a:cubicBezTo>
                  <a:lnTo>
                    <a:pt x="1439" y="2500"/>
                  </a:lnTo>
                  <a:cubicBezTo>
                    <a:pt x="1402" y="2480"/>
                    <a:pt x="1362" y="2471"/>
                    <a:pt x="1323" y="2471"/>
                  </a:cubicBezTo>
                  <a:cubicBezTo>
                    <a:pt x="1235" y="2471"/>
                    <a:pt x="1150" y="2519"/>
                    <a:pt x="1105" y="2602"/>
                  </a:cubicBezTo>
                  <a:lnTo>
                    <a:pt x="326" y="4096"/>
                  </a:lnTo>
                  <a:cubicBezTo>
                    <a:pt x="261" y="4225"/>
                    <a:pt x="307" y="4374"/>
                    <a:pt x="428" y="4439"/>
                  </a:cubicBezTo>
                  <a:lnTo>
                    <a:pt x="1402" y="4940"/>
                  </a:lnTo>
                  <a:cubicBezTo>
                    <a:pt x="1495" y="4995"/>
                    <a:pt x="1550" y="5107"/>
                    <a:pt x="1532" y="5209"/>
                  </a:cubicBezTo>
                  <a:cubicBezTo>
                    <a:pt x="1439" y="5608"/>
                    <a:pt x="1402" y="6016"/>
                    <a:pt x="1420" y="6433"/>
                  </a:cubicBezTo>
                  <a:cubicBezTo>
                    <a:pt x="1430" y="6545"/>
                    <a:pt x="1355" y="6647"/>
                    <a:pt x="1244" y="6684"/>
                  </a:cubicBezTo>
                  <a:lnTo>
                    <a:pt x="205" y="7008"/>
                  </a:lnTo>
                  <a:cubicBezTo>
                    <a:pt x="75" y="7046"/>
                    <a:pt x="1" y="7194"/>
                    <a:pt x="47" y="7324"/>
                  </a:cubicBezTo>
                  <a:lnTo>
                    <a:pt x="558" y="8929"/>
                  </a:lnTo>
                  <a:cubicBezTo>
                    <a:pt x="588" y="9042"/>
                    <a:pt x="685" y="9106"/>
                    <a:pt x="791" y="9106"/>
                  </a:cubicBezTo>
                  <a:cubicBezTo>
                    <a:pt x="815" y="9106"/>
                    <a:pt x="839" y="9103"/>
                    <a:pt x="864" y="9096"/>
                  </a:cubicBezTo>
                  <a:lnTo>
                    <a:pt x="1903" y="8771"/>
                  </a:lnTo>
                  <a:cubicBezTo>
                    <a:pt x="1931" y="8761"/>
                    <a:pt x="1961" y="8757"/>
                    <a:pt x="1990" y="8757"/>
                  </a:cubicBezTo>
                  <a:cubicBezTo>
                    <a:pt x="2072" y="8757"/>
                    <a:pt x="2149" y="8795"/>
                    <a:pt x="2190" y="8864"/>
                  </a:cubicBezTo>
                  <a:cubicBezTo>
                    <a:pt x="2413" y="9216"/>
                    <a:pt x="2682" y="9532"/>
                    <a:pt x="2979" y="9810"/>
                  </a:cubicBezTo>
                  <a:cubicBezTo>
                    <a:pt x="3062" y="9884"/>
                    <a:pt x="3081" y="10005"/>
                    <a:pt x="3034" y="10107"/>
                  </a:cubicBezTo>
                  <a:lnTo>
                    <a:pt x="2524" y="11072"/>
                  </a:lnTo>
                  <a:cubicBezTo>
                    <a:pt x="2469" y="11192"/>
                    <a:pt x="2515" y="11341"/>
                    <a:pt x="2636" y="11406"/>
                  </a:cubicBezTo>
                  <a:lnTo>
                    <a:pt x="4129" y="12185"/>
                  </a:lnTo>
                  <a:cubicBezTo>
                    <a:pt x="4169" y="12205"/>
                    <a:pt x="4211" y="12214"/>
                    <a:pt x="4251" y="12214"/>
                  </a:cubicBezTo>
                  <a:cubicBezTo>
                    <a:pt x="4342" y="12214"/>
                    <a:pt x="4427" y="12166"/>
                    <a:pt x="4472" y="12083"/>
                  </a:cubicBezTo>
                  <a:lnTo>
                    <a:pt x="4973" y="11109"/>
                  </a:lnTo>
                  <a:cubicBezTo>
                    <a:pt x="5022" y="11028"/>
                    <a:pt x="5112" y="10975"/>
                    <a:pt x="5202" y="10975"/>
                  </a:cubicBezTo>
                  <a:cubicBezTo>
                    <a:pt x="5216" y="10975"/>
                    <a:pt x="5229" y="10976"/>
                    <a:pt x="5242" y="10979"/>
                  </a:cubicBezTo>
                  <a:cubicBezTo>
                    <a:pt x="5575" y="11056"/>
                    <a:pt x="5914" y="11095"/>
                    <a:pt x="6259" y="11095"/>
                  </a:cubicBezTo>
                  <a:cubicBezTo>
                    <a:pt x="6328" y="11095"/>
                    <a:pt x="6397" y="11093"/>
                    <a:pt x="6467" y="11090"/>
                  </a:cubicBezTo>
                  <a:cubicBezTo>
                    <a:pt x="6473" y="11090"/>
                    <a:pt x="6479" y="11089"/>
                    <a:pt x="6486" y="11089"/>
                  </a:cubicBezTo>
                  <a:cubicBezTo>
                    <a:pt x="6589" y="11089"/>
                    <a:pt x="6682" y="11161"/>
                    <a:pt x="6717" y="11266"/>
                  </a:cubicBezTo>
                  <a:lnTo>
                    <a:pt x="7042" y="12305"/>
                  </a:lnTo>
                  <a:cubicBezTo>
                    <a:pt x="7072" y="12409"/>
                    <a:pt x="7172" y="12477"/>
                    <a:pt x="7277" y="12477"/>
                  </a:cubicBezTo>
                  <a:cubicBezTo>
                    <a:pt x="7304" y="12477"/>
                    <a:pt x="7331" y="12473"/>
                    <a:pt x="7357" y="12463"/>
                  </a:cubicBezTo>
                  <a:lnTo>
                    <a:pt x="8962" y="11962"/>
                  </a:lnTo>
                  <a:cubicBezTo>
                    <a:pt x="9101" y="11916"/>
                    <a:pt x="9166" y="11777"/>
                    <a:pt x="9129" y="11647"/>
                  </a:cubicBezTo>
                  <a:lnTo>
                    <a:pt x="8805" y="10608"/>
                  </a:lnTo>
                  <a:cubicBezTo>
                    <a:pt x="8767" y="10497"/>
                    <a:pt x="8805" y="10385"/>
                    <a:pt x="8897" y="10320"/>
                  </a:cubicBezTo>
                  <a:cubicBezTo>
                    <a:pt x="9250" y="10098"/>
                    <a:pt x="9565" y="9829"/>
                    <a:pt x="9844" y="9532"/>
                  </a:cubicBezTo>
                  <a:cubicBezTo>
                    <a:pt x="9889" y="9480"/>
                    <a:pt x="9953" y="9454"/>
                    <a:pt x="10018" y="9454"/>
                  </a:cubicBezTo>
                  <a:cubicBezTo>
                    <a:pt x="10059" y="9454"/>
                    <a:pt x="10101" y="9464"/>
                    <a:pt x="10140" y="9485"/>
                  </a:cubicBezTo>
                  <a:lnTo>
                    <a:pt x="11105" y="9986"/>
                  </a:lnTo>
                  <a:cubicBezTo>
                    <a:pt x="11142" y="10006"/>
                    <a:pt x="11181" y="10015"/>
                    <a:pt x="11219" y="10015"/>
                  </a:cubicBezTo>
                  <a:cubicBezTo>
                    <a:pt x="11308" y="10015"/>
                    <a:pt x="11394" y="9965"/>
                    <a:pt x="11439" y="9875"/>
                  </a:cubicBezTo>
                  <a:lnTo>
                    <a:pt x="12218" y="8381"/>
                  </a:lnTo>
                  <a:cubicBezTo>
                    <a:pt x="12283" y="8252"/>
                    <a:pt x="12237" y="8103"/>
                    <a:pt x="12116" y="8038"/>
                  </a:cubicBezTo>
                  <a:lnTo>
                    <a:pt x="11142" y="7537"/>
                  </a:lnTo>
                  <a:cubicBezTo>
                    <a:pt x="11050" y="7491"/>
                    <a:pt x="10994" y="7380"/>
                    <a:pt x="11012" y="7268"/>
                  </a:cubicBezTo>
                  <a:cubicBezTo>
                    <a:pt x="11105" y="6869"/>
                    <a:pt x="11142" y="6461"/>
                    <a:pt x="11124" y="6044"/>
                  </a:cubicBezTo>
                  <a:cubicBezTo>
                    <a:pt x="11114" y="5932"/>
                    <a:pt x="11189" y="5830"/>
                    <a:pt x="11300" y="5803"/>
                  </a:cubicBezTo>
                  <a:lnTo>
                    <a:pt x="12339" y="5469"/>
                  </a:lnTo>
                  <a:cubicBezTo>
                    <a:pt x="12469" y="5431"/>
                    <a:pt x="12543" y="5292"/>
                    <a:pt x="12497" y="5153"/>
                  </a:cubicBezTo>
                  <a:lnTo>
                    <a:pt x="11996" y="3548"/>
                  </a:lnTo>
                  <a:cubicBezTo>
                    <a:pt x="11957" y="3441"/>
                    <a:pt x="11856" y="3372"/>
                    <a:pt x="11749" y="3372"/>
                  </a:cubicBezTo>
                  <a:cubicBezTo>
                    <a:pt x="11726" y="3372"/>
                    <a:pt x="11703" y="3375"/>
                    <a:pt x="11680" y="3381"/>
                  </a:cubicBezTo>
                  <a:lnTo>
                    <a:pt x="10641" y="3715"/>
                  </a:lnTo>
                  <a:cubicBezTo>
                    <a:pt x="10617" y="3721"/>
                    <a:pt x="10593" y="3724"/>
                    <a:pt x="10569" y="3724"/>
                  </a:cubicBezTo>
                  <a:cubicBezTo>
                    <a:pt x="10484" y="3724"/>
                    <a:pt x="10405" y="3686"/>
                    <a:pt x="10354" y="3613"/>
                  </a:cubicBezTo>
                  <a:cubicBezTo>
                    <a:pt x="10131" y="3261"/>
                    <a:pt x="9862" y="2945"/>
                    <a:pt x="9565" y="2676"/>
                  </a:cubicBezTo>
                  <a:cubicBezTo>
                    <a:pt x="9482" y="2593"/>
                    <a:pt x="9463" y="2472"/>
                    <a:pt x="9519" y="2379"/>
                  </a:cubicBezTo>
                  <a:lnTo>
                    <a:pt x="10020" y="1405"/>
                  </a:lnTo>
                  <a:cubicBezTo>
                    <a:pt x="10085" y="1285"/>
                    <a:pt x="10029" y="1136"/>
                    <a:pt x="9908" y="1071"/>
                  </a:cubicBezTo>
                  <a:lnTo>
                    <a:pt x="8415" y="292"/>
                  </a:lnTo>
                  <a:cubicBezTo>
                    <a:pt x="8376" y="273"/>
                    <a:pt x="8334" y="263"/>
                    <a:pt x="8295" y="263"/>
                  </a:cubicBezTo>
                  <a:cubicBezTo>
                    <a:pt x="8203" y="263"/>
                    <a:pt x="8117" y="313"/>
                    <a:pt x="8072" y="404"/>
                  </a:cubicBezTo>
                  <a:lnTo>
                    <a:pt x="7571" y="1368"/>
                  </a:lnTo>
                  <a:cubicBezTo>
                    <a:pt x="7530" y="1449"/>
                    <a:pt x="7441" y="1502"/>
                    <a:pt x="7345" y="1502"/>
                  </a:cubicBezTo>
                  <a:cubicBezTo>
                    <a:pt x="7330" y="1502"/>
                    <a:pt x="7316" y="1501"/>
                    <a:pt x="7302" y="1498"/>
                  </a:cubicBezTo>
                  <a:cubicBezTo>
                    <a:pt x="6951" y="1416"/>
                    <a:pt x="6592" y="1385"/>
                    <a:pt x="6227" y="1385"/>
                  </a:cubicBezTo>
                  <a:cubicBezTo>
                    <a:pt x="6177" y="1385"/>
                    <a:pt x="6127" y="1386"/>
                    <a:pt x="6077" y="1387"/>
                  </a:cubicBezTo>
                  <a:cubicBezTo>
                    <a:pt x="6071" y="1387"/>
                    <a:pt x="6065" y="1388"/>
                    <a:pt x="6058" y="1388"/>
                  </a:cubicBezTo>
                  <a:cubicBezTo>
                    <a:pt x="5955" y="1388"/>
                    <a:pt x="5862" y="1316"/>
                    <a:pt x="5836" y="1211"/>
                  </a:cubicBezTo>
                  <a:lnTo>
                    <a:pt x="5502" y="172"/>
                  </a:lnTo>
                  <a:cubicBezTo>
                    <a:pt x="5473" y="68"/>
                    <a:pt x="5378" y="0"/>
                    <a:pt x="52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3">
              <a:extLst>
                <a:ext uri="{FF2B5EF4-FFF2-40B4-BE49-F238E27FC236}">
                  <a16:creationId xmlns:a16="http://schemas.microsoft.com/office/drawing/2014/main" id="{1E7FE018-5C7E-4E22-4BE9-84CF80BA7855}"/>
                </a:ext>
              </a:extLst>
            </p:cNvPr>
            <p:cNvSpPr/>
            <p:nvPr/>
          </p:nvSpPr>
          <p:spPr>
            <a:xfrm>
              <a:off x="1941325" y="2531675"/>
              <a:ext cx="316800" cy="314825"/>
            </a:xfrm>
            <a:custGeom>
              <a:avLst/>
              <a:gdLst/>
              <a:ahLst/>
              <a:cxnLst/>
              <a:rect l="l" t="t" r="r" b="b"/>
              <a:pathLst>
                <a:path w="12672" h="12593" extrusionOk="0">
                  <a:moveTo>
                    <a:pt x="6345" y="3455"/>
                  </a:moveTo>
                  <a:cubicBezTo>
                    <a:pt x="6902" y="3455"/>
                    <a:pt x="7440" y="3613"/>
                    <a:pt x="7904" y="3928"/>
                  </a:cubicBezTo>
                  <a:cubicBezTo>
                    <a:pt x="8600" y="4383"/>
                    <a:pt x="9054" y="5115"/>
                    <a:pt x="9156" y="5941"/>
                  </a:cubicBezTo>
                  <a:cubicBezTo>
                    <a:pt x="9323" y="7305"/>
                    <a:pt x="8451" y="8613"/>
                    <a:pt x="7134" y="8993"/>
                  </a:cubicBezTo>
                  <a:cubicBezTo>
                    <a:pt x="6875" y="9068"/>
                    <a:pt x="6610" y="9105"/>
                    <a:pt x="6347" y="9105"/>
                  </a:cubicBezTo>
                  <a:cubicBezTo>
                    <a:pt x="5799" y="9105"/>
                    <a:pt x="5257" y="8945"/>
                    <a:pt x="4787" y="8631"/>
                  </a:cubicBezTo>
                  <a:cubicBezTo>
                    <a:pt x="4100" y="8177"/>
                    <a:pt x="3646" y="7444"/>
                    <a:pt x="3544" y="6618"/>
                  </a:cubicBezTo>
                  <a:cubicBezTo>
                    <a:pt x="3377" y="5255"/>
                    <a:pt x="4249" y="3937"/>
                    <a:pt x="5566" y="3566"/>
                  </a:cubicBezTo>
                  <a:cubicBezTo>
                    <a:pt x="5826" y="3492"/>
                    <a:pt x="6086" y="3455"/>
                    <a:pt x="6345" y="3455"/>
                  </a:cubicBezTo>
                  <a:close/>
                  <a:moveTo>
                    <a:pt x="6349" y="3339"/>
                  </a:moveTo>
                  <a:cubicBezTo>
                    <a:pt x="6075" y="3339"/>
                    <a:pt x="5799" y="3377"/>
                    <a:pt x="5529" y="3455"/>
                  </a:cubicBezTo>
                  <a:cubicBezTo>
                    <a:pt x="4156" y="3844"/>
                    <a:pt x="3256" y="5208"/>
                    <a:pt x="3423" y="6627"/>
                  </a:cubicBezTo>
                  <a:cubicBezTo>
                    <a:pt x="3534" y="7490"/>
                    <a:pt x="4008" y="8251"/>
                    <a:pt x="4722" y="8733"/>
                  </a:cubicBezTo>
                  <a:cubicBezTo>
                    <a:pt x="5214" y="9049"/>
                    <a:pt x="5770" y="9216"/>
                    <a:pt x="6345" y="9216"/>
                  </a:cubicBezTo>
                  <a:cubicBezTo>
                    <a:pt x="6624" y="9216"/>
                    <a:pt x="6893" y="9179"/>
                    <a:pt x="7162" y="9104"/>
                  </a:cubicBezTo>
                  <a:cubicBezTo>
                    <a:pt x="8535" y="8715"/>
                    <a:pt x="9444" y="7342"/>
                    <a:pt x="9267" y="5932"/>
                  </a:cubicBezTo>
                  <a:cubicBezTo>
                    <a:pt x="9165" y="5069"/>
                    <a:pt x="8692" y="4299"/>
                    <a:pt x="7969" y="3826"/>
                  </a:cubicBezTo>
                  <a:cubicBezTo>
                    <a:pt x="7485" y="3506"/>
                    <a:pt x="6922" y="3339"/>
                    <a:pt x="6349" y="3339"/>
                  </a:cubicBezTo>
                  <a:close/>
                  <a:moveTo>
                    <a:pt x="5334" y="113"/>
                  </a:moveTo>
                  <a:cubicBezTo>
                    <a:pt x="5415" y="113"/>
                    <a:pt x="5488" y="165"/>
                    <a:pt x="5510" y="245"/>
                  </a:cubicBezTo>
                  <a:lnTo>
                    <a:pt x="5844" y="1284"/>
                  </a:lnTo>
                  <a:cubicBezTo>
                    <a:pt x="5881" y="1423"/>
                    <a:pt x="6011" y="1507"/>
                    <a:pt x="6141" y="1507"/>
                  </a:cubicBezTo>
                  <a:cubicBezTo>
                    <a:pt x="6210" y="1504"/>
                    <a:pt x="6279" y="1502"/>
                    <a:pt x="6348" y="1502"/>
                  </a:cubicBezTo>
                  <a:cubicBezTo>
                    <a:pt x="6687" y="1502"/>
                    <a:pt x="7025" y="1539"/>
                    <a:pt x="7356" y="1609"/>
                  </a:cubicBezTo>
                  <a:cubicBezTo>
                    <a:pt x="7377" y="1613"/>
                    <a:pt x="7397" y="1615"/>
                    <a:pt x="7417" y="1615"/>
                  </a:cubicBezTo>
                  <a:cubicBezTo>
                    <a:pt x="7528" y="1615"/>
                    <a:pt x="7636" y="1553"/>
                    <a:pt x="7690" y="1451"/>
                  </a:cubicBezTo>
                  <a:lnTo>
                    <a:pt x="8191" y="477"/>
                  </a:lnTo>
                  <a:cubicBezTo>
                    <a:pt x="8223" y="414"/>
                    <a:pt x="8289" y="377"/>
                    <a:pt x="8357" y="377"/>
                  </a:cubicBezTo>
                  <a:cubicBezTo>
                    <a:pt x="8389" y="377"/>
                    <a:pt x="8421" y="385"/>
                    <a:pt x="8451" y="403"/>
                  </a:cubicBezTo>
                  <a:lnTo>
                    <a:pt x="9945" y="1173"/>
                  </a:lnTo>
                  <a:cubicBezTo>
                    <a:pt x="10047" y="1228"/>
                    <a:pt x="10084" y="1340"/>
                    <a:pt x="10028" y="1433"/>
                  </a:cubicBezTo>
                  <a:lnTo>
                    <a:pt x="9527" y="2407"/>
                  </a:lnTo>
                  <a:cubicBezTo>
                    <a:pt x="9462" y="2527"/>
                    <a:pt x="9490" y="2676"/>
                    <a:pt x="9592" y="2768"/>
                  </a:cubicBezTo>
                  <a:cubicBezTo>
                    <a:pt x="9889" y="3047"/>
                    <a:pt x="10149" y="3353"/>
                    <a:pt x="10371" y="3696"/>
                  </a:cubicBezTo>
                  <a:cubicBezTo>
                    <a:pt x="10429" y="3790"/>
                    <a:pt x="10525" y="3838"/>
                    <a:pt x="10626" y="3838"/>
                  </a:cubicBezTo>
                  <a:cubicBezTo>
                    <a:pt x="10656" y="3838"/>
                    <a:pt x="10685" y="3834"/>
                    <a:pt x="10715" y="3826"/>
                  </a:cubicBezTo>
                  <a:lnTo>
                    <a:pt x="11763" y="3492"/>
                  </a:lnTo>
                  <a:cubicBezTo>
                    <a:pt x="11780" y="3489"/>
                    <a:pt x="11797" y="3486"/>
                    <a:pt x="11814" y="3486"/>
                  </a:cubicBezTo>
                  <a:cubicBezTo>
                    <a:pt x="11843" y="3486"/>
                    <a:pt x="11873" y="3493"/>
                    <a:pt x="11902" y="3511"/>
                  </a:cubicBezTo>
                  <a:cubicBezTo>
                    <a:pt x="11948" y="3529"/>
                    <a:pt x="11986" y="3575"/>
                    <a:pt x="12004" y="3622"/>
                  </a:cubicBezTo>
                  <a:lnTo>
                    <a:pt x="12505" y="5227"/>
                  </a:lnTo>
                  <a:cubicBezTo>
                    <a:pt x="12542" y="5329"/>
                    <a:pt x="12486" y="5440"/>
                    <a:pt x="12384" y="5468"/>
                  </a:cubicBezTo>
                  <a:lnTo>
                    <a:pt x="11345" y="5793"/>
                  </a:lnTo>
                  <a:cubicBezTo>
                    <a:pt x="11206" y="5839"/>
                    <a:pt x="11123" y="5960"/>
                    <a:pt x="11123" y="6099"/>
                  </a:cubicBezTo>
                  <a:cubicBezTo>
                    <a:pt x="11141" y="6507"/>
                    <a:pt x="11104" y="6915"/>
                    <a:pt x="11021" y="7305"/>
                  </a:cubicBezTo>
                  <a:cubicBezTo>
                    <a:pt x="10993" y="7444"/>
                    <a:pt x="11058" y="7583"/>
                    <a:pt x="11178" y="7648"/>
                  </a:cubicBezTo>
                  <a:lnTo>
                    <a:pt x="12153" y="8149"/>
                  </a:lnTo>
                  <a:cubicBezTo>
                    <a:pt x="12245" y="8195"/>
                    <a:pt x="12282" y="8316"/>
                    <a:pt x="12236" y="8409"/>
                  </a:cubicBezTo>
                  <a:lnTo>
                    <a:pt x="11457" y="9902"/>
                  </a:lnTo>
                  <a:cubicBezTo>
                    <a:pt x="11429" y="9949"/>
                    <a:pt x="11392" y="9986"/>
                    <a:pt x="11345" y="10004"/>
                  </a:cubicBezTo>
                  <a:cubicBezTo>
                    <a:pt x="11325" y="10008"/>
                    <a:pt x="11306" y="10010"/>
                    <a:pt x="11288" y="10010"/>
                  </a:cubicBezTo>
                  <a:cubicBezTo>
                    <a:pt x="11256" y="10010"/>
                    <a:pt x="11226" y="10003"/>
                    <a:pt x="11197" y="9986"/>
                  </a:cubicBezTo>
                  <a:lnTo>
                    <a:pt x="10232" y="9485"/>
                  </a:lnTo>
                  <a:cubicBezTo>
                    <a:pt x="10185" y="9461"/>
                    <a:pt x="10135" y="9450"/>
                    <a:pt x="10087" y="9450"/>
                  </a:cubicBezTo>
                  <a:cubicBezTo>
                    <a:pt x="10002" y="9450"/>
                    <a:pt x="9920" y="9485"/>
                    <a:pt x="9861" y="9550"/>
                  </a:cubicBezTo>
                  <a:cubicBezTo>
                    <a:pt x="9583" y="9846"/>
                    <a:pt x="9277" y="10106"/>
                    <a:pt x="8933" y="10329"/>
                  </a:cubicBezTo>
                  <a:cubicBezTo>
                    <a:pt x="8822" y="10403"/>
                    <a:pt x="8767" y="10542"/>
                    <a:pt x="8813" y="10681"/>
                  </a:cubicBezTo>
                  <a:lnTo>
                    <a:pt x="9138" y="11720"/>
                  </a:lnTo>
                  <a:cubicBezTo>
                    <a:pt x="9165" y="11813"/>
                    <a:pt x="9110" y="11924"/>
                    <a:pt x="9008" y="11952"/>
                  </a:cubicBezTo>
                  <a:lnTo>
                    <a:pt x="7403" y="12462"/>
                  </a:lnTo>
                  <a:cubicBezTo>
                    <a:pt x="7381" y="12470"/>
                    <a:pt x="7359" y="12474"/>
                    <a:pt x="7338" y="12474"/>
                  </a:cubicBezTo>
                  <a:cubicBezTo>
                    <a:pt x="7258" y="12474"/>
                    <a:pt x="7184" y="12422"/>
                    <a:pt x="7162" y="12342"/>
                  </a:cubicBezTo>
                  <a:lnTo>
                    <a:pt x="6837" y="11303"/>
                  </a:lnTo>
                  <a:cubicBezTo>
                    <a:pt x="6791" y="11173"/>
                    <a:pt x="6670" y="11090"/>
                    <a:pt x="6540" y="11090"/>
                  </a:cubicBezTo>
                  <a:lnTo>
                    <a:pt x="6531" y="11090"/>
                  </a:lnTo>
                  <a:cubicBezTo>
                    <a:pt x="6463" y="11093"/>
                    <a:pt x="6395" y="11094"/>
                    <a:pt x="6327" y="11094"/>
                  </a:cubicBezTo>
                  <a:cubicBezTo>
                    <a:pt x="5987" y="11094"/>
                    <a:pt x="5650" y="11056"/>
                    <a:pt x="5325" y="10978"/>
                  </a:cubicBezTo>
                  <a:cubicBezTo>
                    <a:pt x="5304" y="10974"/>
                    <a:pt x="5282" y="10972"/>
                    <a:pt x="5261" y="10972"/>
                  </a:cubicBezTo>
                  <a:cubicBezTo>
                    <a:pt x="5145" y="10972"/>
                    <a:pt x="5038" y="11035"/>
                    <a:pt x="4991" y="11145"/>
                  </a:cubicBezTo>
                  <a:lnTo>
                    <a:pt x="4481" y="12110"/>
                  </a:lnTo>
                  <a:cubicBezTo>
                    <a:pt x="4462" y="12156"/>
                    <a:pt x="4425" y="12193"/>
                    <a:pt x="4369" y="12203"/>
                  </a:cubicBezTo>
                  <a:cubicBezTo>
                    <a:pt x="4352" y="12210"/>
                    <a:pt x="4333" y="12213"/>
                    <a:pt x="4314" y="12213"/>
                  </a:cubicBezTo>
                  <a:cubicBezTo>
                    <a:pt x="4283" y="12213"/>
                    <a:pt x="4253" y="12205"/>
                    <a:pt x="4230" y="12193"/>
                  </a:cubicBezTo>
                  <a:lnTo>
                    <a:pt x="2727" y="11414"/>
                  </a:lnTo>
                  <a:cubicBezTo>
                    <a:pt x="2681" y="11386"/>
                    <a:pt x="2644" y="11349"/>
                    <a:pt x="2635" y="11303"/>
                  </a:cubicBezTo>
                  <a:cubicBezTo>
                    <a:pt x="2616" y="11247"/>
                    <a:pt x="2625" y="11201"/>
                    <a:pt x="2644" y="11154"/>
                  </a:cubicBezTo>
                  <a:lnTo>
                    <a:pt x="3145" y="10190"/>
                  </a:lnTo>
                  <a:cubicBezTo>
                    <a:pt x="3210" y="10060"/>
                    <a:pt x="3191" y="9911"/>
                    <a:pt x="3089" y="9819"/>
                  </a:cubicBezTo>
                  <a:cubicBezTo>
                    <a:pt x="2783" y="9550"/>
                    <a:pt x="2523" y="9234"/>
                    <a:pt x="2310" y="8891"/>
                  </a:cubicBezTo>
                  <a:cubicBezTo>
                    <a:pt x="2254" y="8806"/>
                    <a:pt x="2154" y="8754"/>
                    <a:pt x="2053" y="8754"/>
                  </a:cubicBezTo>
                  <a:cubicBezTo>
                    <a:pt x="2021" y="8754"/>
                    <a:pt x="1989" y="8759"/>
                    <a:pt x="1957" y="8770"/>
                  </a:cubicBezTo>
                  <a:lnTo>
                    <a:pt x="918" y="9095"/>
                  </a:lnTo>
                  <a:cubicBezTo>
                    <a:pt x="898" y="9102"/>
                    <a:pt x="878" y="9106"/>
                    <a:pt x="858" y="9106"/>
                  </a:cubicBezTo>
                  <a:cubicBezTo>
                    <a:pt x="776" y="9106"/>
                    <a:pt x="700" y="9049"/>
                    <a:pt x="677" y="8974"/>
                  </a:cubicBezTo>
                  <a:lnTo>
                    <a:pt x="167" y="7360"/>
                  </a:lnTo>
                  <a:cubicBezTo>
                    <a:pt x="130" y="7258"/>
                    <a:pt x="195" y="7156"/>
                    <a:pt x="288" y="7119"/>
                  </a:cubicBezTo>
                  <a:lnTo>
                    <a:pt x="1327" y="6794"/>
                  </a:lnTo>
                  <a:cubicBezTo>
                    <a:pt x="1466" y="6748"/>
                    <a:pt x="1549" y="6627"/>
                    <a:pt x="1549" y="6488"/>
                  </a:cubicBezTo>
                  <a:cubicBezTo>
                    <a:pt x="1531" y="6080"/>
                    <a:pt x="1568" y="5672"/>
                    <a:pt x="1651" y="5282"/>
                  </a:cubicBezTo>
                  <a:cubicBezTo>
                    <a:pt x="1679" y="5143"/>
                    <a:pt x="1614" y="5004"/>
                    <a:pt x="1494" y="4948"/>
                  </a:cubicBezTo>
                  <a:lnTo>
                    <a:pt x="520" y="4438"/>
                  </a:lnTo>
                  <a:cubicBezTo>
                    <a:pt x="473" y="4420"/>
                    <a:pt x="445" y="4383"/>
                    <a:pt x="427" y="4327"/>
                  </a:cubicBezTo>
                  <a:cubicBezTo>
                    <a:pt x="417" y="4280"/>
                    <a:pt x="417" y="4225"/>
                    <a:pt x="445" y="4178"/>
                  </a:cubicBezTo>
                  <a:lnTo>
                    <a:pt x="1215" y="2685"/>
                  </a:lnTo>
                  <a:cubicBezTo>
                    <a:pt x="1243" y="2639"/>
                    <a:pt x="1280" y="2601"/>
                    <a:pt x="1336" y="2592"/>
                  </a:cubicBezTo>
                  <a:cubicBezTo>
                    <a:pt x="1354" y="2585"/>
                    <a:pt x="1371" y="2582"/>
                    <a:pt x="1389" y="2582"/>
                  </a:cubicBezTo>
                  <a:cubicBezTo>
                    <a:pt x="1418" y="2582"/>
                    <a:pt x="1446" y="2590"/>
                    <a:pt x="1475" y="2601"/>
                  </a:cubicBezTo>
                  <a:lnTo>
                    <a:pt x="2449" y="3102"/>
                  </a:lnTo>
                  <a:cubicBezTo>
                    <a:pt x="2494" y="3126"/>
                    <a:pt x="2542" y="3138"/>
                    <a:pt x="2590" y="3138"/>
                  </a:cubicBezTo>
                  <a:cubicBezTo>
                    <a:pt x="2672" y="3138"/>
                    <a:pt x="2752" y="3105"/>
                    <a:pt x="2811" y="3047"/>
                  </a:cubicBezTo>
                  <a:cubicBezTo>
                    <a:pt x="3089" y="2741"/>
                    <a:pt x="3395" y="2481"/>
                    <a:pt x="3739" y="2258"/>
                  </a:cubicBezTo>
                  <a:cubicBezTo>
                    <a:pt x="3859" y="2184"/>
                    <a:pt x="3906" y="2045"/>
                    <a:pt x="3868" y="1915"/>
                  </a:cubicBezTo>
                  <a:lnTo>
                    <a:pt x="3534" y="876"/>
                  </a:lnTo>
                  <a:cubicBezTo>
                    <a:pt x="3525" y="820"/>
                    <a:pt x="3525" y="774"/>
                    <a:pt x="3553" y="728"/>
                  </a:cubicBezTo>
                  <a:cubicBezTo>
                    <a:pt x="3572" y="681"/>
                    <a:pt x="3609" y="644"/>
                    <a:pt x="3664" y="635"/>
                  </a:cubicBezTo>
                  <a:lnTo>
                    <a:pt x="5269" y="125"/>
                  </a:lnTo>
                  <a:cubicBezTo>
                    <a:pt x="5291" y="117"/>
                    <a:pt x="5313" y="113"/>
                    <a:pt x="5334" y="113"/>
                  </a:cubicBezTo>
                  <a:close/>
                  <a:moveTo>
                    <a:pt x="5330" y="1"/>
                  </a:moveTo>
                  <a:cubicBezTo>
                    <a:pt x="5300" y="1"/>
                    <a:pt x="5270" y="5"/>
                    <a:pt x="5241" y="13"/>
                  </a:cubicBezTo>
                  <a:lnTo>
                    <a:pt x="3627" y="523"/>
                  </a:lnTo>
                  <a:cubicBezTo>
                    <a:pt x="3553" y="551"/>
                    <a:pt x="3488" y="598"/>
                    <a:pt x="3451" y="672"/>
                  </a:cubicBezTo>
                  <a:cubicBezTo>
                    <a:pt x="3405" y="746"/>
                    <a:pt x="3405" y="830"/>
                    <a:pt x="3423" y="913"/>
                  </a:cubicBezTo>
                  <a:lnTo>
                    <a:pt x="3757" y="1952"/>
                  </a:lnTo>
                  <a:cubicBezTo>
                    <a:pt x="3785" y="2036"/>
                    <a:pt x="3748" y="2119"/>
                    <a:pt x="3683" y="2165"/>
                  </a:cubicBezTo>
                  <a:cubicBezTo>
                    <a:pt x="3330" y="2388"/>
                    <a:pt x="3006" y="2657"/>
                    <a:pt x="2727" y="2963"/>
                  </a:cubicBezTo>
                  <a:cubicBezTo>
                    <a:pt x="2693" y="3003"/>
                    <a:pt x="2645" y="3022"/>
                    <a:pt x="2596" y="3022"/>
                  </a:cubicBezTo>
                  <a:cubicBezTo>
                    <a:pt x="2565" y="3022"/>
                    <a:pt x="2533" y="3015"/>
                    <a:pt x="2505" y="3000"/>
                  </a:cubicBezTo>
                  <a:lnTo>
                    <a:pt x="1531" y="2499"/>
                  </a:lnTo>
                  <a:cubicBezTo>
                    <a:pt x="1486" y="2477"/>
                    <a:pt x="1437" y="2465"/>
                    <a:pt x="1390" y="2465"/>
                  </a:cubicBezTo>
                  <a:cubicBezTo>
                    <a:pt x="1359" y="2465"/>
                    <a:pt x="1328" y="2470"/>
                    <a:pt x="1299" y="2481"/>
                  </a:cubicBezTo>
                  <a:cubicBezTo>
                    <a:pt x="1225" y="2499"/>
                    <a:pt x="1160" y="2555"/>
                    <a:pt x="1123" y="2629"/>
                  </a:cubicBezTo>
                  <a:lnTo>
                    <a:pt x="343" y="4132"/>
                  </a:lnTo>
                  <a:cubicBezTo>
                    <a:pt x="306" y="4206"/>
                    <a:pt x="297" y="4290"/>
                    <a:pt x="315" y="4364"/>
                  </a:cubicBezTo>
                  <a:cubicBezTo>
                    <a:pt x="343" y="4447"/>
                    <a:pt x="399" y="4503"/>
                    <a:pt x="473" y="4550"/>
                  </a:cubicBezTo>
                  <a:lnTo>
                    <a:pt x="1438" y="5050"/>
                  </a:lnTo>
                  <a:cubicBezTo>
                    <a:pt x="1512" y="5088"/>
                    <a:pt x="1559" y="5171"/>
                    <a:pt x="1540" y="5255"/>
                  </a:cubicBezTo>
                  <a:cubicBezTo>
                    <a:pt x="1447" y="5663"/>
                    <a:pt x="1410" y="6080"/>
                    <a:pt x="1429" y="6498"/>
                  </a:cubicBezTo>
                  <a:cubicBezTo>
                    <a:pt x="1438" y="6581"/>
                    <a:pt x="1382" y="6655"/>
                    <a:pt x="1299" y="6683"/>
                  </a:cubicBezTo>
                  <a:lnTo>
                    <a:pt x="260" y="7008"/>
                  </a:lnTo>
                  <a:cubicBezTo>
                    <a:pt x="93" y="7063"/>
                    <a:pt x="0" y="7230"/>
                    <a:pt x="56" y="7397"/>
                  </a:cubicBezTo>
                  <a:lnTo>
                    <a:pt x="566" y="9002"/>
                  </a:lnTo>
                  <a:cubicBezTo>
                    <a:pt x="604" y="9138"/>
                    <a:pt x="728" y="9219"/>
                    <a:pt x="863" y="9219"/>
                  </a:cubicBezTo>
                  <a:cubicBezTo>
                    <a:pt x="894" y="9219"/>
                    <a:pt x="925" y="9215"/>
                    <a:pt x="956" y="9206"/>
                  </a:cubicBezTo>
                  <a:lnTo>
                    <a:pt x="1995" y="8882"/>
                  </a:lnTo>
                  <a:cubicBezTo>
                    <a:pt x="2016" y="8875"/>
                    <a:pt x="2037" y="8871"/>
                    <a:pt x="2058" y="8871"/>
                  </a:cubicBezTo>
                  <a:cubicBezTo>
                    <a:pt x="2118" y="8871"/>
                    <a:pt x="2173" y="8901"/>
                    <a:pt x="2208" y="8956"/>
                  </a:cubicBezTo>
                  <a:cubicBezTo>
                    <a:pt x="2431" y="9299"/>
                    <a:pt x="2700" y="9624"/>
                    <a:pt x="3006" y="9902"/>
                  </a:cubicBezTo>
                  <a:cubicBezTo>
                    <a:pt x="3071" y="9958"/>
                    <a:pt x="3080" y="10051"/>
                    <a:pt x="3043" y="10134"/>
                  </a:cubicBezTo>
                  <a:lnTo>
                    <a:pt x="2542" y="11099"/>
                  </a:lnTo>
                  <a:cubicBezTo>
                    <a:pt x="2505" y="11173"/>
                    <a:pt x="2495" y="11257"/>
                    <a:pt x="2523" y="11331"/>
                  </a:cubicBezTo>
                  <a:cubicBezTo>
                    <a:pt x="2542" y="11414"/>
                    <a:pt x="2598" y="11479"/>
                    <a:pt x="2672" y="11516"/>
                  </a:cubicBezTo>
                  <a:lnTo>
                    <a:pt x="4175" y="12296"/>
                  </a:lnTo>
                  <a:cubicBezTo>
                    <a:pt x="4218" y="12317"/>
                    <a:pt x="4265" y="12326"/>
                    <a:pt x="4311" y="12326"/>
                  </a:cubicBezTo>
                  <a:cubicBezTo>
                    <a:pt x="4343" y="12326"/>
                    <a:pt x="4376" y="12322"/>
                    <a:pt x="4406" y="12314"/>
                  </a:cubicBezTo>
                  <a:cubicBezTo>
                    <a:pt x="4490" y="12286"/>
                    <a:pt x="4546" y="12231"/>
                    <a:pt x="4592" y="12156"/>
                  </a:cubicBezTo>
                  <a:lnTo>
                    <a:pt x="5093" y="11192"/>
                  </a:lnTo>
                  <a:cubicBezTo>
                    <a:pt x="5125" y="11128"/>
                    <a:pt x="5190" y="11085"/>
                    <a:pt x="5260" y="11085"/>
                  </a:cubicBezTo>
                  <a:cubicBezTo>
                    <a:pt x="5272" y="11085"/>
                    <a:pt x="5285" y="11087"/>
                    <a:pt x="5297" y="11090"/>
                  </a:cubicBezTo>
                  <a:cubicBezTo>
                    <a:pt x="5637" y="11167"/>
                    <a:pt x="5984" y="11206"/>
                    <a:pt x="6331" y="11206"/>
                  </a:cubicBezTo>
                  <a:cubicBezTo>
                    <a:pt x="6401" y="11206"/>
                    <a:pt x="6471" y="11204"/>
                    <a:pt x="6540" y="11201"/>
                  </a:cubicBezTo>
                  <a:cubicBezTo>
                    <a:pt x="6624" y="11201"/>
                    <a:pt x="6698" y="11257"/>
                    <a:pt x="6726" y="11340"/>
                  </a:cubicBezTo>
                  <a:lnTo>
                    <a:pt x="7050" y="12379"/>
                  </a:lnTo>
                  <a:cubicBezTo>
                    <a:pt x="7097" y="12509"/>
                    <a:pt x="7217" y="12592"/>
                    <a:pt x="7347" y="12592"/>
                  </a:cubicBezTo>
                  <a:cubicBezTo>
                    <a:pt x="7375" y="12592"/>
                    <a:pt x="7403" y="12583"/>
                    <a:pt x="7440" y="12583"/>
                  </a:cubicBezTo>
                  <a:lnTo>
                    <a:pt x="9045" y="12073"/>
                  </a:lnTo>
                  <a:cubicBezTo>
                    <a:pt x="9212" y="12017"/>
                    <a:pt x="9295" y="11850"/>
                    <a:pt x="9249" y="11683"/>
                  </a:cubicBezTo>
                  <a:lnTo>
                    <a:pt x="8924" y="10644"/>
                  </a:lnTo>
                  <a:cubicBezTo>
                    <a:pt x="8896" y="10561"/>
                    <a:pt x="8924" y="10477"/>
                    <a:pt x="8998" y="10431"/>
                  </a:cubicBezTo>
                  <a:cubicBezTo>
                    <a:pt x="9342" y="10208"/>
                    <a:pt x="9666" y="9939"/>
                    <a:pt x="9945" y="9633"/>
                  </a:cubicBezTo>
                  <a:cubicBezTo>
                    <a:pt x="9979" y="9593"/>
                    <a:pt x="10032" y="9570"/>
                    <a:pt x="10085" y="9570"/>
                  </a:cubicBezTo>
                  <a:cubicBezTo>
                    <a:pt x="10117" y="9570"/>
                    <a:pt x="10149" y="9578"/>
                    <a:pt x="10177" y="9596"/>
                  </a:cubicBezTo>
                  <a:lnTo>
                    <a:pt x="11141" y="10097"/>
                  </a:lnTo>
                  <a:cubicBezTo>
                    <a:pt x="11186" y="10119"/>
                    <a:pt x="11235" y="10132"/>
                    <a:pt x="11282" y="10132"/>
                  </a:cubicBezTo>
                  <a:cubicBezTo>
                    <a:pt x="11313" y="10132"/>
                    <a:pt x="11344" y="10126"/>
                    <a:pt x="11373" y="10115"/>
                  </a:cubicBezTo>
                  <a:cubicBezTo>
                    <a:pt x="11457" y="10088"/>
                    <a:pt x="11522" y="10032"/>
                    <a:pt x="11559" y="9967"/>
                  </a:cubicBezTo>
                  <a:lnTo>
                    <a:pt x="12338" y="8464"/>
                  </a:lnTo>
                  <a:cubicBezTo>
                    <a:pt x="12412" y="8316"/>
                    <a:pt x="12357" y="8130"/>
                    <a:pt x="12208" y="8047"/>
                  </a:cubicBezTo>
                  <a:lnTo>
                    <a:pt x="11234" y="7546"/>
                  </a:lnTo>
                  <a:cubicBezTo>
                    <a:pt x="11160" y="7509"/>
                    <a:pt x="11123" y="7416"/>
                    <a:pt x="11141" y="7342"/>
                  </a:cubicBezTo>
                  <a:cubicBezTo>
                    <a:pt x="11225" y="6934"/>
                    <a:pt x="11262" y="6516"/>
                    <a:pt x="11243" y="6099"/>
                  </a:cubicBezTo>
                  <a:cubicBezTo>
                    <a:pt x="11243" y="6015"/>
                    <a:pt x="11299" y="5941"/>
                    <a:pt x="11383" y="5913"/>
                  </a:cubicBezTo>
                  <a:lnTo>
                    <a:pt x="12422" y="5588"/>
                  </a:lnTo>
                  <a:cubicBezTo>
                    <a:pt x="12579" y="5533"/>
                    <a:pt x="12672" y="5357"/>
                    <a:pt x="12616" y="5199"/>
                  </a:cubicBezTo>
                  <a:lnTo>
                    <a:pt x="12115" y="3585"/>
                  </a:lnTo>
                  <a:cubicBezTo>
                    <a:pt x="12088" y="3511"/>
                    <a:pt x="12032" y="3446"/>
                    <a:pt x="11958" y="3408"/>
                  </a:cubicBezTo>
                  <a:cubicBezTo>
                    <a:pt x="11913" y="3386"/>
                    <a:pt x="11864" y="3374"/>
                    <a:pt x="11817" y="3374"/>
                  </a:cubicBezTo>
                  <a:cubicBezTo>
                    <a:pt x="11786" y="3374"/>
                    <a:pt x="11755" y="3379"/>
                    <a:pt x="11726" y="3390"/>
                  </a:cubicBezTo>
                  <a:lnTo>
                    <a:pt x="10687" y="3715"/>
                  </a:lnTo>
                  <a:cubicBezTo>
                    <a:pt x="10668" y="3721"/>
                    <a:pt x="10648" y="3724"/>
                    <a:pt x="10629" y="3724"/>
                  </a:cubicBezTo>
                  <a:cubicBezTo>
                    <a:pt x="10563" y="3724"/>
                    <a:pt x="10500" y="3690"/>
                    <a:pt x="10464" y="3640"/>
                  </a:cubicBezTo>
                  <a:cubicBezTo>
                    <a:pt x="10242" y="3288"/>
                    <a:pt x="9972" y="2972"/>
                    <a:pt x="9666" y="2685"/>
                  </a:cubicBezTo>
                  <a:cubicBezTo>
                    <a:pt x="9611" y="2629"/>
                    <a:pt x="9592" y="2536"/>
                    <a:pt x="9629" y="2462"/>
                  </a:cubicBezTo>
                  <a:lnTo>
                    <a:pt x="10130" y="1488"/>
                  </a:lnTo>
                  <a:cubicBezTo>
                    <a:pt x="10214" y="1340"/>
                    <a:pt x="10158" y="1154"/>
                    <a:pt x="10000" y="1080"/>
                  </a:cubicBezTo>
                  <a:lnTo>
                    <a:pt x="8507" y="301"/>
                  </a:lnTo>
                  <a:cubicBezTo>
                    <a:pt x="8459" y="276"/>
                    <a:pt x="8409" y="264"/>
                    <a:pt x="8361" y="264"/>
                  </a:cubicBezTo>
                  <a:cubicBezTo>
                    <a:pt x="8247" y="264"/>
                    <a:pt x="8141" y="327"/>
                    <a:pt x="8089" y="431"/>
                  </a:cubicBezTo>
                  <a:lnTo>
                    <a:pt x="7588" y="1395"/>
                  </a:lnTo>
                  <a:cubicBezTo>
                    <a:pt x="7549" y="1459"/>
                    <a:pt x="7483" y="1502"/>
                    <a:pt x="7412" y="1502"/>
                  </a:cubicBezTo>
                  <a:cubicBezTo>
                    <a:pt x="7400" y="1502"/>
                    <a:pt x="7387" y="1500"/>
                    <a:pt x="7375" y="1497"/>
                  </a:cubicBezTo>
                  <a:cubicBezTo>
                    <a:pt x="7043" y="1420"/>
                    <a:pt x="6697" y="1382"/>
                    <a:pt x="6350" y="1382"/>
                  </a:cubicBezTo>
                  <a:cubicBezTo>
                    <a:pt x="6280" y="1382"/>
                    <a:pt x="6211" y="1383"/>
                    <a:pt x="6141" y="1386"/>
                  </a:cubicBezTo>
                  <a:cubicBezTo>
                    <a:pt x="6058" y="1386"/>
                    <a:pt x="5974" y="1340"/>
                    <a:pt x="5956" y="1256"/>
                  </a:cubicBezTo>
                  <a:lnTo>
                    <a:pt x="5622" y="217"/>
                  </a:lnTo>
                  <a:cubicBezTo>
                    <a:pt x="5584" y="81"/>
                    <a:pt x="5460" y="1"/>
                    <a:pt x="5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3">
              <a:extLst>
                <a:ext uri="{FF2B5EF4-FFF2-40B4-BE49-F238E27FC236}">
                  <a16:creationId xmlns:a16="http://schemas.microsoft.com/office/drawing/2014/main" id="{E3C0CD40-B499-63EA-AD1E-4F11AE32BC25}"/>
                </a:ext>
              </a:extLst>
            </p:cNvPr>
            <p:cNvSpPr/>
            <p:nvPr/>
          </p:nvSpPr>
          <p:spPr>
            <a:xfrm>
              <a:off x="2050775" y="2414100"/>
              <a:ext cx="126425" cy="126275"/>
            </a:xfrm>
            <a:custGeom>
              <a:avLst/>
              <a:gdLst/>
              <a:ahLst/>
              <a:cxnLst/>
              <a:rect l="l" t="t" r="r" b="b"/>
              <a:pathLst>
                <a:path w="5057" h="5051" extrusionOk="0">
                  <a:moveTo>
                    <a:pt x="2540" y="1452"/>
                  </a:moveTo>
                  <a:cubicBezTo>
                    <a:pt x="2602" y="1452"/>
                    <a:pt x="2665" y="1458"/>
                    <a:pt x="2728" y="1469"/>
                  </a:cubicBezTo>
                  <a:cubicBezTo>
                    <a:pt x="3034" y="1534"/>
                    <a:pt x="3303" y="1720"/>
                    <a:pt x="3452" y="1989"/>
                  </a:cubicBezTo>
                  <a:cubicBezTo>
                    <a:pt x="3609" y="2258"/>
                    <a:pt x="3637" y="2583"/>
                    <a:pt x="3535" y="2879"/>
                  </a:cubicBezTo>
                  <a:cubicBezTo>
                    <a:pt x="3382" y="3306"/>
                    <a:pt x="2971" y="3586"/>
                    <a:pt x="2537" y="3586"/>
                  </a:cubicBezTo>
                  <a:cubicBezTo>
                    <a:pt x="2471" y="3586"/>
                    <a:pt x="2405" y="3579"/>
                    <a:pt x="2338" y="3566"/>
                  </a:cubicBezTo>
                  <a:cubicBezTo>
                    <a:pt x="2032" y="3510"/>
                    <a:pt x="1763" y="3325"/>
                    <a:pt x="1606" y="3046"/>
                  </a:cubicBezTo>
                  <a:cubicBezTo>
                    <a:pt x="1448" y="2777"/>
                    <a:pt x="1420" y="2453"/>
                    <a:pt x="1531" y="2156"/>
                  </a:cubicBezTo>
                  <a:cubicBezTo>
                    <a:pt x="1678" y="1733"/>
                    <a:pt x="2095" y="1452"/>
                    <a:pt x="2540" y="1452"/>
                  </a:cubicBezTo>
                  <a:close/>
                  <a:moveTo>
                    <a:pt x="2538" y="1339"/>
                  </a:moveTo>
                  <a:cubicBezTo>
                    <a:pt x="2047" y="1339"/>
                    <a:pt x="1591" y="1647"/>
                    <a:pt x="1420" y="2119"/>
                  </a:cubicBezTo>
                  <a:cubicBezTo>
                    <a:pt x="1299" y="2443"/>
                    <a:pt x="1336" y="2805"/>
                    <a:pt x="1503" y="3111"/>
                  </a:cubicBezTo>
                  <a:cubicBezTo>
                    <a:pt x="1680" y="3408"/>
                    <a:pt x="1977" y="3622"/>
                    <a:pt x="2320" y="3687"/>
                  </a:cubicBezTo>
                  <a:cubicBezTo>
                    <a:pt x="2385" y="3696"/>
                    <a:pt x="2459" y="3705"/>
                    <a:pt x="2533" y="3705"/>
                  </a:cubicBezTo>
                  <a:cubicBezTo>
                    <a:pt x="3016" y="3705"/>
                    <a:pt x="3470" y="3390"/>
                    <a:pt x="3646" y="2917"/>
                  </a:cubicBezTo>
                  <a:cubicBezTo>
                    <a:pt x="3758" y="2592"/>
                    <a:pt x="3730" y="2230"/>
                    <a:pt x="3554" y="1933"/>
                  </a:cubicBezTo>
                  <a:cubicBezTo>
                    <a:pt x="3387" y="1636"/>
                    <a:pt x="3090" y="1423"/>
                    <a:pt x="2747" y="1358"/>
                  </a:cubicBezTo>
                  <a:cubicBezTo>
                    <a:pt x="2677" y="1346"/>
                    <a:pt x="2607" y="1339"/>
                    <a:pt x="2538" y="1339"/>
                  </a:cubicBezTo>
                  <a:close/>
                  <a:moveTo>
                    <a:pt x="2580" y="115"/>
                  </a:moveTo>
                  <a:lnTo>
                    <a:pt x="3229" y="226"/>
                  </a:lnTo>
                  <a:cubicBezTo>
                    <a:pt x="3247" y="226"/>
                    <a:pt x="3266" y="245"/>
                    <a:pt x="3257" y="273"/>
                  </a:cubicBezTo>
                  <a:lnTo>
                    <a:pt x="3192" y="690"/>
                  </a:lnTo>
                  <a:cubicBezTo>
                    <a:pt x="3183" y="755"/>
                    <a:pt x="3220" y="829"/>
                    <a:pt x="3275" y="857"/>
                  </a:cubicBezTo>
                  <a:cubicBezTo>
                    <a:pt x="3424" y="922"/>
                    <a:pt x="3554" y="996"/>
                    <a:pt x="3674" y="1098"/>
                  </a:cubicBezTo>
                  <a:cubicBezTo>
                    <a:pt x="3702" y="1122"/>
                    <a:pt x="3735" y="1133"/>
                    <a:pt x="3767" y="1133"/>
                  </a:cubicBezTo>
                  <a:cubicBezTo>
                    <a:pt x="3799" y="1133"/>
                    <a:pt x="3832" y="1122"/>
                    <a:pt x="3860" y="1098"/>
                  </a:cubicBezTo>
                  <a:lnTo>
                    <a:pt x="4212" y="848"/>
                  </a:lnTo>
                  <a:lnTo>
                    <a:pt x="4240" y="848"/>
                  </a:lnTo>
                  <a:cubicBezTo>
                    <a:pt x="4249" y="848"/>
                    <a:pt x="4259" y="857"/>
                    <a:pt x="4259" y="857"/>
                  </a:cubicBezTo>
                  <a:lnTo>
                    <a:pt x="4648" y="1395"/>
                  </a:lnTo>
                  <a:cubicBezTo>
                    <a:pt x="4658" y="1404"/>
                    <a:pt x="4658" y="1414"/>
                    <a:pt x="4658" y="1423"/>
                  </a:cubicBezTo>
                  <a:cubicBezTo>
                    <a:pt x="4658" y="1432"/>
                    <a:pt x="4648" y="1442"/>
                    <a:pt x="4639" y="1451"/>
                  </a:cubicBezTo>
                  <a:lnTo>
                    <a:pt x="4296" y="1701"/>
                  </a:lnTo>
                  <a:cubicBezTo>
                    <a:pt x="4240" y="1738"/>
                    <a:pt x="4212" y="1813"/>
                    <a:pt x="4240" y="1878"/>
                  </a:cubicBezTo>
                  <a:cubicBezTo>
                    <a:pt x="4296" y="2026"/>
                    <a:pt x="4333" y="2174"/>
                    <a:pt x="4351" y="2332"/>
                  </a:cubicBezTo>
                  <a:cubicBezTo>
                    <a:pt x="4351" y="2397"/>
                    <a:pt x="4407" y="2453"/>
                    <a:pt x="4481" y="2462"/>
                  </a:cubicBezTo>
                  <a:lnTo>
                    <a:pt x="4899" y="2536"/>
                  </a:lnTo>
                  <a:cubicBezTo>
                    <a:pt x="4917" y="2536"/>
                    <a:pt x="4936" y="2555"/>
                    <a:pt x="4927" y="2573"/>
                  </a:cubicBezTo>
                  <a:lnTo>
                    <a:pt x="4825" y="3223"/>
                  </a:lnTo>
                  <a:cubicBezTo>
                    <a:pt x="4825" y="3241"/>
                    <a:pt x="4815" y="3251"/>
                    <a:pt x="4806" y="3251"/>
                  </a:cubicBezTo>
                  <a:cubicBezTo>
                    <a:pt x="4797" y="3260"/>
                    <a:pt x="4787" y="3260"/>
                    <a:pt x="4778" y="3260"/>
                  </a:cubicBezTo>
                  <a:lnTo>
                    <a:pt x="4361" y="3195"/>
                  </a:lnTo>
                  <a:cubicBezTo>
                    <a:pt x="4349" y="3192"/>
                    <a:pt x="4338" y="3190"/>
                    <a:pt x="4326" y="3190"/>
                  </a:cubicBezTo>
                  <a:cubicBezTo>
                    <a:pt x="4271" y="3190"/>
                    <a:pt x="4217" y="3225"/>
                    <a:pt x="4194" y="3278"/>
                  </a:cubicBezTo>
                  <a:cubicBezTo>
                    <a:pt x="4129" y="3418"/>
                    <a:pt x="4045" y="3557"/>
                    <a:pt x="3953" y="3677"/>
                  </a:cubicBezTo>
                  <a:cubicBezTo>
                    <a:pt x="3906" y="3733"/>
                    <a:pt x="3906" y="3807"/>
                    <a:pt x="3953" y="3863"/>
                  </a:cubicBezTo>
                  <a:lnTo>
                    <a:pt x="4194" y="4206"/>
                  </a:lnTo>
                  <a:cubicBezTo>
                    <a:pt x="4212" y="4225"/>
                    <a:pt x="4203" y="4252"/>
                    <a:pt x="4184" y="4262"/>
                  </a:cubicBezTo>
                  <a:lnTo>
                    <a:pt x="3656" y="4651"/>
                  </a:lnTo>
                  <a:cubicBezTo>
                    <a:pt x="3648" y="4655"/>
                    <a:pt x="3639" y="4657"/>
                    <a:pt x="3630" y="4657"/>
                  </a:cubicBezTo>
                  <a:cubicBezTo>
                    <a:pt x="3617" y="4657"/>
                    <a:pt x="3605" y="4653"/>
                    <a:pt x="3600" y="4642"/>
                  </a:cubicBezTo>
                  <a:lnTo>
                    <a:pt x="3350" y="4299"/>
                  </a:lnTo>
                  <a:cubicBezTo>
                    <a:pt x="3324" y="4253"/>
                    <a:pt x="3279" y="4231"/>
                    <a:pt x="3233" y="4231"/>
                  </a:cubicBezTo>
                  <a:cubicBezTo>
                    <a:pt x="3213" y="4231"/>
                    <a:pt x="3193" y="4235"/>
                    <a:pt x="3173" y="4243"/>
                  </a:cubicBezTo>
                  <a:cubicBezTo>
                    <a:pt x="3025" y="4299"/>
                    <a:pt x="2876" y="4336"/>
                    <a:pt x="2719" y="4345"/>
                  </a:cubicBezTo>
                  <a:cubicBezTo>
                    <a:pt x="2654" y="4354"/>
                    <a:pt x="2598" y="4410"/>
                    <a:pt x="2580" y="4475"/>
                  </a:cubicBezTo>
                  <a:lnTo>
                    <a:pt x="2515" y="4902"/>
                  </a:lnTo>
                  <a:cubicBezTo>
                    <a:pt x="2515" y="4911"/>
                    <a:pt x="2505" y="4920"/>
                    <a:pt x="2496" y="4920"/>
                  </a:cubicBezTo>
                  <a:cubicBezTo>
                    <a:pt x="2496" y="4930"/>
                    <a:pt x="2478" y="4930"/>
                    <a:pt x="2468" y="4930"/>
                  </a:cubicBezTo>
                  <a:lnTo>
                    <a:pt x="1819" y="4828"/>
                  </a:lnTo>
                  <a:cubicBezTo>
                    <a:pt x="1810" y="4828"/>
                    <a:pt x="1800" y="4818"/>
                    <a:pt x="1800" y="4809"/>
                  </a:cubicBezTo>
                  <a:cubicBezTo>
                    <a:pt x="1791" y="4800"/>
                    <a:pt x="1791" y="4790"/>
                    <a:pt x="1791" y="4781"/>
                  </a:cubicBezTo>
                  <a:lnTo>
                    <a:pt x="1856" y="4364"/>
                  </a:lnTo>
                  <a:cubicBezTo>
                    <a:pt x="1865" y="4290"/>
                    <a:pt x="1828" y="4225"/>
                    <a:pt x="1772" y="4197"/>
                  </a:cubicBezTo>
                  <a:cubicBezTo>
                    <a:pt x="1624" y="4132"/>
                    <a:pt x="1494" y="4048"/>
                    <a:pt x="1374" y="3956"/>
                  </a:cubicBezTo>
                  <a:cubicBezTo>
                    <a:pt x="1346" y="3928"/>
                    <a:pt x="1309" y="3918"/>
                    <a:pt x="1281" y="3918"/>
                  </a:cubicBezTo>
                  <a:cubicBezTo>
                    <a:pt x="1244" y="3918"/>
                    <a:pt x="1216" y="3928"/>
                    <a:pt x="1188" y="3946"/>
                  </a:cubicBezTo>
                  <a:lnTo>
                    <a:pt x="845" y="4197"/>
                  </a:lnTo>
                  <a:cubicBezTo>
                    <a:pt x="836" y="4206"/>
                    <a:pt x="817" y="4206"/>
                    <a:pt x="808" y="4206"/>
                  </a:cubicBezTo>
                  <a:cubicBezTo>
                    <a:pt x="798" y="4206"/>
                    <a:pt x="789" y="4197"/>
                    <a:pt x="789" y="4187"/>
                  </a:cubicBezTo>
                  <a:lnTo>
                    <a:pt x="400" y="3659"/>
                  </a:lnTo>
                  <a:cubicBezTo>
                    <a:pt x="390" y="3649"/>
                    <a:pt x="390" y="3640"/>
                    <a:pt x="390" y="3631"/>
                  </a:cubicBezTo>
                  <a:cubicBezTo>
                    <a:pt x="390" y="3612"/>
                    <a:pt x="400" y="3603"/>
                    <a:pt x="409" y="3603"/>
                  </a:cubicBezTo>
                  <a:lnTo>
                    <a:pt x="752" y="3353"/>
                  </a:lnTo>
                  <a:cubicBezTo>
                    <a:pt x="808" y="3306"/>
                    <a:pt x="836" y="3241"/>
                    <a:pt x="808" y="3176"/>
                  </a:cubicBezTo>
                  <a:cubicBezTo>
                    <a:pt x="752" y="3028"/>
                    <a:pt x="715" y="2879"/>
                    <a:pt x="696" y="2722"/>
                  </a:cubicBezTo>
                  <a:cubicBezTo>
                    <a:pt x="696" y="2657"/>
                    <a:pt x="641" y="2601"/>
                    <a:pt x="567" y="2583"/>
                  </a:cubicBezTo>
                  <a:lnTo>
                    <a:pt x="149" y="2518"/>
                  </a:lnTo>
                  <a:cubicBezTo>
                    <a:pt x="140" y="2518"/>
                    <a:pt x="131" y="2508"/>
                    <a:pt x="121" y="2499"/>
                  </a:cubicBezTo>
                  <a:cubicBezTo>
                    <a:pt x="121" y="2490"/>
                    <a:pt x="121" y="2481"/>
                    <a:pt x="121" y="2471"/>
                  </a:cubicBezTo>
                  <a:lnTo>
                    <a:pt x="223" y="1822"/>
                  </a:lnTo>
                  <a:cubicBezTo>
                    <a:pt x="223" y="1813"/>
                    <a:pt x="233" y="1803"/>
                    <a:pt x="242" y="1794"/>
                  </a:cubicBezTo>
                  <a:lnTo>
                    <a:pt x="270" y="1794"/>
                  </a:lnTo>
                  <a:lnTo>
                    <a:pt x="687" y="1859"/>
                  </a:lnTo>
                  <a:cubicBezTo>
                    <a:pt x="694" y="1860"/>
                    <a:pt x="700" y="1860"/>
                    <a:pt x="707" y="1860"/>
                  </a:cubicBezTo>
                  <a:cubicBezTo>
                    <a:pt x="767" y="1860"/>
                    <a:pt x="829" y="1825"/>
                    <a:pt x="854" y="1766"/>
                  </a:cubicBezTo>
                  <a:cubicBezTo>
                    <a:pt x="919" y="1627"/>
                    <a:pt x="1003" y="1497"/>
                    <a:pt x="1095" y="1377"/>
                  </a:cubicBezTo>
                  <a:cubicBezTo>
                    <a:pt x="1142" y="1321"/>
                    <a:pt x="1142" y="1247"/>
                    <a:pt x="1105" y="1191"/>
                  </a:cubicBezTo>
                  <a:lnTo>
                    <a:pt x="854" y="839"/>
                  </a:lnTo>
                  <a:cubicBezTo>
                    <a:pt x="836" y="820"/>
                    <a:pt x="845" y="801"/>
                    <a:pt x="863" y="783"/>
                  </a:cubicBezTo>
                  <a:lnTo>
                    <a:pt x="1392" y="403"/>
                  </a:lnTo>
                  <a:cubicBezTo>
                    <a:pt x="1399" y="396"/>
                    <a:pt x="1408" y="392"/>
                    <a:pt x="1416" y="392"/>
                  </a:cubicBezTo>
                  <a:cubicBezTo>
                    <a:pt x="1429" y="392"/>
                    <a:pt x="1442" y="400"/>
                    <a:pt x="1448" y="412"/>
                  </a:cubicBezTo>
                  <a:lnTo>
                    <a:pt x="1698" y="755"/>
                  </a:lnTo>
                  <a:cubicBezTo>
                    <a:pt x="1733" y="797"/>
                    <a:pt x="1778" y="818"/>
                    <a:pt x="1826" y="818"/>
                  </a:cubicBezTo>
                  <a:cubicBezTo>
                    <a:pt x="1842" y="818"/>
                    <a:pt x="1858" y="815"/>
                    <a:pt x="1875" y="811"/>
                  </a:cubicBezTo>
                  <a:cubicBezTo>
                    <a:pt x="2023" y="755"/>
                    <a:pt x="2171" y="718"/>
                    <a:pt x="2329" y="699"/>
                  </a:cubicBezTo>
                  <a:cubicBezTo>
                    <a:pt x="2394" y="690"/>
                    <a:pt x="2450" y="644"/>
                    <a:pt x="2468" y="570"/>
                  </a:cubicBezTo>
                  <a:lnTo>
                    <a:pt x="2533" y="152"/>
                  </a:lnTo>
                  <a:cubicBezTo>
                    <a:pt x="2533" y="134"/>
                    <a:pt x="2561" y="115"/>
                    <a:pt x="2580" y="115"/>
                  </a:cubicBezTo>
                  <a:close/>
                  <a:moveTo>
                    <a:pt x="2565" y="0"/>
                  </a:moveTo>
                  <a:cubicBezTo>
                    <a:pt x="2533" y="0"/>
                    <a:pt x="2505" y="11"/>
                    <a:pt x="2478" y="32"/>
                  </a:cubicBezTo>
                  <a:cubicBezTo>
                    <a:pt x="2440" y="50"/>
                    <a:pt x="2422" y="87"/>
                    <a:pt x="2413" y="134"/>
                  </a:cubicBezTo>
                  <a:lnTo>
                    <a:pt x="2348" y="551"/>
                  </a:lnTo>
                  <a:cubicBezTo>
                    <a:pt x="2348" y="570"/>
                    <a:pt x="2329" y="579"/>
                    <a:pt x="2311" y="579"/>
                  </a:cubicBezTo>
                  <a:cubicBezTo>
                    <a:pt x="2153" y="597"/>
                    <a:pt x="1986" y="644"/>
                    <a:pt x="1837" y="699"/>
                  </a:cubicBezTo>
                  <a:cubicBezTo>
                    <a:pt x="1819" y="699"/>
                    <a:pt x="1800" y="699"/>
                    <a:pt x="1791" y="681"/>
                  </a:cubicBezTo>
                  <a:lnTo>
                    <a:pt x="1541" y="338"/>
                  </a:lnTo>
                  <a:cubicBezTo>
                    <a:pt x="1512" y="297"/>
                    <a:pt x="1461" y="275"/>
                    <a:pt x="1412" y="275"/>
                  </a:cubicBezTo>
                  <a:cubicBezTo>
                    <a:pt x="1382" y="275"/>
                    <a:pt x="1352" y="283"/>
                    <a:pt x="1327" y="301"/>
                  </a:cubicBezTo>
                  <a:lnTo>
                    <a:pt x="789" y="690"/>
                  </a:lnTo>
                  <a:cubicBezTo>
                    <a:pt x="724" y="737"/>
                    <a:pt x="706" y="839"/>
                    <a:pt x="752" y="904"/>
                  </a:cubicBezTo>
                  <a:lnTo>
                    <a:pt x="1003" y="1256"/>
                  </a:lnTo>
                  <a:cubicBezTo>
                    <a:pt x="1021" y="1265"/>
                    <a:pt x="1021" y="1284"/>
                    <a:pt x="1003" y="1302"/>
                  </a:cubicBezTo>
                  <a:cubicBezTo>
                    <a:pt x="900" y="1423"/>
                    <a:pt x="817" y="1571"/>
                    <a:pt x="743" y="1720"/>
                  </a:cubicBezTo>
                  <a:cubicBezTo>
                    <a:pt x="743" y="1729"/>
                    <a:pt x="724" y="1738"/>
                    <a:pt x="706" y="1738"/>
                  </a:cubicBezTo>
                  <a:lnTo>
                    <a:pt x="288" y="1673"/>
                  </a:lnTo>
                  <a:cubicBezTo>
                    <a:pt x="277" y="1671"/>
                    <a:pt x="266" y="1670"/>
                    <a:pt x="255" y="1670"/>
                  </a:cubicBezTo>
                  <a:cubicBezTo>
                    <a:pt x="223" y="1670"/>
                    <a:pt x="195" y="1680"/>
                    <a:pt x="168" y="1701"/>
                  </a:cubicBezTo>
                  <a:cubicBezTo>
                    <a:pt x="140" y="1720"/>
                    <a:pt x="112" y="1757"/>
                    <a:pt x="103" y="1803"/>
                  </a:cubicBezTo>
                  <a:lnTo>
                    <a:pt x="1" y="2453"/>
                  </a:lnTo>
                  <a:cubicBezTo>
                    <a:pt x="1" y="2490"/>
                    <a:pt x="10" y="2536"/>
                    <a:pt x="28" y="2564"/>
                  </a:cubicBezTo>
                  <a:cubicBezTo>
                    <a:pt x="56" y="2601"/>
                    <a:pt x="93" y="2620"/>
                    <a:pt x="131" y="2629"/>
                  </a:cubicBezTo>
                  <a:lnTo>
                    <a:pt x="548" y="2694"/>
                  </a:lnTo>
                  <a:cubicBezTo>
                    <a:pt x="567" y="2703"/>
                    <a:pt x="585" y="2712"/>
                    <a:pt x="585" y="2731"/>
                  </a:cubicBezTo>
                  <a:cubicBezTo>
                    <a:pt x="604" y="2898"/>
                    <a:pt x="641" y="3056"/>
                    <a:pt x="696" y="3213"/>
                  </a:cubicBezTo>
                  <a:cubicBezTo>
                    <a:pt x="706" y="3223"/>
                    <a:pt x="696" y="3241"/>
                    <a:pt x="687" y="3251"/>
                  </a:cubicBezTo>
                  <a:lnTo>
                    <a:pt x="344" y="3501"/>
                  </a:lnTo>
                  <a:cubicBezTo>
                    <a:pt x="307" y="3529"/>
                    <a:pt x="288" y="3566"/>
                    <a:pt x="279" y="3603"/>
                  </a:cubicBezTo>
                  <a:cubicBezTo>
                    <a:pt x="270" y="3649"/>
                    <a:pt x="279" y="3687"/>
                    <a:pt x="307" y="3724"/>
                  </a:cubicBezTo>
                  <a:lnTo>
                    <a:pt x="696" y="4252"/>
                  </a:lnTo>
                  <a:cubicBezTo>
                    <a:pt x="715" y="4290"/>
                    <a:pt x="752" y="4308"/>
                    <a:pt x="798" y="4317"/>
                  </a:cubicBezTo>
                  <a:cubicBezTo>
                    <a:pt x="808" y="4320"/>
                    <a:pt x="817" y="4321"/>
                    <a:pt x="826" y="4321"/>
                  </a:cubicBezTo>
                  <a:cubicBezTo>
                    <a:pt x="854" y="4321"/>
                    <a:pt x="882" y="4310"/>
                    <a:pt x="910" y="4290"/>
                  </a:cubicBezTo>
                  <a:lnTo>
                    <a:pt x="1253" y="4039"/>
                  </a:lnTo>
                  <a:cubicBezTo>
                    <a:pt x="1262" y="4034"/>
                    <a:pt x="1272" y="4032"/>
                    <a:pt x="1280" y="4032"/>
                  </a:cubicBezTo>
                  <a:cubicBezTo>
                    <a:pt x="1288" y="4032"/>
                    <a:pt x="1295" y="4034"/>
                    <a:pt x="1299" y="4039"/>
                  </a:cubicBezTo>
                  <a:cubicBezTo>
                    <a:pt x="1429" y="4141"/>
                    <a:pt x="1568" y="4234"/>
                    <a:pt x="1726" y="4299"/>
                  </a:cubicBezTo>
                  <a:cubicBezTo>
                    <a:pt x="1735" y="4308"/>
                    <a:pt x="1745" y="4327"/>
                    <a:pt x="1745" y="4345"/>
                  </a:cubicBezTo>
                  <a:lnTo>
                    <a:pt x="1670" y="4763"/>
                  </a:lnTo>
                  <a:cubicBezTo>
                    <a:pt x="1670" y="4800"/>
                    <a:pt x="1680" y="4846"/>
                    <a:pt x="1698" y="4874"/>
                  </a:cubicBezTo>
                  <a:cubicBezTo>
                    <a:pt x="1726" y="4911"/>
                    <a:pt x="1763" y="4930"/>
                    <a:pt x="1800" y="4939"/>
                  </a:cubicBezTo>
                  <a:lnTo>
                    <a:pt x="2450" y="5041"/>
                  </a:lnTo>
                  <a:cubicBezTo>
                    <a:pt x="2459" y="5041"/>
                    <a:pt x="2468" y="5050"/>
                    <a:pt x="2478" y="5050"/>
                  </a:cubicBezTo>
                  <a:cubicBezTo>
                    <a:pt x="2515" y="5050"/>
                    <a:pt x="2542" y="5041"/>
                    <a:pt x="2570" y="5013"/>
                  </a:cubicBezTo>
                  <a:cubicBezTo>
                    <a:pt x="2598" y="4995"/>
                    <a:pt x="2626" y="4957"/>
                    <a:pt x="2635" y="4911"/>
                  </a:cubicBezTo>
                  <a:lnTo>
                    <a:pt x="2700" y="4494"/>
                  </a:lnTo>
                  <a:cubicBezTo>
                    <a:pt x="2700" y="4475"/>
                    <a:pt x="2719" y="4466"/>
                    <a:pt x="2728" y="4466"/>
                  </a:cubicBezTo>
                  <a:cubicBezTo>
                    <a:pt x="2895" y="4447"/>
                    <a:pt x="3062" y="4401"/>
                    <a:pt x="3210" y="4345"/>
                  </a:cubicBezTo>
                  <a:cubicBezTo>
                    <a:pt x="3229" y="4345"/>
                    <a:pt x="3247" y="4345"/>
                    <a:pt x="3257" y="4364"/>
                  </a:cubicBezTo>
                  <a:lnTo>
                    <a:pt x="3507" y="4707"/>
                  </a:lnTo>
                  <a:cubicBezTo>
                    <a:pt x="3536" y="4747"/>
                    <a:pt x="3587" y="4770"/>
                    <a:pt x="3636" y="4770"/>
                  </a:cubicBezTo>
                  <a:cubicBezTo>
                    <a:pt x="3666" y="4770"/>
                    <a:pt x="3696" y="4762"/>
                    <a:pt x="3721" y="4744"/>
                  </a:cubicBezTo>
                  <a:lnTo>
                    <a:pt x="4259" y="4354"/>
                  </a:lnTo>
                  <a:cubicBezTo>
                    <a:pt x="4324" y="4299"/>
                    <a:pt x="4342" y="4206"/>
                    <a:pt x="4286" y="4132"/>
                  </a:cubicBezTo>
                  <a:lnTo>
                    <a:pt x="4036" y="3789"/>
                  </a:lnTo>
                  <a:cubicBezTo>
                    <a:pt x="4027" y="3779"/>
                    <a:pt x="4027" y="3761"/>
                    <a:pt x="4036" y="3742"/>
                  </a:cubicBezTo>
                  <a:cubicBezTo>
                    <a:pt x="4147" y="3622"/>
                    <a:pt x="4231" y="3473"/>
                    <a:pt x="4296" y="3325"/>
                  </a:cubicBezTo>
                  <a:cubicBezTo>
                    <a:pt x="4303" y="3311"/>
                    <a:pt x="4314" y="3303"/>
                    <a:pt x="4327" y="3303"/>
                  </a:cubicBezTo>
                  <a:cubicBezTo>
                    <a:pt x="4332" y="3303"/>
                    <a:pt x="4337" y="3304"/>
                    <a:pt x="4342" y="3306"/>
                  </a:cubicBezTo>
                  <a:lnTo>
                    <a:pt x="4760" y="3371"/>
                  </a:lnTo>
                  <a:cubicBezTo>
                    <a:pt x="4771" y="3373"/>
                    <a:pt x="4782" y="3375"/>
                    <a:pt x="4793" y="3375"/>
                  </a:cubicBezTo>
                  <a:cubicBezTo>
                    <a:pt x="4825" y="3375"/>
                    <a:pt x="4852" y="3364"/>
                    <a:pt x="4880" y="3343"/>
                  </a:cubicBezTo>
                  <a:cubicBezTo>
                    <a:pt x="4908" y="3315"/>
                    <a:pt x="4936" y="3278"/>
                    <a:pt x="4936" y="3241"/>
                  </a:cubicBezTo>
                  <a:lnTo>
                    <a:pt x="5047" y="2592"/>
                  </a:lnTo>
                  <a:cubicBezTo>
                    <a:pt x="5056" y="2508"/>
                    <a:pt x="5001" y="2425"/>
                    <a:pt x="4917" y="2416"/>
                  </a:cubicBezTo>
                  <a:lnTo>
                    <a:pt x="4491" y="2351"/>
                  </a:lnTo>
                  <a:cubicBezTo>
                    <a:pt x="4481" y="2341"/>
                    <a:pt x="4463" y="2332"/>
                    <a:pt x="4463" y="2314"/>
                  </a:cubicBezTo>
                  <a:cubicBezTo>
                    <a:pt x="4444" y="2147"/>
                    <a:pt x="4407" y="1989"/>
                    <a:pt x="4351" y="1831"/>
                  </a:cubicBezTo>
                  <a:cubicBezTo>
                    <a:pt x="4342" y="1822"/>
                    <a:pt x="4351" y="1803"/>
                    <a:pt x="4361" y="1794"/>
                  </a:cubicBezTo>
                  <a:lnTo>
                    <a:pt x="4704" y="1544"/>
                  </a:lnTo>
                  <a:cubicBezTo>
                    <a:pt x="4741" y="1516"/>
                    <a:pt x="4760" y="1479"/>
                    <a:pt x="4769" y="1442"/>
                  </a:cubicBezTo>
                  <a:cubicBezTo>
                    <a:pt x="4778" y="1395"/>
                    <a:pt x="4769" y="1358"/>
                    <a:pt x="4741" y="1321"/>
                  </a:cubicBezTo>
                  <a:lnTo>
                    <a:pt x="4351" y="792"/>
                  </a:lnTo>
                  <a:cubicBezTo>
                    <a:pt x="4333" y="755"/>
                    <a:pt x="4296" y="737"/>
                    <a:pt x="4249" y="727"/>
                  </a:cubicBezTo>
                  <a:cubicBezTo>
                    <a:pt x="4240" y="725"/>
                    <a:pt x="4230" y="724"/>
                    <a:pt x="4220" y="724"/>
                  </a:cubicBezTo>
                  <a:cubicBezTo>
                    <a:pt x="4190" y="724"/>
                    <a:pt x="4159" y="734"/>
                    <a:pt x="4138" y="755"/>
                  </a:cubicBezTo>
                  <a:lnTo>
                    <a:pt x="3795" y="1006"/>
                  </a:lnTo>
                  <a:cubicBezTo>
                    <a:pt x="3786" y="1010"/>
                    <a:pt x="3776" y="1013"/>
                    <a:pt x="3768" y="1013"/>
                  </a:cubicBezTo>
                  <a:cubicBezTo>
                    <a:pt x="3760" y="1013"/>
                    <a:pt x="3753" y="1010"/>
                    <a:pt x="3748" y="1006"/>
                  </a:cubicBezTo>
                  <a:cubicBezTo>
                    <a:pt x="3619" y="904"/>
                    <a:pt x="3479" y="811"/>
                    <a:pt x="3322" y="746"/>
                  </a:cubicBezTo>
                  <a:cubicBezTo>
                    <a:pt x="3312" y="737"/>
                    <a:pt x="3303" y="718"/>
                    <a:pt x="3303" y="709"/>
                  </a:cubicBezTo>
                  <a:lnTo>
                    <a:pt x="3368" y="282"/>
                  </a:lnTo>
                  <a:cubicBezTo>
                    <a:pt x="3387" y="199"/>
                    <a:pt x="3331" y="124"/>
                    <a:pt x="3247" y="106"/>
                  </a:cubicBezTo>
                  <a:lnTo>
                    <a:pt x="2598" y="4"/>
                  </a:lnTo>
                  <a:cubicBezTo>
                    <a:pt x="2587" y="1"/>
                    <a:pt x="2576" y="0"/>
                    <a:pt x="2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3">
              <a:extLst>
                <a:ext uri="{FF2B5EF4-FFF2-40B4-BE49-F238E27FC236}">
                  <a16:creationId xmlns:a16="http://schemas.microsoft.com/office/drawing/2014/main" id="{A2D1A916-51BF-0325-11A8-7A861283EA99}"/>
                </a:ext>
              </a:extLst>
            </p:cNvPr>
            <p:cNvSpPr/>
            <p:nvPr/>
          </p:nvSpPr>
          <p:spPr>
            <a:xfrm>
              <a:off x="2058200" y="2676025"/>
              <a:ext cx="27400" cy="28550"/>
            </a:xfrm>
            <a:custGeom>
              <a:avLst/>
              <a:gdLst/>
              <a:ahLst/>
              <a:cxnLst/>
              <a:rect l="l" t="t" r="r" b="b"/>
              <a:pathLst>
                <a:path w="1096" h="1142" extrusionOk="0">
                  <a:moveTo>
                    <a:pt x="956" y="0"/>
                  </a:moveTo>
                  <a:cubicBezTo>
                    <a:pt x="937" y="0"/>
                    <a:pt x="910" y="9"/>
                    <a:pt x="891" y="19"/>
                  </a:cubicBezTo>
                  <a:lnTo>
                    <a:pt x="75" y="445"/>
                  </a:lnTo>
                  <a:cubicBezTo>
                    <a:pt x="28" y="473"/>
                    <a:pt x="0" y="520"/>
                    <a:pt x="0" y="566"/>
                  </a:cubicBezTo>
                  <a:cubicBezTo>
                    <a:pt x="0" y="612"/>
                    <a:pt x="38" y="659"/>
                    <a:pt x="75" y="687"/>
                  </a:cubicBezTo>
                  <a:lnTo>
                    <a:pt x="84" y="687"/>
                  </a:lnTo>
                  <a:lnTo>
                    <a:pt x="891" y="1132"/>
                  </a:lnTo>
                  <a:cubicBezTo>
                    <a:pt x="910" y="1141"/>
                    <a:pt x="937" y="1141"/>
                    <a:pt x="956" y="1141"/>
                  </a:cubicBezTo>
                  <a:cubicBezTo>
                    <a:pt x="1030" y="1141"/>
                    <a:pt x="1086" y="1085"/>
                    <a:pt x="1086" y="1011"/>
                  </a:cubicBezTo>
                  <a:cubicBezTo>
                    <a:pt x="1086" y="956"/>
                    <a:pt x="1067" y="909"/>
                    <a:pt x="1021" y="891"/>
                  </a:cubicBezTo>
                  <a:lnTo>
                    <a:pt x="427" y="566"/>
                  </a:lnTo>
                  <a:lnTo>
                    <a:pt x="1021" y="260"/>
                  </a:lnTo>
                  <a:cubicBezTo>
                    <a:pt x="1067" y="232"/>
                    <a:pt x="1095" y="186"/>
                    <a:pt x="1095" y="139"/>
                  </a:cubicBezTo>
                  <a:cubicBezTo>
                    <a:pt x="1095" y="65"/>
                    <a:pt x="1030" y="0"/>
                    <a:pt x="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3">
              <a:extLst>
                <a:ext uri="{FF2B5EF4-FFF2-40B4-BE49-F238E27FC236}">
                  <a16:creationId xmlns:a16="http://schemas.microsoft.com/office/drawing/2014/main" id="{83FE10A3-2E38-8E20-A991-1A92B0659F3F}"/>
                </a:ext>
              </a:extLst>
            </p:cNvPr>
            <p:cNvSpPr/>
            <p:nvPr/>
          </p:nvSpPr>
          <p:spPr>
            <a:xfrm>
              <a:off x="2088825" y="2662325"/>
              <a:ext cx="22975" cy="53375"/>
            </a:xfrm>
            <a:custGeom>
              <a:avLst/>
              <a:gdLst/>
              <a:ahLst/>
              <a:cxnLst/>
              <a:rect l="l" t="t" r="r" b="b"/>
              <a:pathLst>
                <a:path w="919" h="2135" extrusionOk="0">
                  <a:moveTo>
                    <a:pt x="751" y="1"/>
                  </a:moveTo>
                  <a:cubicBezTo>
                    <a:pt x="677" y="1"/>
                    <a:pt x="612" y="47"/>
                    <a:pt x="584" y="121"/>
                  </a:cubicBezTo>
                  <a:lnTo>
                    <a:pt x="9" y="1921"/>
                  </a:lnTo>
                  <a:cubicBezTo>
                    <a:pt x="0" y="1930"/>
                    <a:pt x="0" y="1949"/>
                    <a:pt x="0" y="1967"/>
                  </a:cubicBezTo>
                  <a:cubicBezTo>
                    <a:pt x="0" y="2042"/>
                    <a:pt x="46" y="2107"/>
                    <a:pt x="121" y="2134"/>
                  </a:cubicBezTo>
                  <a:lnTo>
                    <a:pt x="167" y="2134"/>
                  </a:lnTo>
                  <a:cubicBezTo>
                    <a:pt x="241" y="2134"/>
                    <a:pt x="306" y="2088"/>
                    <a:pt x="325" y="2023"/>
                  </a:cubicBezTo>
                  <a:lnTo>
                    <a:pt x="909" y="242"/>
                  </a:lnTo>
                  <a:cubicBezTo>
                    <a:pt x="909" y="223"/>
                    <a:pt x="918" y="205"/>
                    <a:pt x="918" y="186"/>
                  </a:cubicBezTo>
                  <a:cubicBezTo>
                    <a:pt x="918" y="84"/>
                    <a:pt x="844" y="1"/>
                    <a:pt x="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3">
              <a:extLst>
                <a:ext uri="{FF2B5EF4-FFF2-40B4-BE49-F238E27FC236}">
                  <a16:creationId xmlns:a16="http://schemas.microsoft.com/office/drawing/2014/main" id="{7BBFCA8C-04F3-B8E9-264A-6B2AF17FD100}"/>
                </a:ext>
              </a:extLst>
            </p:cNvPr>
            <p:cNvSpPr/>
            <p:nvPr/>
          </p:nvSpPr>
          <p:spPr>
            <a:xfrm>
              <a:off x="2114100" y="2676025"/>
              <a:ext cx="27150" cy="28550"/>
            </a:xfrm>
            <a:custGeom>
              <a:avLst/>
              <a:gdLst/>
              <a:ahLst/>
              <a:cxnLst/>
              <a:rect l="l" t="t" r="r" b="b"/>
              <a:pathLst>
                <a:path w="1086" h="1142" extrusionOk="0">
                  <a:moveTo>
                    <a:pt x="130" y="0"/>
                  </a:moveTo>
                  <a:cubicBezTo>
                    <a:pt x="56" y="0"/>
                    <a:pt x="0" y="65"/>
                    <a:pt x="0" y="139"/>
                  </a:cubicBezTo>
                  <a:cubicBezTo>
                    <a:pt x="0" y="186"/>
                    <a:pt x="19" y="232"/>
                    <a:pt x="65" y="260"/>
                  </a:cubicBezTo>
                  <a:lnTo>
                    <a:pt x="659" y="566"/>
                  </a:lnTo>
                  <a:lnTo>
                    <a:pt x="74" y="891"/>
                  </a:lnTo>
                  <a:cubicBezTo>
                    <a:pt x="28" y="909"/>
                    <a:pt x="0" y="956"/>
                    <a:pt x="0" y="1011"/>
                  </a:cubicBezTo>
                  <a:cubicBezTo>
                    <a:pt x="0" y="1076"/>
                    <a:pt x="56" y="1141"/>
                    <a:pt x="130" y="1141"/>
                  </a:cubicBezTo>
                  <a:cubicBezTo>
                    <a:pt x="158" y="1141"/>
                    <a:pt x="176" y="1141"/>
                    <a:pt x="195" y="1132"/>
                  </a:cubicBezTo>
                  <a:lnTo>
                    <a:pt x="1002" y="687"/>
                  </a:lnTo>
                  <a:lnTo>
                    <a:pt x="1011" y="687"/>
                  </a:lnTo>
                  <a:cubicBezTo>
                    <a:pt x="1058" y="659"/>
                    <a:pt x="1086" y="612"/>
                    <a:pt x="1086" y="566"/>
                  </a:cubicBezTo>
                  <a:cubicBezTo>
                    <a:pt x="1086" y="520"/>
                    <a:pt x="1058" y="473"/>
                    <a:pt x="1011" y="445"/>
                  </a:cubicBezTo>
                  <a:lnTo>
                    <a:pt x="195" y="19"/>
                  </a:lnTo>
                  <a:cubicBezTo>
                    <a:pt x="176" y="9"/>
                    <a:pt x="158"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3">
              <a:extLst>
                <a:ext uri="{FF2B5EF4-FFF2-40B4-BE49-F238E27FC236}">
                  <a16:creationId xmlns:a16="http://schemas.microsoft.com/office/drawing/2014/main" id="{520E67F1-8156-F88F-D353-68CD02262726}"/>
                </a:ext>
              </a:extLst>
            </p:cNvPr>
            <p:cNvSpPr/>
            <p:nvPr/>
          </p:nvSpPr>
          <p:spPr>
            <a:xfrm>
              <a:off x="2002300" y="2589050"/>
              <a:ext cx="99050" cy="81425"/>
            </a:xfrm>
            <a:custGeom>
              <a:avLst/>
              <a:gdLst/>
              <a:ahLst/>
              <a:cxnLst/>
              <a:rect l="l" t="t" r="r" b="b"/>
              <a:pathLst>
                <a:path w="3962" h="3257" extrusionOk="0">
                  <a:moveTo>
                    <a:pt x="3906" y="0"/>
                  </a:moveTo>
                  <a:cubicBezTo>
                    <a:pt x="3535" y="0"/>
                    <a:pt x="3164" y="56"/>
                    <a:pt x="2802" y="158"/>
                  </a:cubicBezTo>
                  <a:cubicBezTo>
                    <a:pt x="1402" y="557"/>
                    <a:pt x="307" y="1744"/>
                    <a:pt x="1" y="3182"/>
                  </a:cubicBezTo>
                  <a:cubicBezTo>
                    <a:pt x="1" y="3219"/>
                    <a:pt x="19" y="3247"/>
                    <a:pt x="47" y="3256"/>
                  </a:cubicBezTo>
                  <a:lnTo>
                    <a:pt x="66" y="3256"/>
                  </a:lnTo>
                  <a:cubicBezTo>
                    <a:pt x="94" y="3256"/>
                    <a:pt x="112" y="3238"/>
                    <a:pt x="121" y="3210"/>
                  </a:cubicBezTo>
                  <a:cubicBezTo>
                    <a:pt x="409" y="1809"/>
                    <a:pt x="1476" y="659"/>
                    <a:pt x="2830" y="269"/>
                  </a:cubicBezTo>
                  <a:cubicBezTo>
                    <a:pt x="3183" y="167"/>
                    <a:pt x="3545" y="112"/>
                    <a:pt x="3906" y="112"/>
                  </a:cubicBezTo>
                  <a:cubicBezTo>
                    <a:pt x="3943" y="112"/>
                    <a:pt x="3962" y="93"/>
                    <a:pt x="3962" y="56"/>
                  </a:cubicBezTo>
                  <a:cubicBezTo>
                    <a:pt x="3962" y="28"/>
                    <a:pt x="3943" y="0"/>
                    <a:pt x="3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3">
              <a:extLst>
                <a:ext uri="{FF2B5EF4-FFF2-40B4-BE49-F238E27FC236}">
                  <a16:creationId xmlns:a16="http://schemas.microsoft.com/office/drawing/2014/main" id="{6EC5E7CB-65E4-08B8-E3F1-7E55D562C6A1}"/>
                </a:ext>
              </a:extLst>
            </p:cNvPr>
            <p:cNvSpPr/>
            <p:nvPr/>
          </p:nvSpPr>
          <p:spPr>
            <a:xfrm>
              <a:off x="2000925" y="2593400"/>
              <a:ext cx="203875" cy="194875"/>
            </a:xfrm>
            <a:custGeom>
              <a:avLst/>
              <a:gdLst/>
              <a:ahLst/>
              <a:cxnLst/>
              <a:rect l="l" t="t" r="r" b="b"/>
              <a:pathLst>
                <a:path w="8155" h="7795" extrusionOk="0">
                  <a:moveTo>
                    <a:pt x="5133" y="0"/>
                  </a:moveTo>
                  <a:cubicBezTo>
                    <a:pt x="5109" y="0"/>
                    <a:pt x="5082" y="17"/>
                    <a:pt x="5075" y="40"/>
                  </a:cubicBezTo>
                  <a:cubicBezTo>
                    <a:pt x="5065" y="77"/>
                    <a:pt x="5084" y="105"/>
                    <a:pt x="5112" y="114"/>
                  </a:cubicBezTo>
                  <a:cubicBezTo>
                    <a:pt x="6568" y="568"/>
                    <a:pt x="7626" y="1839"/>
                    <a:pt x="7802" y="3351"/>
                  </a:cubicBezTo>
                  <a:cubicBezTo>
                    <a:pt x="8034" y="5216"/>
                    <a:pt x="6846" y="7006"/>
                    <a:pt x="5037" y="7526"/>
                  </a:cubicBezTo>
                  <a:cubicBezTo>
                    <a:pt x="4682" y="7628"/>
                    <a:pt x="4319" y="7679"/>
                    <a:pt x="3958" y="7679"/>
                  </a:cubicBezTo>
                  <a:cubicBezTo>
                    <a:pt x="3207" y="7679"/>
                    <a:pt x="2467" y="7460"/>
                    <a:pt x="1828" y="7034"/>
                  </a:cubicBezTo>
                  <a:cubicBezTo>
                    <a:pt x="881" y="6413"/>
                    <a:pt x="260" y="5402"/>
                    <a:pt x="121" y="4270"/>
                  </a:cubicBezTo>
                  <a:cubicBezTo>
                    <a:pt x="121" y="4233"/>
                    <a:pt x="93" y="4214"/>
                    <a:pt x="56" y="4214"/>
                  </a:cubicBezTo>
                  <a:cubicBezTo>
                    <a:pt x="28" y="4223"/>
                    <a:pt x="0" y="4251"/>
                    <a:pt x="9" y="4279"/>
                  </a:cubicBezTo>
                  <a:cubicBezTo>
                    <a:pt x="149" y="5448"/>
                    <a:pt x="789" y="6487"/>
                    <a:pt x="1763" y="7136"/>
                  </a:cubicBezTo>
                  <a:cubicBezTo>
                    <a:pt x="2421" y="7572"/>
                    <a:pt x="3182" y="7795"/>
                    <a:pt x="3961" y="7795"/>
                  </a:cubicBezTo>
                  <a:cubicBezTo>
                    <a:pt x="4332" y="7795"/>
                    <a:pt x="4703" y="7739"/>
                    <a:pt x="5075" y="7637"/>
                  </a:cubicBezTo>
                  <a:cubicBezTo>
                    <a:pt x="6930" y="7108"/>
                    <a:pt x="8154" y="5253"/>
                    <a:pt x="7922" y="3333"/>
                  </a:cubicBezTo>
                  <a:cubicBezTo>
                    <a:pt x="7728" y="1774"/>
                    <a:pt x="6642" y="476"/>
                    <a:pt x="5149" y="3"/>
                  </a:cubicBezTo>
                  <a:cubicBezTo>
                    <a:pt x="5144" y="1"/>
                    <a:pt x="5139" y="0"/>
                    <a:pt x="51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3">
              <a:extLst>
                <a:ext uri="{FF2B5EF4-FFF2-40B4-BE49-F238E27FC236}">
                  <a16:creationId xmlns:a16="http://schemas.microsoft.com/office/drawing/2014/main" id="{EC48D4B4-E9A9-203A-3720-2EE6EAE2EF4A}"/>
                </a:ext>
              </a:extLst>
            </p:cNvPr>
            <p:cNvSpPr/>
            <p:nvPr/>
          </p:nvSpPr>
          <p:spPr>
            <a:xfrm>
              <a:off x="2012975" y="2606000"/>
              <a:ext cx="173975" cy="165350"/>
            </a:xfrm>
            <a:custGeom>
              <a:avLst/>
              <a:gdLst/>
              <a:ahLst/>
              <a:cxnLst/>
              <a:rect l="l" t="t" r="r" b="b"/>
              <a:pathLst>
                <a:path w="6959" h="6614" extrusionOk="0">
                  <a:moveTo>
                    <a:pt x="3479" y="83"/>
                  </a:moveTo>
                  <a:cubicBezTo>
                    <a:pt x="4110" y="83"/>
                    <a:pt x="4732" y="269"/>
                    <a:pt x="5260" y="621"/>
                  </a:cubicBezTo>
                  <a:cubicBezTo>
                    <a:pt x="6049" y="1141"/>
                    <a:pt x="6559" y="1985"/>
                    <a:pt x="6680" y="2922"/>
                  </a:cubicBezTo>
                  <a:cubicBezTo>
                    <a:pt x="6865" y="4480"/>
                    <a:pt x="5882" y="5974"/>
                    <a:pt x="4379" y="6400"/>
                  </a:cubicBezTo>
                  <a:cubicBezTo>
                    <a:pt x="4083" y="6484"/>
                    <a:pt x="3780" y="6526"/>
                    <a:pt x="3480" y="6526"/>
                  </a:cubicBezTo>
                  <a:cubicBezTo>
                    <a:pt x="2851" y="6526"/>
                    <a:pt x="2232" y="6344"/>
                    <a:pt x="1698" y="5992"/>
                  </a:cubicBezTo>
                  <a:cubicBezTo>
                    <a:pt x="919" y="5473"/>
                    <a:pt x="399" y="4629"/>
                    <a:pt x="279" y="3692"/>
                  </a:cubicBezTo>
                  <a:cubicBezTo>
                    <a:pt x="93" y="2133"/>
                    <a:pt x="1086" y="640"/>
                    <a:pt x="2589" y="213"/>
                  </a:cubicBezTo>
                  <a:cubicBezTo>
                    <a:pt x="2886" y="129"/>
                    <a:pt x="3182" y="83"/>
                    <a:pt x="3479" y="83"/>
                  </a:cubicBezTo>
                  <a:close/>
                  <a:moveTo>
                    <a:pt x="3477" y="0"/>
                  </a:moveTo>
                  <a:cubicBezTo>
                    <a:pt x="3171" y="0"/>
                    <a:pt x="2863" y="43"/>
                    <a:pt x="2561" y="129"/>
                  </a:cubicBezTo>
                  <a:cubicBezTo>
                    <a:pt x="1021" y="575"/>
                    <a:pt x="1" y="2105"/>
                    <a:pt x="195" y="3701"/>
                  </a:cubicBezTo>
                  <a:cubicBezTo>
                    <a:pt x="316" y="4666"/>
                    <a:pt x="845" y="5528"/>
                    <a:pt x="1652" y="6066"/>
                  </a:cubicBezTo>
                  <a:cubicBezTo>
                    <a:pt x="2199" y="6428"/>
                    <a:pt x="2839" y="6614"/>
                    <a:pt x="3479" y="6614"/>
                  </a:cubicBezTo>
                  <a:cubicBezTo>
                    <a:pt x="3785" y="6614"/>
                    <a:pt x="4101" y="6567"/>
                    <a:pt x="4398" y="6484"/>
                  </a:cubicBezTo>
                  <a:cubicBezTo>
                    <a:pt x="5938" y="6039"/>
                    <a:pt x="6958" y="4508"/>
                    <a:pt x="6763" y="2912"/>
                  </a:cubicBezTo>
                  <a:cubicBezTo>
                    <a:pt x="6643" y="1948"/>
                    <a:pt x="6114" y="1085"/>
                    <a:pt x="5307" y="547"/>
                  </a:cubicBezTo>
                  <a:cubicBezTo>
                    <a:pt x="4760" y="188"/>
                    <a:pt x="4123" y="0"/>
                    <a:pt x="34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3">
              <a:extLst>
                <a:ext uri="{FF2B5EF4-FFF2-40B4-BE49-F238E27FC236}">
                  <a16:creationId xmlns:a16="http://schemas.microsoft.com/office/drawing/2014/main" id="{785FD64A-CE1D-38EC-4F8D-C989F30654C7}"/>
                </a:ext>
              </a:extLst>
            </p:cNvPr>
            <p:cNvSpPr/>
            <p:nvPr/>
          </p:nvSpPr>
          <p:spPr>
            <a:xfrm>
              <a:off x="2033850" y="2508575"/>
              <a:ext cx="13250" cy="56600"/>
            </a:xfrm>
            <a:custGeom>
              <a:avLst/>
              <a:gdLst/>
              <a:ahLst/>
              <a:cxnLst/>
              <a:rect l="l" t="t" r="r" b="b"/>
              <a:pathLst>
                <a:path w="530" h="2264" extrusionOk="0">
                  <a:moveTo>
                    <a:pt x="232" y="0"/>
                  </a:moveTo>
                  <a:cubicBezTo>
                    <a:pt x="102" y="0"/>
                    <a:pt x="0" y="102"/>
                    <a:pt x="0" y="232"/>
                  </a:cubicBezTo>
                  <a:lnTo>
                    <a:pt x="0" y="2023"/>
                  </a:lnTo>
                  <a:cubicBezTo>
                    <a:pt x="0" y="2152"/>
                    <a:pt x="102" y="2264"/>
                    <a:pt x="232" y="2264"/>
                  </a:cubicBezTo>
                  <a:lnTo>
                    <a:pt x="288" y="2264"/>
                  </a:lnTo>
                  <a:cubicBezTo>
                    <a:pt x="418" y="2264"/>
                    <a:pt x="529" y="2152"/>
                    <a:pt x="520" y="2023"/>
                  </a:cubicBezTo>
                  <a:lnTo>
                    <a:pt x="520" y="232"/>
                  </a:lnTo>
                  <a:cubicBezTo>
                    <a:pt x="520" y="102"/>
                    <a:pt x="418"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3">
              <a:extLst>
                <a:ext uri="{FF2B5EF4-FFF2-40B4-BE49-F238E27FC236}">
                  <a16:creationId xmlns:a16="http://schemas.microsoft.com/office/drawing/2014/main" id="{C3ECBB27-403F-F80F-3D92-F35AC21847A0}"/>
                </a:ext>
              </a:extLst>
            </p:cNvPr>
            <p:cNvSpPr/>
            <p:nvPr/>
          </p:nvSpPr>
          <p:spPr>
            <a:xfrm>
              <a:off x="2032450" y="2507175"/>
              <a:ext cx="16025" cy="59400"/>
            </a:xfrm>
            <a:custGeom>
              <a:avLst/>
              <a:gdLst/>
              <a:ahLst/>
              <a:cxnLst/>
              <a:rect l="l" t="t" r="r" b="b"/>
              <a:pathLst>
                <a:path w="641" h="2376" extrusionOk="0">
                  <a:moveTo>
                    <a:pt x="344" y="112"/>
                  </a:moveTo>
                  <a:cubicBezTo>
                    <a:pt x="446" y="112"/>
                    <a:pt x="520" y="195"/>
                    <a:pt x="520" y="288"/>
                  </a:cubicBezTo>
                  <a:lnTo>
                    <a:pt x="520" y="2079"/>
                  </a:lnTo>
                  <a:cubicBezTo>
                    <a:pt x="520" y="2181"/>
                    <a:pt x="446" y="2255"/>
                    <a:pt x="344" y="2255"/>
                  </a:cubicBezTo>
                  <a:lnTo>
                    <a:pt x="298" y="2255"/>
                  </a:lnTo>
                  <a:cubicBezTo>
                    <a:pt x="196" y="2255"/>
                    <a:pt x="121" y="2181"/>
                    <a:pt x="121" y="2079"/>
                  </a:cubicBezTo>
                  <a:lnTo>
                    <a:pt x="121" y="288"/>
                  </a:lnTo>
                  <a:cubicBezTo>
                    <a:pt x="121" y="195"/>
                    <a:pt x="196" y="112"/>
                    <a:pt x="298" y="112"/>
                  </a:cubicBezTo>
                  <a:close/>
                  <a:moveTo>
                    <a:pt x="288" y="1"/>
                  </a:moveTo>
                  <a:cubicBezTo>
                    <a:pt x="131" y="1"/>
                    <a:pt x="1" y="131"/>
                    <a:pt x="1" y="288"/>
                  </a:cubicBezTo>
                  <a:lnTo>
                    <a:pt x="1" y="2079"/>
                  </a:lnTo>
                  <a:cubicBezTo>
                    <a:pt x="1" y="2246"/>
                    <a:pt x="131" y="2375"/>
                    <a:pt x="288" y="2375"/>
                  </a:cubicBezTo>
                  <a:lnTo>
                    <a:pt x="344" y="2375"/>
                  </a:lnTo>
                  <a:cubicBezTo>
                    <a:pt x="511" y="2375"/>
                    <a:pt x="641" y="2246"/>
                    <a:pt x="641" y="2079"/>
                  </a:cubicBezTo>
                  <a:lnTo>
                    <a:pt x="641" y="288"/>
                  </a:lnTo>
                  <a:cubicBezTo>
                    <a:pt x="641" y="131"/>
                    <a:pt x="502" y="1"/>
                    <a:pt x="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3">
              <a:extLst>
                <a:ext uri="{FF2B5EF4-FFF2-40B4-BE49-F238E27FC236}">
                  <a16:creationId xmlns:a16="http://schemas.microsoft.com/office/drawing/2014/main" id="{E9D5E069-444B-E378-5BC8-DA0847865A2E}"/>
                </a:ext>
              </a:extLst>
            </p:cNvPr>
            <p:cNvSpPr/>
            <p:nvPr/>
          </p:nvSpPr>
          <p:spPr>
            <a:xfrm>
              <a:off x="1764350" y="2410475"/>
              <a:ext cx="53850" cy="477775"/>
            </a:xfrm>
            <a:custGeom>
              <a:avLst/>
              <a:gdLst/>
              <a:ahLst/>
              <a:cxnLst/>
              <a:rect l="l" t="t" r="r" b="b"/>
              <a:pathLst>
                <a:path w="2154" h="19111" extrusionOk="0">
                  <a:moveTo>
                    <a:pt x="1615" y="0"/>
                  </a:moveTo>
                  <a:cubicBezTo>
                    <a:pt x="725" y="0"/>
                    <a:pt x="1" y="724"/>
                    <a:pt x="1" y="1614"/>
                  </a:cubicBezTo>
                  <a:lnTo>
                    <a:pt x="1" y="17496"/>
                  </a:lnTo>
                  <a:cubicBezTo>
                    <a:pt x="1" y="18387"/>
                    <a:pt x="725" y="19110"/>
                    <a:pt x="1615" y="19110"/>
                  </a:cubicBezTo>
                  <a:lnTo>
                    <a:pt x="2153" y="19110"/>
                  </a:lnTo>
                  <a:cubicBezTo>
                    <a:pt x="1272" y="19110"/>
                    <a:pt x="558" y="18396"/>
                    <a:pt x="558" y="17505"/>
                  </a:cubicBezTo>
                  <a:lnTo>
                    <a:pt x="558" y="1605"/>
                  </a:lnTo>
                  <a:cubicBezTo>
                    <a:pt x="558" y="724"/>
                    <a:pt x="1272" y="0"/>
                    <a:pt x="2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3">
              <a:extLst>
                <a:ext uri="{FF2B5EF4-FFF2-40B4-BE49-F238E27FC236}">
                  <a16:creationId xmlns:a16="http://schemas.microsoft.com/office/drawing/2014/main" id="{88FB8B0B-E22B-FC52-BF94-FB75E22C287A}"/>
                </a:ext>
              </a:extLst>
            </p:cNvPr>
            <p:cNvSpPr/>
            <p:nvPr/>
          </p:nvSpPr>
          <p:spPr>
            <a:xfrm>
              <a:off x="1762975" y="2409075"/>
              <a:ext cx="55225" cy="480550"/>
            </a:xfrm>
            <a:custGeom>
              <a:avLst/>
              <a:gdLst/>
              <a:ahLst/>
              <a:cxnLst/>
              <a:rect l="l" t="t" r="r" b="b"/>
              <a:pathLst>
                <a:path w="2209" h="19222" extrusionOk="0">
                  <a:moveTo>
                    <a:pt x="1596" y="121"/>
                  </a:moveTo>
                  <a:lnTo>
                    <a:pt x="1596" y="121"/>
                  </a:lnTo>
                  <a:cubicBezTo>
                    <a:pt x="984" y="362"/>
                    <a:pt x="548" y="965"/>
                    <a:pt x="548" y="1661"/>
                  </a:cubicBezTo>
                  <a:lnTo>
                    <a:pt x="548" y="17561"/>
                  </a:lnTo>
                  <a:cubicBezTo>
                    <a:pt x="548" y="18266"/>
                    <a:pt x="984" y="18860"/>
                    <a:pt x="1596" y="19110"/>
                  </a:cubicBezTo>
                  <a:cubicBezTo>
                    <a:pt x="770" y="19073"/>
                    <a:pt x="112" y="18387"/>
                    <a:pt x="112" y="17552"/>
                  </a:cubicBezTo>
                  <a:lnTo>
                    <a:pt x="112" y="1670"/>
                  </a:lnTo>
                  <a:cubicBezTo>
                    <a:pt x="112" y="836"/>
                    <a:pt x="770" y="158"/>
                    <a:pt x="1596" y="121"/>
                  </a:cubicBezTo>
                  <a:close/>
                  <a:moveTo>
                    <a:pt x="1670" y="1"/>
                  </a:moveTo>
                  <a:cubicBezTo>
                    <a:pt x="742" y="1"/>
                    <a:pt x="0" y="752"/>
                    <a:pt x="0" y="1670"/>
                  </a:cubicBezTo>
                  <a:lnTo>
                    <a:pt x="0" y="17552"/>
                  </a:lnTo>
                  <a:cubicBezTo>
                    <a:pt x="0" y="18480"/>
                    <a:pt x="742" y="19222"/>
                    <a:pt x="1670" y="19222"/>
                  </a:cubicBezTo>
                  <a:lnTo>
                    <a:pt x="2208" y="19222"/>
                  </a:lnTo>
                  <a:lnTo>
                    <a:pt x="2208" y="19110"/>
                  </a:lnTo>
                  <a:cubicBezTo>
                    <a:pt x="1364" y="19110"/>
                    <a:pt x="668" y="18415"/>
                    <a:pt x="668" y="17561"/>
                  </a:cubicBezTo>
                  <a:lnTo>
                    <a:pt x="668" y="1661"/>
                  </a:lnTo>
                  <a:cubicBezTo>
                    <a:pt x="668" y="808"/>
                    <a:pt x="1364" y="121"/>
                    <a:pt x="2208" y="121"/>
                  </a:cubicBezTo>
                  <a:lnTo>
                    <a:pt x="2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3">
              <a:extLst>
                <a:ext uri="{FF2B5EF4-FFF2-40B4-BE49-F238E27FC236}">
                  <a16:creationId xmlns:a16="http://schemas.microsoft.com/office/drawing/2014/main" id="{7006A545-D7D9-389B-B6B0-A2B30D0F0D89}"/>
                </a:ext>
              </a:extLst>
            </p:cNvPr>
            <p:cNvSpPr/>
            <p:nvPr/>
          </p:nvSpPr>
          <p:spPr>
            <a:xfrm>
              <a:off x="1768300" y="2473550"/>
              <a:ext cx="6750" cy="56375"/>
            </a:xfrm>
            <a:custGeom>
              <a:avLst/>
              <a:gdLst/>
              <a:ahLst/>
              <a:cxnLst/>
              <a:rect l="l" t="t" r="r" b="b"/>
              <a:pathLst>
                <a:path w="270" h="2255" extrusionOk="0">
                  <a:moveTo>
                    <a:pt x="140" y="1"/>
                  </a:moveTo>
                  <a:cubicBezTo>
                    <a:pt x="56" y="1"/>
                    <a:pt x="1" y="56"/>
                    <a:pt x="1" y="130"/>
                  </a:cubicBezTo>
                  <a:lnTo>
                    <a:pt x="1" y="2125"/>
                  </a:lnTo>
                  <a:cubicBezTo>
                    <a:pt x="1" y="2199"/>
                    <a:pt x="56" y="2255"/>
                    <a:pt x="140" y="2255"/>
                  </a:cubicBezTo>
                  <a:cubicBezTo>
                    <a:pt x="214" y="2255"/>
                    <a:pt x="270" y="2199"/>
                    <a:pt x="270" y="2125"/>
                  </a:cubicBezTo>
                  <a:lnTo>
                    <a:pt x="270" y="130"/>
                  </a:lnTo>
                  <a:cubicBezTo>
                    <a:pt x="270" y="5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3">
              <a:extLst>
                <a:ext uri="{FF2B5EF4-FFF2-40B4-BE49-F238E27FC236}">
                  <a16:creationId xmlns:a16="http://schemas.microsoft.com/office/drawing/2014/main" id="{97ADAA15-E0FE-1F72-F4F5-7F89B4DC8A9E}"/>
                </a:ext>
              </a:extLst>
            </p:cNvPr>
            <p:cNvSpPr/>
            <p:nvPr/>
          </p:nvSpPr>
          <p:spPr>
            <a:xfrm>
              <a:off x="1766088" y="2471511"/>
              <a:ext cx="9550" cy="59625"/>
            </a:xfrm>
            <a:custGeom>
              <a:avLst/>
              <a:gdLst/>
              <a:ahLst/>
              <a:cxnLst/>
              <a:rect l="l" t="t" r="r" b="b"/>
              <a:pathLst>
                <a:path w="382" h="2385" extrusionOk="0">
                  <a:moveTo>
                    <a:pt x="196" y="121"/>
                  </a:moveTo>
                  <a:cubicBezTo>
                    <a:pt x="233" y="121"/>
                    <a:pt x="270" y="158"/>
                    <a:pt x="270" y="205"/>
                  </a:cubicBezTo>
                  <a:lnTo>
                    <a:pt x="270" y="2190"/>
                  </a:lnTo>
                  <a:cubicBezTo>
                    <a:pt x="270" y="2227"/>
                    <a:pt x="233" y="2264"/>
                    <a:pt x="196" y="2264"/>
                  </a:cubicBezTo>
                  <a:cubicBezTo>
                    <a:pt x="149" y="2264"/>
                    <a:pt x="112" y="2227"/>
                    <a:pt x="112" y="2190"/>
                  </a:cubicBezTo>
                  <a:lnTo>
                    <a:pt x="112" y="205"/>
                  </a:lnTo>
                  <a:cubicBezTo>
                    <a:pt x="112" y="158"/>
                    <a:pt x="149" y="121"/>
                    <a:pt x="196" y="121"/>
                  </a:cubicBezTo>
                  <a:close/>
                  <a:moveTo>
                    <a:pt x="196" y="1"/>
                  </a:moveTo>
                  <a:cubicBezTo>
                    <a:pt x="84" y="1"/>
                    <a:pt x="1" y="93"/>
                    <a:pt x="1" y="195"/>
                  </a:cubicBezTo>
                  <a:lnTo>
                    <a:pt x="1" y="2190"/>
                  </a:lnTo>
                  <a:cubicBezTo>
                    <a:pt x="1" y="2292"/>
                    <a:pt x="84" y="2385"/>
                    <a:pt x="196" y="2385"/>
                  </a:cubicBezTo>
                  <a:cubicBezTo>
                    <a:pt x="298" y="2385"/>
                    <a:pt x="381" y="2292"/>
                    <a:pt x="381" y="2190"/>
                  </a:cubicBezTo>
                  <a:lnTo>
                    <a:pt x="381" y="195"/>
                  </a:lnTo>
                  <a:cubicBezTo>
                    <a:pt x="381" y="93"/>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3">
              <a:extLst>
                <a:ext uri="{FF2B5EF4-FFF2-40B4-BE49-F238E27FC236}">
                  <a16:creationId xmlns:a16="http://schemas.microsoft.com/office/drawing/2014/main" id="{800598F1-FE43-64AE-3A44-B5BB926E3600}"/>
                </a:ext>
              </a:extLst>
            </p:cNvPr>
            <p:cNvSpPr/>
            <p:nvPr/>
          </p:nvSpPr>
          <p:spPr>
            <a:xfrm>
              <a:off x="1768300" y="2548225"/>
              <a:ext cx="6750" cy="56625"/>
            </a:xfrm>
            <a:custGeom>
              <a:avLst/>
              <a:gdLst/>
              <a:ahLst/>
              <a:cxnLst/>
              <a:rect l="l" t="t" r="r" b="b"/>
              <a:pathLst>
                <a:path w="270" h="2265" extrusionOk="0">
                  <a:moveTo>
                    <a:pt x="140" y="1"/>
                  </a:moveTo>
                  <a:cubicBezTo>
                    <a:pt x="56" y="1"/>
                    <a:pt x="1" y="66"/>
                    <a:pt x="1" y="140"/>
                  </a:cubicBezTo>
                  <a:lnTo>
                    <a:pt x="1" y="2125"/>
                  </a:lnTo>
                  <a:cubicBezTo>
                    <a:pt x="1" y="2199"/>
                    <a:pt x="56" y="2264"/>
                    <a:pt x="140" y="2264"/>
                  </a:cubicBezTo>
                  <a:cubicBezTo>
                    <a:pt x="214" y="2264"/>
                    <a:pt x="270" y="2199"/>
                    <a:pt x="270" y="2125"/>
                  </a:cubicBezTo>
                  <a:lnTo>
                    <a:pt x="270" y="140"/>
                  </a:lnTo>
                  <a:cubicBezTo>
                    <a:pt x="270" y="6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3">
              <a:extLst>
                <a:ext uri="{FF2B5EF4-FFF2-40B4-BE49-F238E27FC236}">
                  <a16:creationId xmlns:a16="http://schemas.microsoft.com/office/drawing/2014/main" id="{D9209994-260D-3573-FF97-0D22805F3AFC}"/>
                </a:ext>
              </a:extLst>
            </p:cNvPr>
            <p:cNvSpPr/>
            <p:nvPr/>
          </p:nvSpPr>
          <p:spPr>
            <a:xfrm>
              <a:off x="1766088" y="2546411"/>
              <a:ext cx="9550" cy="59400"/>
            </a:xfrm>
            <a:custGeom>
              <a:avLst/>
              <a:gdLst/>
              <a:ahLst/>
              <a:cxnLst/>
              <a:rect l="l" t="t" r="r" b="b"/>
              <a:pathLst>
                <a:path w="382" h="2376" extrusionOk="0">
                  <a:moveTo>
                    <a:pt x="196" y="122"/>
                  </a:moveTo>
                  <a:cubicBezTo>
                    <a:pt x="233" y="122"/>
                    <a:pt x="270" y="149"/>
                    <a:pt x="270" y="196"/>
                  </a:cubicBezTo>
                  <a:lnTo>
                    <a:pt x="270" y="2181"/>
                  </a:lnTo>
                  <a:cubicBezTo>
                    <a:pt x="270" y="2227"/>
                    <a:pt x="233" y="2264"/>
                    <a:pt x="196" y="2264"/>
                  </a:cubicBezTo>
                  <a:cubicBezTo>
                    <a:pt x="149" y="2264"/>
                    <a:pt x="112" y="2227"/>
                    <a:pt x="112" y="2181"/>
                  </a:cubicBezTo>
                  <a:lnTo>
                    <a:pt x="112" y="196"/>
                  </a:lnTo>
                  <a:cubicBezTo>
                    <a:pt x="112" y="149"/>
                    <a:pt x="149" y="122"/>
                    <a:pt x="196" y="122"/>
                  </a:cubicBezTo>
                  <a:close/>
                  <a:moveTo>
                    <a:pt x="196" y="1"/>
                  </a:moveTo>
                  <a:cubicBezTo>
                    <a:pt x="84" y="1"/>
                    <a:pt x="1" y="84"/>
                    <a:pt x="1" y="196"/>
                  </a:cubicBezTo>
                  <a:lnTo>
                    <a:pt x="1" y="2181"/>
                  </a:lnTo>
                  <a:cubicBezTo>
                    <a:pt x="1" y="2292"/>
                    <a:pt x="84" y="2376"/>
                    <a:pt x="196" y="2376"/>
                  </a:cubicBezTo>
                  <a:cubicBezTo>
                    <a:pt x="298" y="2376"/>
                    <a:pt x="381" y="2292"/>
                    <a:pt x="381" y="2181"/>
                  </a:cubicBezTo>
                  <a:lnTo>
                    <a:pt x="381" y="196"/>
                  </a:ln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3">
              <a:extLst>
                <a:ext uri="{FF2B5EF4-FFF2-40B4-BE49-F238E27FC236}">
                  <a16:creationId xmlns:a16="http://schemas.microsoft.com/office/drawing/2014/main" id="{2F5D87D2-8D1B-82BB-F4BF-C1A1B4141707}"/>
                </a:ext>
              </a:extLst>
            </p:cNvPr>
            <p:cNvSpPr/>
            <p:nvPr/>
          </p:nvSpPr>
          <p:spPr>
            <a:xfrm>
              <a:off x="1778275" y="2410475"/>
              <a:ext cx="261400" cy="477775"/>
            </a:xfrm>
            <a:custGeom>
              <a:avLst/>
              <a:gdLst/>
              <a:ahLst/>
              <a:cxnLst/>
              <a:rect l="l" t="t" r="r" b="b"/>
              <a:pathLst>
                <a:path w="10456" h="19111" extrusionOk="0">
                  <a:moveTo>
                    <a:pt x="1596" y="0"/>
                  </a:moveTo>
                  <a:cubicBezTo>
                    <a:pt x="715" y="0"/>
                    <a:pt x="1" y="724"/>
                    <a:pt x="1" y="1605"/>
                  </a:cubicBezTo>
                  <a:lnTo>
                    <a:pt x="1" y="17505"/>
                  </a:lnTo>
                  <a:cubicBezTo>
                    <a:pt x="1" y="18396"/>
                    <a:pt x="715" y="19110"/>
                    <a:pt x="1596" y="19110"/>
                  </a:cubicBezTo>
                  <a:lnTo>
                    <a:pt x="8850" y="19110"/>
                  </a:lnTo>
                  <a:cubicBezTo>
                    <a:pt x="9732" y="19110"/>
                    <a:pt x="10455" y="18396"/>
                    <a:pt x="10455" y="17505"/>
                  </a:cubicBezTo>
                  <a:lnTo>
                    <a:pt x="10455" y="1605"/>
                  </a:lnTo>
                  <a:cubicBezTo>
                    <a:pt x="10455" y="724"/>
                    <a:pt x="9732" y="0"/>
                    <a:pt x="88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3">
              <a:extLst>
                <a:ext uri="{FF2B5EF4-FFF2-40B4-BE49-F238E27FC236}">
                  <a16:creationId xmlns:a16="http://schemas.microsoft.com/office/drawing/2014/main" id="{586A2308-9A69-CE3C-8DC4-2DA43FC98E91}"/>
                </a:ext>
              </a:extLst>
            </p:cNvPr>
            <p:cNvSpPr/>
            <p:nvPr/>
          </p:nvSpPr>
          <p:spPr>
            <a:xfrm>
              <a:off x="1776650" y="2409075"/>
              <a:ext cx="264425" cy="480550"/>
            </a:xfrm>
            <a:custGeom>
              <a:avLst/>
              <a:gdLst/>
              <a:ahLst/>
              <a:cxnLst/>
              <a:rect l="l" t="t" r="r" b="b"/>
              <a:pathLst>
                <a:path w="10577" h="19222" extrusionOk="0">
                  <a:moveTo>
                    <a:pt x="8915" y="112"/>
                  </a:moveTo>
                  <a:cubicBezTo>
                    <a:pt x="9769" y="112"/>
                    <a:pt x="10455" y="808"/>
                    <a:pt x="10455" y="1661"/>
                  </a:cubicBezTo>
                  <a:lnTo>
                    <a:pt x="10455" y="17561"/>
                  </a:lnTo>
                  <a:cubicBezTo>
                    <a:pt x="10455" y="18415"/>
                    <a:pt x="9769" y="19110"/>
                    <a:pt x="8915" y="19110"/>
                  </a:cubicBezTo>
                  <a:lnTo>
                    <a:pt x="1661" y="19110"/>
                  </a:lnTo>
                  <a:cubicBezTo>
                    <a:pt x="817" y="19110"/>
                    <a:pt x="121" y="18415"/>
                    <a:pt x="121" y="17561"/>
                  </a:cubicBezTo>
                  <a:lnTo>
                    <a:pt x="121" y="1661"/>
                  </a:lnTo>
                  <a:cubicBezTo>
                    <a:pt x="121" y="808"/>
                    <a:pt x="817" y="112"/>
                    <a:pt x="1661" y="112"/>
                  </a:cubicBezTo>
                  <a:close/>
                  <a:moveTo>
                    <a:pt x="1661" y="1"/>
                  </a:moveTo>
                  <a:cubicBezTo>
                    <a:pt x="752" y="1"/>
                    <a:pt x="1" y="743"/>
                    <a:pt x="1" y="1661"/>
                  </a:cubicBezTo>
                  <a:lnTo>
                    <a:pt x="1" y="17561"/>
                  </a:lnTo>
                  <a:cubicBezTo>
                    <a:pt x="1" y="18480"/>
                    <a:pt x="752" y="19222"/>
                    <a:pt x="1661" y="19222"/>
                  </a:cubicBezTo>
                  <a:lnTo>
                    <a:pt x="8915" y="19222"/>
                  </a:lnTo>
                  <a:cubicBezTo>
                    <a:pt x="9834" y="19222"/>
                    <a:pt x="10576" y="18480"/>
                    <a:pt x="10576" y="17561"/>
                  </a:cubicBezTo>
                  <a:lnTo>
                    <a:pt x="10576" y="1661"/>
                  </a:lnTo>
                  <a:cubicBezTo>
                    <a:pt x="10576" y="743"/>
                    <a:pt x="9834" y="1"/>
                    <a:pt x="89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3">
              <a:extLst>
                <a:ext uri="{FF2B5EF4-FFF2-40B4-BE49-F238E27FC236}">
                  <a16:creationId xmlns:a16="http://schemas.microsoft.com/office/drawing/2014/main" id="{CD930F9E-D653-8C15-65A6-D6BA5B2C2CB4}"/>
                </a:ext>
              </a:extLst>
            </p:cNvPr>
            <p:cNvSpPr/>
            <p:nvPr/>
          </p:nvSpPr>
          <p:spPr>
            <a:xfrm>
              <a:off x="1902125" y="2430650"/>
              <a:ext cx="13700" cy="13700"/>
            </a:xfrm>
            <a:custGeom>
              <a:avLst/>
              <a:gdLst/>
              <a:ahLst/>
              <a:cxnLst/>
              <a:rect l="l" t="t" r="r" b="b"/>
              <a:pathLst>
                <a:path w="548" h="548" extrusionOk="0">
                  <a:moveTo>
                    <a:pt x="269" y="84"/>
                  </a:moveTo>
                  <a:cubicBezTo>
                    <a:pt x="371" y="84"/>
                    <a:pt x="455" y="167"/>
                    <a:pt x="455" y="269"/>
                  </a:cubicBezTo>
                  <a:cubicBezTo>
                    <a:pt x="455" y="371"/>
                    <a:pt x="371" y="455"/>
                    <a:pt x="269" y="455"/>
                  </a:cubicBezTo>
                  <a:cubicBezTo>
                    <a:pt x="167" y="455"/>
                    <a:pt x="84" y="371"/>
                    <a:pt x="84" y="269"/>
                  </a:cubicBezTo>
                  <a:cubicBezTo>
                    <a:pt x="84" y="167"/>
                    <a:pt x="167" y="84"/>
                    <a:pt x="269" y="84"/>
                  </a:cubicBezTo>
                  <a:close/>
                  <a:moveTo>
                    <a:pt x="269" y="0"/>
                  </a:moveTo>
                  <a:cubicBezTo>
                    <a:pt x="121" y="0"/>
                    <a:pt x="0" y="121"/>
                    <a:pt x="0" y="269"/>
                  </a:cubicBezTo>
                  <a:cubicBezTo>
                    <a:pt x="0" y="418"/>
                    <a:pt x="121" y="548"/>
                    <a:pt x="269" y="548"/>
                  </a:cubicBezTo>
                  <a:cubicBezTo>
                    <a:pt x="418" y="548"/>
                    <a:pt x="548" y="418"/>
                    <a:pt x="548" y="269"/>
                  </a:cubicBezTo>
                  <a:cubicBezTo>
                    <a:pt x="54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3">
              <a:extLst>
                <a:ext uri="{FF2B5EF4-FFF2-40B4-BE49-F238E27FC236}">
                  <a16:creationId xmlns:a16="http://schemas.microsoft.com/office/drawing/2014/main" id="{EED7C0AD-7818-6251-A4E3-E4E7278BA943}"/>
                </a:ext>
              </a:extLst>
            </p:cNvPr>
            <p:cNvSpPr/>
            <p:nvPr/>
          </p:nvSpPr>
          <p:spPr>
            <a:xfrm>
              <a:off x="1859900" y="2433900"/>
              <a:ext cx="33900" cy="7200"/>
            </a:xfrm>
            <a:custGeom>
              <a:avLst/>
              <a:gdLst/>
              <a:ahLst/>
              <a:cxnLst/>
              <a:rect l="l" t="t" r="r" b="b"/>
              <a:pathLst>
                <a:path w="1356" h="288" extrusionOk="0">
                  <a:moveTo>
                    <a:pt x="1207" y="84"/>
                  </a:moveTo>
                  <a:cubicBezTo>
                    <a:pt x="1244" y="84"/>
                    <a:pt x="1263" y="112"/>
                    <a:pt x="1263" y="139"/>
                  </a:cubicBezTo>
                  <a:cubicBezTo>
                    <a:pt x="1263" y="176"/>
                    <a:pt x="1244" y="195"/>
                    <a:pt x="1207" y="195"/>
                  </a:cubicBezTo>
                  <a:lnTo>
                    <a:pt x="140" y="195"/>
                  </a:lnTo>
                  <a:cubicBezTo>
                    <a:pt x="112" y="195"/>
                    <a:pt x="84" y="176"/>
                    <a:pt x="84" y="139"/>
                  </a:cubicBezTo>
                  <a:cubicBezTo>
                    <a:pt x="84" y="112"/>
                    <a:pt x="112" y="84"/>
                    <a:pt x="140" y="84"/>
                  </a:cubicBezTo>
                  <a:close/>
                  <a:moveTo>
                    <a:pt x="140" y="0"/>
                  </a:moveTo>
                  <a:cubicBezTo>
                    <a:pt x="57" y="0"/>
                    <a:pt x="1" y="65"/>
                    <a:pt x="1" y="149"/>
                  </a:cubicBezTo>
                  <a:cubicBezTo>
                    <a:pt x="1" y="223"/>
                    <a:pt x="66" y="288"/>
                    <a:pt x="140" y="288"/>
                  </a:cubicBezTo>
                  <a:lnTo>
                    <a:pt x="1207" y="288"/>
                  </a:lnTo>
                  <a:cubicBezTo>
                    <a:pt x="1290" y="288"/>
                    <a:pt x="1355" y="223"/>
                    <a:pt x="1355" y="149"/>
                  </a:cubicBezTo>
                  <a:cubicBezTo>
                    <a:pt x="1355" y="65"/>
                    <a:pt x="1290" y="0"/>
                    <a:pt x="12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3">
              <a:extLst>
                <a:ext uri="{FF2B5EF4-FFF2-40B4-BE49-F238E27FC236}">
                  <a16:creationId xmlns:a16="http://schemas.microsoft.com/office/drawing/2014/main" id="{32B2AB9A-737B-E324-66C6-EED31E74B9ED}"/>
                </a:ext>
              </a:extLst>
            </p:cNvPr>
            <p:cNvSpPr/>
            <p:nvPr/>
          </p:nvSpPr>
          <p:spPr>
            <a:xfrm>
              <a:off x="1924625" y="2433900"/>
              <a:ext cx="33875" cy="7200"/>
            </a:xfrm>
            <a:custGeom>
              <a:avLst/>
              <a:gdLst/>
              <a:ahLst/>
              <a:cxnLst/>
              <a:rect l="l" t="t" r="r" b="b"/>
              <a:pathLst>
                <a:path w="1355" h="288" extrusionOk="0">
                  <a:moveTo>
                    <a:pt x="1215" y="84"/>
                  </a:moveTo>
                  <a:cubicBezTo>
                    <a:pt x="1243" y="84"/>
                    <a:pt x="1271" y="112"/>
                    <a:pt x="1271" y="139"/>
                  </a:cubicBezTo>
                  <a:cubicBezTo>
                    <a:pt x="1271" y="176"/>
                    <a:pt x="1243" y="195"/>
                    <a:pt x="1215" y="195"/>
                  </a:cubicBezTo>
                  <a:lnTo>
                    <a:pt x="149" y="195"/>
                  </a:lnTo>
                  <a:cubicBezTo>
                    <a:pt x="111" y="195"/>
                    <a:pt x="93" y="176"/>
                    <a:pt x="93" y="139"/>
                  </a:cubicBezTo>
                  <a:cubicBezTo>
                    <a:pt x="93" y="112"/>
                    <a:pt x="111" y="84"/>
                    <a:pt x="149" y="84"/>
                  </a:cubicBezTo>
                  <a:close/>
                  <a:moveTo>
                    <a:pt x="149" y="0"/>
                  </a:moveTo>
                  <a:cubicBezTo>
                    <a:pt x="65" y="0"/>
                    <a:pt x="0" y="65"/>
                    <a:pt x="0" y="149"/>
                  </a:cubicBezTo>
                  <a:cubicBezTo>
                    <a:pt x="0" y="223"/>
                    <a:pt x="65" y="288"/>
                    <a:pt x="149" y="288"/>
                  </a:cubicBezTo>
                  <a:lnTo>
                    <a:pt x="1215" y="288"/>
                  </a:lnTo>
                  <a:cubicBezTo>
                    <a:pt x="1290" y="288"/>
                    <a:pt x="1355" y="223"/>
                    <a:pt x="1355" y="149"/>
                  </a:cubicBezTo>
                  <a:cubicBezTo>
                    <a:pt x="1355" y="65"/>
                    <a:pt x="1290" y="0"/>
                    <a:pt x="1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3">
              <a:extLst>
                <a:ext uri="{FF2B5EF4-FFF2-40B4-BE49-F238E27FC236}">
                  <a16:creationId xmlns:a16="http://schemas.microsoft.com/office/drawing/2014/main" id="{DC26E545-6EC1-E1C0-D8E3-B4AB325FF4CB}"/>
                </a:ext>
              </a:extLst>
            </p:cNvPr>
            <p:cNvSpPr/>
            <p:nvPr/>
          </p:nvSpPr>
          <p:spPr>
            <a:xfrm>
              <a:off x="1798675" y="2455700"/>
              <a:ext cx="220600" cy="392200"/>
            </a:xfrm>
            <a:custGeom>
              <a:avLst/>
              <a:gdLst/>
              <a:ahLst/>
              <a:cxnLst/>
              <a:rect l="l" t="t" r="r" b="b"/>
              <a:pathLst>
                <a:path w="8824" h="15688" extrusionOk="0">
                  <a:moveTo>
                    <a:pt x="1" y="0"/>
                  </a:moveTo>
                  <a:lnTo>
                    <a:pt x="1" y="15687"/>
                  </a:lnTo>
                  <a:lnTo>
                    <a:pt x="8823" y="15687"/>
                  </a:lnTo>
                  <a:lnTo>
                    <a:pt x="882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3">
              <a:extLst>
                <a:ext uri="{FF2B5EF4-FFF2-40B4-BE49-F238E27FC236}">
                  <a16:creationId xmlns:a16="http://schemas.microsoft.com/office/drawing/2014/main" id="{4A6A21E3-B1A5-8328-4184-C51217B0B5D7}"/>
                </a:ext>
              </a:extLst>
            </p:cNvPr>
            <p:cNvSpPr/>
            <p:nvPr/>
          </p:nvSpPr>
          <p:spPr>
            <a:xfrm>
              <a:off x="1797050" y="2454300"/>
              <a:ext cx="223600" cy="394975"/>
            </a:xfrm>
            <a:custGeom>
              <a:avLst/>
              <a:gdLst/>
              <a:ahLst/>
              <a:cxnLst/>
              <a:rect l="l" t="t" r="r" b="b"/>
              <a:pathLst>
                <a:path w="8944" h="15799" extrusionOk="0">
                  <a:moveTo>
                    <a:pt x="8832" y="112"/>
                  </a:moveTo>
                  <a:lnTo>
                    <a:pt x="8832" y="15678"/>
                  </a:lnTo>
                  <a:lnTo>
                    <a:pt x="122" y="15678"/>
                  </a:lnTo>
                  <a:lnTo>
                    <a:pt x="122" y="112"/>
                  </a:lnTo>
                  <a:close/>
                  <a:moveTo>
                    <a:pt x="57" y="1"/>
                  </a:moveTo>
                  <a:cubicBezTo>
                    <a:pt x="29" y="1"/>
                    <a:pt x="1" y="19"/>
                    <a:pt x="1" y="56"/>
                  </a:cubicBezTo>
                  <a:lnTo>
                    <a:pt x="1" y="15743"/>
                  </a:lnTo>
                  <a:cubicBezTo>
                    <a:pt x="1" y="15771"/>
                    <a:pt x="29" y="15799"/>
                    <a:pt x="57" y="15799"/>
                  </a:cubicBezTo>
                  <a:lnTo>
                    <a:pt x="8888" y="15799"/>
                  </a:lnTo>
                  <a:cubicBezTo>
                    <a:pt x="8916" y="15799"/>
                    <a:pt x="8944" y="15771"/>
                    <a:pt x="8944" y="15743"/>
                  </a:cubicBezTo>
                  <a:lnTo>
                    <a:pt x="8944" y="56"/>
                  </a:lnTo>
                  <a:cubicBezTo>
                    <a:pt x="8944" y="19"/>
                    <a:pt x="8916" y="1"/>
                    <a:pt x="8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3">
              <a:extLst>
                <a:ext uri="{FF2B5EF4-FFF2-40B4-BE49-F238E27FC236}">
                  <a16:creationId xmlns:a16="http://schemas.microsoft.com/office/drawing/2014/main" id="{992912FE-6872-9BFF-D17A-69AC1C42BDBF}"/>
                </a:ext>
              </a:extLst>
            </p:cNvPr>
            <p:cNvSpPr/>
            <p:nvPr/>
          </p:nvSpPr>
          <p:spPr>
            <a:xfrm>
              <a:off x="1800075" y="2457075"/>
              <a:ext cx="217575" cy="30175"/>
            </a:xfrm>
            <a:custGeom>
              <a:avLst/>
              <a:gdLst/>
              <a:ahLst/>
              <a:cxnLst/>
              <a:rect l="l" t="t" r="r" b="b"/>
              <a:pathLst>
                <a:path w="8703" h="1207" extrusionOk="0">
                  <a:moveTo>
                    <a:pt x="1" y="1"/>
                  </a:moveTo>
                  <a:lnTo>
                    <a:pt x="1" y="1207"/>
                  </a:lnTo>
                  <a:lnTo>
                    <a:pt x="8702" y="1207"/>
                  </a:lnTo>
                  <a:lnTo>
                    <a:pt x="87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3">
              <a:extLst>
                <a:ext uri="{FF2B5EF4-FFF2-40B4-BE49-F238E27FC236}">
                  <a16:creationId xmlns:a16="http://schemas.microsoft.com/office/drawing/2014/main" id="{34AFBD24-10E8-647E-ADF7-D00981943747}"/>
                </a:ext>
              </a:extLst>
            </p:cNvPr>
            <p:cNvSpPr/>
            <p:nvPr/>
          </p:nvSpPr>
          <p:spPr>
            <a:xfrm>
              <a:off x="1959625" y="2467050"/>
              <a:ext cx="9775" cy="9775"/>
            </a:xfrm>
            <a:custGeom>
              <a:avLst/>
              <a:gdLst/>
              <a:ahLst/>
              <a:cxnLst/>
              <a:rect l="l" t="t" r="r" b="b"/>
              <a:pathLst>
                <a:path w="391" h="391" extrusionOk="0">
                  <a:moveTo>
                    <a:pt x="196" y="94"/>
                  </a:moveTo>
                  <a:cubicBezTo>
                    <a:pt x="251" y="94"/>
                    <a:pt x="298" y="140"/>
                    <a:pt x="298" y="196"/>
                  </a:cubicBezTo>
                  <a:cubicBezTo>
                    <a:pt x="298" y="261"/>
                    <a:pt x="251" y="307"/>
                    <a:pt x="196" y="307"/>
                  </a:cubicBezTo>
                  <a:cubicBezTo>
                    <a:pt x="131" y="307"/>
                    <a:pt x="84" y="261"/>
                    <a:pt x="84" y="196"/>
                  </a:cubicBezTo>
                  <a:cubicBezTo>
                    <a:pt x="84" y="140"/>
                    <a:pt x="131" y="94"/>
                    <a:pt x="196" y="94"/>
                  </a:cubicBezTo>
                  <a:close/>
                  <a:moveTo>
                    <a:pt x="196" y="1"/>
                  </a:moveTo>
                  <a:cubicBezTo>
                    <a:pt x="84" y="1"/>
                    <a:pt x="1" y="94"/>
                    <a:pt x="1" y="196"/>
                  </a:cubicBezTo>
                  <a:cubicBezTo>
                    <a:pt x="1" y="307"/>
                    <a:pt x="84" y="390"/>
                    <a:pt x="196" y="390"/>
                  </a:cubicBezTo>
                  <a:cubicBezTo>
                    <a:pt x="298" y="390"/>
                    <a:pt x="391" y="307"/>
                    <a:pt x="391" y="196"/>
                  </a:cubicBezTo>
                  <a:cubicBezTo>
                    <a:pt x="391" y="94"/>
                    <a:pt x="298" y="1"/>
                    <a:pt x="1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3">
              <a:extLst>
                <a:ext uri="{FF2B5EF4-FFF2-40B4-BE49-F238E27FC236}">
                  <a16:creationId xmlns:a16="http://schemas.microsoft.com/office/drawing/2014/main" id="{20213B72-9A9A-6870-6C7B-FC86B55EE35B}"/>
                </a:ext>
              </a:extLst>
            </p:cNvPr>
            <p:cNvSpPr/>
            <p:nvPr/>
          </p:nvSpPr>
          <p:spPr>
            <a:xfrm>
              <a:off x="1979125" y="2467050"/>
              <a:ext cx="9750" cy="9775"/>
            </a:xfrm>
            <a:custGeom>
              <a:avLst/>
              <a:gdLst/>
              <a:ahLst/>
              <a:cxnLst/>
              <a:rect l="l" t="t" r="r" b="b"/>
              <a:pathLst>
                <a:path w="390" h="391" extrusionOk="0">
                  <a:moveTo>
                    <a:pt x="195" y="94"/>
                  </a:moveTo>
                  <a:cubicBezTo>
                    <a:pt x="260" y="94"/>
                    <a:pt x="306" y="140"/>
                    <a:pt x="306" y="196"/>
                  </a:cubicBezTo>
                  <a:cubicBezTo>
                    <a:pt x="306" y="261"/>
                    <a:pt x="260" y="307"/>
                    <a:pt x="195" y="307"/>
                  </a:cubicBezTo>
                  <a:cubicBezTo>
                    <a:pt x="139" y="307"/>
                    <a:pt x="93" y="261"/>
                    <a:pt x="93" y="196"/>
                  </a:cubicBezTo>
                  <a:cubicBezTo>
                    <a:pt x="93" y="140"/>
                    <a:pt x="139" y="94"/>
                    <a:pt x="195" y="94"/>
                  </a:cubicBezTo>
                  <a:close/>
                  <a:moveTo>
                    <a:pt x="195" y="1"/>
                  </a:moveTo>
                  <a:cubicBezTo>
                    <a:pt x="93" y="1"/>
                    <a:pt x="0" y="94"/>
                    <a:pt x="0" y="196"/>
                  </a:cubicBezTo>
                  <a:cubicBezTo>
                    <a:pt x="0" y="307"/>
                    <a:pt x="93" y="390"/>
                    <a:pt x="195" y="390"/>
                  </a:cubicBezTo>
                  <a:cubicBezTo>
                    <a:pt x="306" y="390"/>
                    <a:pt x="390" y="307"/>
                    <a:pt x="390" y="196"/>
                  </a:cubicBezTo>
                  <a:cubicBezTo>
                    <a:pt x="390" y="94"/>
                    <a:pt x="306"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3">
              <a:extLst>
                <a:ext uri="{FF2B5EF4-FFF2-40B4-BE49-F238E27FC236}">
                  <a16:creationId xmlns:a16="http://schemas.microsoft.com/office/drawing/2014/main" id="{27816241-4294-8FD1-5C89-AFA66B587A7E}"/>
                </a:ext>
              </a:extLst>
            </p:cNvPr>
            <p:cNvSpPr/>
            <p:nvPr/>
          </p:nvSpPr>
          <p:spPr>
            <a:xfrm>
              <a:off x="1999300" y="2467050"/>
              <a:ext cx="9750" cy="9775"/>
            </a:xfrm>
            <a:custGeom>
              <a:avLst/>
              <a:gdLst/>
              <a:ahLst/>
              <a:cxnLst/>
              <a:rect l="l" t="t" r="r" b="b"/>
              <a:pathLst>
                <a:path w="390" h="391" extrusionOk="0">
                  <a:moveTo>
                    <a:pt x="195" y="94"/>
                  </a:moveTo>
                  <a:cubicBezTo>
                    <a:pt x="251" y="94"/>
                    <a:pt x="297" y="140"/>
                    <a:pt x="297" y="196"/>
                  </a:cubicBezTo>
                  <a:cubicBezTo>
                    <a:pt x="297" y="261"/>
                    <a:pt x="251" y="307"/>
                    <a:pt x="195" y="307"/>
                  </a:cubicBezTo>
                  <a:cubicBezTo>
                    <a:pt x="130" y="307"/>
                    <a:pt x="84" y="261"/>
                    <a:pt x="84" y="196"/>
                  </a:cubicBezTo>
                  <a:cubicBezTo>
                    <a:pt x="84" y="140"/>
                    <a:pt x="130" y="94"/>
                    <a:pt x="195" y="94"/>
                  </a:cubicBezTo>
                  <a:close/>
                  <a:moveTo>
                    <a:pt x="195" y="1"/>
                  </a:moveTo>
                  <a:cubicBezTo>
                    <a:pt x="84" y="1"/>
                    <a:pt x="0" y="94"/>
                    <a:pt x="0" y="196"/>
                  </a:cubicBezTo>
                  <a:cubicBezTo>
                    <a:pt x="0" y="307"/>
                    <a:pt x="84" y="390"/>
                    <a:pt x="195" y="390"/>
                  </a:cubicBezTo>
                  <a:cubicBezTo>
                    <a:pt x="297" y="390"/>
                    <a:pt x="390" y="307"/>
                    <a:pt x="390" y="196"/>
                  </a:cubicBezTo>
                  <a:cubicBezTo>
                    <a:pt x="390" y="94"/>
                    <a:pt x="297"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3">
              <a:extLst>
                <a:ext uri="{FF2B5EF4-FFF2-40B4-BE49-F238E27FC236}">
                  <a16:creationId xmlns:a16="http://schemas.microsoft.com/office/drawing/2014/main" id="{B139F187-39CA-F27D-93DC-C4881F53EAAE}"/>
                </a:ext>
              </a:extLst>
            </p:cNvPr>
            <p:cNvSpPr/>
            <p:nvPr/>
          </p:nvSpPr>
          <p:spPr>
            <a:xfrm>
              <a:off x="1833700" y="2530600"/>
              <a:ext cx="69825" cy="3050"/>
            </a:xfrm>
            <a:custGeom>
              <a:avLst/>
              <a:gdLst/>
              <a:ahLst/>
              <a:cxnLst/>
              <a:rect l="l" t="t" r="r" b="b"/>
              <a:pathLst>
                <a:path w="2793" h="122" extrusionOk="0">
                  <a:moveTo>
                    <a:pt x="56" y="1"/>
                  </a:moveTo>
                  <a:cubicBezTo>
                    <a:pt x="19" y="1"/>
                    <a:pt x="1" y="28"/>
                    <a:pt x="1" y="66"/>
                  </a:cubicBezTo>
                  <a:cubicBezTo>
                    <a:pt x="1" y="93"/>
                    <a:pt x="19" y="121"/>
                    <a:pt x="56" y="121"/>
                  </a:cubicBezTo>
                  <a:lnTo>
                    <a:pt x="2737" y="121"/>
                  </a:lnTo>
                  <a:cubicBezTo>
                    <a:pt x="2765" y="121"/>
                    <a:pt x="2793" y="93"/>
                    <a:pt x="2793" y="66"/>
                  </a:cubicBezTo>
                  <a:cubicBezTo>
                    <a:pt x="2793" y="28"/>
                    <a:pt x="2765" y="1"/>
                    <a:pt x="27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3">
              <a:extLst>
                <a:ext uri="{FF2B5EF4-FFF2-40B4-BE49-F238E27FC236}">
                  <a16:creationId xmlns:a16="http://schemas.microsoft.com/office/drawing/2014/main" id="{B99E3386-D956-6293-ADB2-05A6568FECA6}"/>
                </a:ext>
              </a:extLst>
            </p:cNvPr>
            <p:cNvSpPr/>
            <p:nvPr/>
          </p:nvSpPr>
          <p:spPr>
            <a:xfrm>
              <a:off x="1917425" y="2530600"/>
              <a:ext cx="26925" cy="3050"/>
            </a:xfrm>
            <a:custGeom>
              <a:avLst/>
              <a:gdLst/>
              <a:ahLst/>
              <a:cxnLst/>
              <a:rect l="l" t="t" r="r" b="b"/>
              <a:pathLst>
                <a:path w="1077" h="122" extrusionOk="0">
                  <a:moveTo>
                    <a:pt x="56" y="1"/>
                  </a:moveTo>
                  <a:cubicBezTo>
                    <a:pt x="28" y="1"/>
                    <a:pt x="1" y="28"/>
                    <a:pt x="1" y="66"/>
                  </a:cubicBezTo>
                  <a:cubicBezTo>
                    <a:pt x="1" y="93"/>
                    <a:pt x="28" y="121"/>
                    <a:pt x="56" y="121"/>
                  </a:cubicBezTo>
                  <a:lnTo>
                    <a:pt x="1012" y="121"/>
                  </a:lnTo>
                  <a:cubicBezTo>
                    <a:pt x="1049" y="121"/>
                    <a:pt x="1077" y="93"/>
                    <a:pt x="1077" y="66"/>
                  </a:cubicBezTo>
                  <a:cubicBezTo>
                    <a:pt x="107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3">
              <a:extLst>
                <a:ext uri="{FF2B5EF4-FFF2-40B4-BE49-F238E27FC236}">
                  <a16:creationId xmlns:a16="http://schemas.microsoft.com/office/drawing/2014/main" id="{89D17E3D-6E46-AE77-B96E-4354786B3FF5}"/>
                </a:ext>
              </a:extLst>
            </p:cNvPr>
            <p:cNvSpPr/>
            <p:nvPr/>
          </p:nvSpPr>
          <p:spPr>
            <a:xfrm>
              <a:off x="1960575" y="253060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3">
              <a:extLst>
                <a:ext uri="{FF2B5EF4-FFF2-40B4-BE49-F238E27FC236}">
                  <a16:creationId xmlns:a16="http://schemas.microsoft.com/office/drawing/2014/main" id="{0CEDA5CE-6177-272E-9AB4-F33500B9602E}"/>
                </a:ext>
              </a:extLst>
            </p:cNvPr>
            <p:cNvSpPr/>
            <p:nvPr/>
          </p:nvSpPr>
          <p:spPr>
            <a:xfrm>
              <a:off x="1915350" y="2582550"/>
              <a:ext cx="70050" cy="3050"/>
            </a:xfrm>
            <a:custGeom>
              <a:avLst/>
              <a:gdLst/>
              <a:ahLst/>
              <a:cxnLst/>
              <a:rect l="l" t="t" r="r" b="b"/>
              <a:pathLst>
                <a:path w="2802" h="122" extrusionOk="0">
                  <a:moveTo>
                    <a:pt x="65" y="1"/>
                  </a:moveTo>
                  <a:cubicBezTo>
                    <a:pt x="28" y="1"/>
                    <a:pt x="0" y="28"/>
                    <a:pt x="0" y="56"/>
                  </a:cubicBezTo>
                  <a:cubicBezTo>
                    <a:pt x="0" y="93"/>
                    <a:pt x="28" y="121"/>
                    <a:pt x="65" y="121"/>
                  </a:cubicBezTo>
                  <a:lnTo>
                    <a:pt x="2746" y="121"/>
                  </a:lnTo>
                  <a:cubicBezTo>
                    <a:pt x="2774" y="121"/>
                    <a:pt x="2802" y="93"/>
                    <a:pt x="2802" y="56"/>
                  </a:cubicBezTo>
                  <a:cubicBezTo>
                    <a:pt x="2802" y="28"/>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3">
              <a:extLst>
                <a:ext uri="{FF2B5EF4-FFF2-40B4-BE49-F238E27FC236}">
                  <a16:creationId xmlns:a16="http://schemas.microsoft.com/office/drawing/2014/main" id="{2E1F7749-AEBC-A211-E6AE-32745180DB59}"/>
                </a:ext>
              </a:extLst>
            </p:cNvPr>
            <p:cNvSpPr/>
            <p:nvPr/>
          </p:nvSpPr>
          <p:spPr>
            <a:xfrm>
              <a:off x="1874750" y="2582550"/>
              <a:ext cx="26700" cy="3050"/>
            </a:xfrm>
            <a:custGeom>
              <a:avLst/>
              <a:gdLst/>
              <a:ahLst/>
              <a:cxnLst/>
              <a:rect l="l" t="t" r="r" b="b"/>
              <a:pathLst>
                <a:path w="1068" h="122" extrusionOk="0">
                  <a:moveTo>
                    <a:pt x="56" y="1"/>
                  </a:moveTo>
                  <a:cubicBezTo>
                    <a:pt x="28" y="1"/>
                    <a:pt x="1" y="28"/>
                    <a:pt x="1" y="56"/>
                  </a:cubicBezTo>
                  <a:cubicBezTo>
                    <a:pt x="1" y="93"/>
                    <a:pt x="28" y="121"/>
                    <a:pt x="56" y="121"/>
                  </a:cubicBezTo>
                  <a:lnTo>
                    <a:pt x="1012" y="121"/>
                  </a:lnTo>
                  <a:cubicBezTo>
                    <a:pt x="1049" y="121"/>
                    <a:pt x="1067" y="93"/>
                    <a:pt x="1067" y="56"/>
                  </a:cubicBezTo>
                  <a:cubicBezTo>
                    <a:pt x="106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3">
              <a:extLst>
                <a:ext uri="{FF2B5EF4-FFF2-40B4-BE49-F238E27FC236}">
                  <a16:creationId xmlns:a16="http://schemas.microsoft.com/office/drawing/2014/main" id="{5D351F5D-D50C-E386-9252-B928CA25D672}"/>
                </a:ext>
              </a:extLst>
            </p:cNvPr>
            <p:cNvSpPr/>
            <p:nvPr/>
          </p:nvSpPr>
          <p:spPr>
            <a:xfrm>
              <a:off x="1833700" y="2582550"/>
              <a:ext cx="24850" cy="3050"/>
            </a:xfrm>
            <a:custGeom>
              <a:avLst/>
              <a:gdLst/>
              <a:ahLst/>
              <a:cxnLst/>
              <a:rect l="l" t="t" r="r" b="b"/>
              <a:pathLst>
                <a:path w="994" h="122" extrusionOk="0">
                  <a:moveTo>
                    <a:pt x="56" y="1"/>
                  </a:moveTo>
                  <a:cubicBezTo>
                    <a:pt x="19" y="1"/>
                    <a:pt x="1" y="28"/>
                    <a:pt x="1" y="56"/>
                  </a:cubicBezTo>
                  <a:cubicBezTo>
                    <a:pt x="1" y="93"/>
                    <a:pt x="19" y="121"/>
                    <a:pt x="56" y="121"/>
                  </a:cubicBezTo>
                  <a:lnTo>
                    <a:pt x="938" y="121"/>
                  </a:lnTo>
                  <a:cubicBezTo>
                    <a:pt x="965" y="121"/>
                    <a:pt x="993" y="93"/>
                    <a:pt x="993" y="56"/>
                  </a:cubicBezTo>
                  <a:cubicBezTo>
                    <a:pt x="993" y="28"/>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a:extLst>
                <a:ext uri="{FF2B5EF4-FFF2-40B4-BE49-F238E27FC236}">
                  <a16:creationId xmlns:a16="http://schemas.microsoft.com/office/drawing/2014/main" id="{C1B44966-49A4-E1D0-DC29-DA9E21D1F636}"/>
                </a:ext>
              </a:extLst>
            </p:cNvPr>
            <p:cNvSpPr/>
            <p:nvPr/>
          </p:nvSpPr>
          <p:spPr>
            <a:xfrm>
              <a:off x="1833700" y="2556350"/>
              <a:ext cx="37375" cy="3025"/>
            </a:xfrm>
            <a:custGeom>
              <a:avLst/>
              <a:gdLst/>
              <a:ahLst/>
              <a:cxnLst/>
              <a:rect l="l" t="t" r="r" b="b"/>
              <a:pathLst>
                <a:path w="1495" h="121" extrusionOk="0">
                  <a:moveTo>
                    <a:pt x="56" y="0"/>
                  </a:moveTo>
                  <a:cubicBezTo>
                    <a:pt x="19" y="0"/>
                    <a:pt x="1" y="28"/>
                    <a:pt x="1" y="56"/>
                  </a:cubicBezTo>
                  <a:cubicBezTo>
                    <a:pt x="1" y="93"/>
                    <a:pt x="19" y="121"/>
                    <a:pt x="56" y="121"/>
                  </a:cubicBezTo>
                  <a:lnTo>
                    <a:pt x="1439" y="121"/>
                  </a:lnTo>
                  <a:cubicBezTo>
                    <a:pt x="1466" y="121"/>
                    <a:pt x="1494" y="93"/>
                    <a:pt x="1494" y="56"/>
                  </a:cubicBezTo>
                  <a:cubicBezTo>
                    <a:pt x="1494" y="28"/>
                    <a:pt x="1466" y="0"/>
                    <a:pt x="1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a:extLst>
                <a:ext uri="{FF2B5EF4-FFF2-40B4-BE49-F238E27FC236}">
                  <a16:creationId xmlns:a16="http://schemas.microsoft.com/office/drawing/2014/main" id="{F59CD3A6-A109-A18A-FF12-E4546B8CF9D2}"/>
                </a:ext>
              </a:extLst>
            </p:cNvPr>
            <p:cNvSpPr/>
            <p:nvPr/>
          </p:nvSpPr>
          <p:spPr>
            <a:xfrm>
              <a:off x="1882650" y="2556350"/>
              <a:ext cx="61700" cy="3025"/>
            </a:xfrm>
            <a:custGeom>
              <a:avLst/>
              <a:gdLst/>
              <a:ahLst/>
              <a:cxnLst/>
              <a:rect l="l" t="t" r="r" b="b"/>
              <a:pathLst>
                <a:path w="2468" h="121" extrusionOk="0">
                  <a:moveTo>
                    <a:pt x="65" y="0"/>
                  </a:moveTo>
                  <a:cubicBezTo>
                    <a:pt x="28" y="0"/>
                    <a:pt x="0" y="28"/>
                    <a:pt x="0" y="56"/>
                  </a:cubicBezTo>
                  <a:cubicBezTo>
                    <a:pt x="0" y="93"/>
                    <a:pt x="28" y="121"/>
                    <a:pt x="65" y="121"/>
                  </a:cubicBezTo>
                  <a:lnTo>
                    <a:pt x="2403" y="121"/>
                  </a:lnTo>
                  <a:cubicBezTo>
                    <a:pt x="2440" y="121"/>
                    <a:pt x="2468" y="93"/>
                    <a:pt x="2468" y="56"/>
                  </a:cubicBezTo>
                  <a:cubicBezTo>
                    <a:pt x="2468" y="28"/>
                    <a:pt x="2440" y="0"/>
                    <a:pt x="24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a:extLst>
                <a:ext uri="{FF2B5EF4-FFF2-40B4-BE49-F238E27FC236}">
                  <a16:creationId xmlns:a16="http://schemas.microsoft.com/office/drawing/2014/main" id="{DF464B59-D59A-A72E-E671-A9B8016B01F9}"/>
                </a:ext>
              </a:extLst>
            </p:cNvPr>
            <p:cNvSpPr/>
            <p:nvPr/>
          </p:nvSpPr>
          <p:spPr>
            <a:xfrm>
              <a:off x="1960575" y="2556350"/>
              <a:ext cx="24825" cy="3025"/>
            </a:xfrm>
            <a:custGeom>
              <a:avLst/>
              <a:gdLst/>
              <a:ahLst/>
              <a:cxnLst/>
              <a:rect l="l" t="t" r="r" b="b"/>
              <a:pathLst>
                <a:path w="993" h="121" extrusionOk="0">
                  <a:moveTo>
                    <a:pt x="56" y="0"/>
                  </a:moveTo>
                  <a:cubicBezTo>
                    <a:pt x="19" y="0"/>
                    <a:pt x="0" y="28"/>
                    <a:pt x="0" y="56"/>
                  </a:cubicBezTo>
                  <a:cubicBezTo>
                    <a:pt x="0" y="93"/>
                    <a:pt x="19" y="121"/>
                    <a:pt x="56" y="121"/>
                  </a:cubicBezTo>
                  <a:lnTo>
                    <a:pt x="937" y="121"/>
                  </a:lnTo>
                  <a:cubicBezTo>
                    <a:pt x="965" y="121"/>
                    <a:pt x="993" y="93"/>
                    <a:pt x="993" y="56"/>
                  </a:cubicBezTo>
                  <a:cubicBezTo>
                    <a:pt x="993" y="28"/>
                    <a:pt x="965" y="0"/>
                    <a:pt x="9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a:extLst>
                <a:ext uri="{FF2B5EF4-FFF2-40B4-BE49-F238E27FC236}">
                  <a16:creationId xmlns:a16="http://schemas.microsoft.com/office/drawing/2014/main" id="{5294973D-BCA3-2280-A510-148A7ABC05C6}"/>
                </a:ext>
              </a:extLst>
            </p:cNvPr>
            <p:cNvSpPr/>
            <p:nvPr/>
          </p:nvSpPr>
          <p:spPr>
            <a:xfrm>
              <a:off x="1833700" y="2605750"/>
              <a:ext cx="69825" cy="2800"/>
            </a:xfrm>
            <a:custGeom>
              <a:avLst/>
              <a:gdLst/>
              <a:ahLst/>
              <a:cxnLst/>
              <a:rect l="l" t="t" r="r" b="b"/>
              <a:pathLst>
                <a:path w="2793" h="112" extrusionOk="0">
                  <a:moveTo>
                    <a:pt x="56" y="0"/>
                  </a:moveTo>
                  <a:cubicBezTo>
                    <a:pt x="19" y="0"/>
                    <a:pt x="1" y="19"/>
                    <a:pt x="1" y="56"/>
                  </a:cubicBezTo>
                  <a:cubicBezTo>
                    <a:pt x="1" y="84"/>
                    <a:pt x="19" y="112"/>
                    <a:pt x="56" y="112"/>
                  </a:cubicBezTo>
                  <a:lnTo>
                    <a:pt x="2737" y="112"/>
                  </a:lnTo>
                  <a:cubicBezTo>
                    <a:pt x="2765" y="112"/>
                    <a:pt x="2793" y="84"/>
                    <a:pt x="2793" y="56"/>
                  </a:cubicBezTo>
                  <a:cubicBezTo>
                    <a:pt x="2793" y="19"/>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3">
              <a:extLst>
                <a:ext uri="{FF2B5EF4-FFF2-40B4-BE49-F238E27FC236}">
                  <a16:creationId xmlns:a16="http://schemas.microsoft.com/office/drawing/2014/main" id="{12785113-1654-CD85-4D90-9E9A36578323}"/>
                </a:ext>
              </a:extLst>
            </p:cNvPr>
            <p:cNvSpPr/>
            <p:nvPr/>
          </p:nvSpPr>
          <p:spPr>
            <a:xfrm>
              <a:off x="1917425" y="2605750"/>
              <a:ext cx="26925" cy="2800"/>
            </a:xfrm>
            <a:custGeom>
              <a:avLst/>
              <a:gdLst/>
              <a:ahLst/>
              <a:cxnLst/>
              <a:rect l="l" t="t" r="r" b="b"/>
              <a:pathLst>
                <a:path w="1077" h="112" extrusionOk="0">
                  <a:moveTo>
                    <a:pt x="56" y="0"/>
                  </a:moveTo>
                  <a:cubicBezTo>
                    <a:pt x="28" y="0"/>
                    <a:pt x="1" y="19"/>
                    <a:pt x="1" y="56"/>
                  </a:cubicBezTo>
                  <a:cubicBezTo>
                    <a:pt x="1" y="84"/>
                    <a:pt x="28" y="112"/>
                    <a:pt x="56" y="112"/>
                  </a:cubicBezTo>
                  <a:lnTo>
                    <a:pt x="1012" y="112"/>
                  </a:lnTo>
                  <a:cubicBezTo>
                    <a:pt x="1049" y="112"/>
                    <a:pt x="1077" y="84"/>
                    <a:pt x="1077" y="56"/>
                  </a:cubicBezTo>
                  <a:cubicBezTo>
                    <a:pt x="1077" y="19"/>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3">
              <a:extLst>
                <a:ext uri="{FF2B5EF4-FFF2-40B4-BE49-F238E27FC236}">
                  <a16:creationId xmlns:a16="http://schemas.microsoft.com/office/drawing/2014/main" id="{5FD338AA-77F9-2512-28A1-93B13888D831}"/>
                </a:ext>
              </a:extLst>
            </p:cNvPr>
            <p:cNvSpPr/>
            <p:nvPr/>
          </p:nvSpPr>
          <p:spPr>
            <a:xfrm>
              <a:off x="1833700" y="2688775"/>
              <a:ext cx="69825" cy="3025"/>
            </a:xfrm>
            <a:custGeom>
              <a:avLst/>
              <a:gdLst/>
              <a:ahLst/>
              <a:cxnLst/>
              <a:rect l="l" t="t" r="r" b="b"/>
              <a:pathLst>
                <a:path w="2793" h="121" extrusionOk="0">
                  <a:moveTo>
                    <a:pt x="56" y="0"/>
                  </a:moveTo>
                  <a:cubicBezTo>
                    <a:pt x="19" y="0"/>
                    <a:pt x="1" y="28"/>
                    <a:pt x="1" y="56"/>
                  </a:cubicBezTo>
                  <a:cubicBezTo>
                    <a:pt x="1" y="93"/>
                    <a:pt x="19" y="121"/>
                    <a:pt x="56" y="121"/>
                  </a:cubicBezTo>
                  <a:lnTo>
                    <a:pt x="2737" y="121"/>
                  </a:lnTo>
                  <a:cubicBezTo>
                    <a:pt x="2765" y="121"/>
                    <a:pt x="2793" y="93"/>
                    <a:pt x="2793" y="56"/>
                  </a:cubicBezTo>
                  <a:cubicBezTo>
                    <a:pt x="2793" y="28"/>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a:extLst>
                <a:ext uri="{FF2B5EF4-FFF2-40B4-BE49-F238E27FC236}">
                  <a16:creationId xmlns:a16="http://schemas.microsoft.com/office/drawing/2014/main" id="{72140F64-B93E-7C20-7CD9-095795F9E40F}"/>
                </a:ext>
              </a:extLst>
            </p:cNvPr>
            <p:cNvSpPr/>
            <p:nvPr/>
          </p:nvSpPr>
          <p:spPr>
            <a:xfrm>
              <a:off x="1917425" y="2688775"/>
              <a:ext cx="26925" cy="3025"/>
            </a:xfrm>
            <a:custGeom>
              <a:avLst/>
              <a:gdLst/>
              <a:ahLst/>
              <a:cxnLst/>
              <a:rect l="l" t="t" r="r" b="b"/>
              <a:pathLst>
                <a:path w="1077" h="121" extrusionOk="0">
                  <a:moveTo>
                    <a:pt x="56" y="0"/>
                  </a:moveTo>
                  <a:cubicBezTo>
                    <a:pt x="28" y="0"/>
                    <a:pt x="1" y="28"/>
                    <a:pt x="1" y="56"/>
                  </a:cubicBezTo>
                  <a:cubicBezTo>
                    <a:pt x="1" y="93"/>
                    <a:pt x="28" y="121"/>
                    <a:pt x="56" y="121"/>
                  </a:cubicBezTo>
                  <a:lnTo>
                    <a:pt x="1012" y="121"/>
                  </a:lnTo>
                  <a:cubicBezTo>
                    <a:pt x="1049" y="121"/>
                    <a:pt x="1077" y="93"/>
                    <a:pt x="1077" y="56"/>
                  </a:cubicBezTo>
                  <a:cubicBezTo>
                    <a:pt x="1077" y="28"/>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a:extLst>
                <a:ext uri="{FF2B5EF4-FFF2-40B4-BE49-F238E27FC236}">
                  <a16:creationId xmlns:a16="http://schemas.microsoft.com/office/drawing/2014/main" id="{D46EB222-5A9C-DBBE-888E-6579B280F900}"/>
                </a:ext>
              </a:extLst>
            </p:cNvPr>
            <p:cNvSpPr/>
            <p:nvPr/>
          </p:nvSpPr>
          <p:spPr>
            <a:xfrm>
              <a:off x="1960575" y="2605750"/>
              <a:ext cx="24825" cy="2800"/>
            </a:xfrm>
            <a:custGeom>
              <a:avLst/>
              <a:gdLst/>
              <a:ahLst/>
              <a:cxnLst/>
              <a:rect l="l" t="t" r="r" b="b"/>
              <a:pathLst>
                <a:path w="993" h="112" extrusionOk="0">
                  <a:moveTo>
                    <a:pt x="56" y="0"/>
                  </a:moveTo>
                  <a:cubicBezTo>
                    <a:pt x="19" y="0"/>
                    <a:pt x="0" y="19"/>
                    <a:pt x="0" y="56"/>
                  </a:cubicBezTo>
                  <a:cubicBezTo>
                    <a:pt x="0" y="84"/>
                    <a:pt x="19" y="112"/>
                    <a:pt x="56" y="112"/>
                  </a:cubicBezTo>
                  <a:lnTo>
                    <a:pt x="937" y="112"/>
                  </a:lnTo>
                  <a:cubicBezTo>
                    <a:pt x="965" y="112"/>
                    <a:pt x="993" y="84"/>
                    <a:pt x="993" y="56"/>
                  </a:cubicBezTo>
                  <a:cubicBezTo>
                    <a:pt x="993" y="19"/>
                    <a:pt x="965" y="0"/>
                    <a:pt x="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3">
              <a:extLst>
                <a:ext uri="{FF2B5EF4-FFF2-40B4-BE49-F238E27FC236}">
                  <a16:creationId xmlns:a16="http://schemas.microsoft.com/office/drawing/2014/main" id="{55FA9D9D-E8E6-A3C8-8B38-5C6F49FEA925}"/>
                </a:ext>
              </a:extLst>
            </p:cNvPr>
            <p:cNvSpPr/>
            <p:nvPr/>
          </p:nvSpPr>
          <p:spPr>
            <a:xfrm>
              <a:off x="1915350" y="2657450"/>
              <a:ext cx="70050" cy="3050"/>
            </a:xfrm>
            <a:custGeom>
              <a:avLst/>
              <a:gdLst/>
              <a:ahLst/>
              <a:cxnLst/>
              <a:rect l="l" t="t" r="r" b="b"/>
              <a:pathLst>
                <a:path w="2802" h="122" extrusionOk="0">
                  <a:moveTo>
                    <a:pt x="65" y="1"/>
                  </a:moveTo>
                  <a:cubicBezTo>
                    <a:pt x="28" y="1"/>
                    <a:pt x="0" y="29"/>
                    <a:pt x="0" y="66"/>
                  </a:cubicBezTo>
                  <a:cubicBezTo>
                    <a:pt x="0" y="94"/>
                    <a:pt x="28" y="121"/>
                    <a:pt x="65" y="121"/>
                  </a:cubicBezTo>
                  <a:lnTo>
                    <a:pt x="2746" y="121"/>
                  </a:lnTo>
                  <a:cubicBezTo>
                    <a:pt x="2774" y="121"/>
                    <a:pt x="2802" y="94"/>
                    <a:pt x="2802" y="66"/>
                  </a:cubicBezTo>
                  <a:cubicBezTo>
                    <a:pt x="2802" y="29"/>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3">
              <a:extLst>
                <a:ext uri="{FF2B5EF4-FFF2-40B4-BE49-F238E27FC236}">
                  <a16:creationId xmlns:a16="http://schemas.microsoft.com/office/drawing/2014/main" id="{5498F034-F232-40D7-C5F1-11DEC3653639}"/>
                </a:ext>
              </a:extLst>
            </p:cNvPr>
            <p:cNvSpPr/>
            <p:nvPr/>
          </p:nvSpPr>
          <p:spPr>
            <a:xfrm>
              <a:off x="1874750" y="2657450"/>
              <a:ext cx="26700" cy="3050"/>
            </a:xfrm>
            <a:custGeom>
              <a:avLst/>
              <a:gdLst/>
              <a:ahLst/>
              <a:cxnLst/>
              <a:rect l="l" t="t" r="r" b="b"/>
              <a:pathLst>
                <a:path w="1068" h="122" extrusionOk="0">
                  <a:moveTo>
                    <a:pt x="56" y="1"/>
                  </a:moveTo>
                  <a:cubicBezTo>
                    <a:pt x="28" y="1"/>
                    <a:pt x="1" y="29"/>
                    <a:pt x="1" y="66"/>
                  </a:cubicBezTo>
                  <a:cubicBezTo>
                    <a:pt x="1" y="94"/>
                    <a:pt x="28" y="121"/>
                    <a:pt x="56" y="121"/>
                  </a:cubicBezTo>
                  <a:lnTo>
                    <a:pt x="1012" y="121"/>
                  </a:lnTo>
                  <a:cubicBezTo>
                    <a:pt x="1049" y="121"/>
                    <a:pt x="1067" y="94"/>
                    <a:pt x="1067" y="66"/>
                  </a:cubicBezTo>
                  <a:cubicBezTo>
                    <a:pt x="1067" y="29"/>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3">
              <a:extLst>
                <a:ext uri="{FF2B5EF4-FFF2-40B4-BE49-F238E27FC236}">
                  <a16:creationId xmlns:a16="http://schemas.microsoft.com/office/drawing/2014/main" id="{18C22ACF-1F77-2ACB-DF2F-D377786B22D5}"/>
                </a:ext>
              </a:extLst>
            </p:cNvPr>
            <p:cNvSpPr/>
            <p:nvPr/>
          </p:nvSpPr>
          <p:spPr>
            <a:xfrm>
              <a:off x="1833700" y="2657450"/>
              <a:ext cx="24850" cy="3050"/>
            </a:xfrm>
            <a:custGeom>
              <a:avLst/>
              <a:gdLst/>
              <a:ahLst/>
              <a:cxnLst/>
              <a:rect l="l" t="t" r="r" b="b"/>
              <a:pathLst>
                <a:path w="994" h="122" extrusionOk="0">
                  <a:moveTo>
                    <a:pt x="56" y="1"/>
                  </a:moveTo>
                  <a:cubicBezTo>
                    <a:pt x="19" y="1"/>
                    <a:pt x="1" y="29"/>
                    <a:pt x="1" y="66"/>
                  </a:cubicBezTo>
                  <a:cubicBezTo>
                    <a:pt x="1" y="94"/>
                    <a:pt x="19" y="121"/>
                    <a:pt x="56" y="121"/>
                  </a:cubicBezTo>
                  <a:lnTo>
                    <a:pt x="938" y="121"/>
                  </a:lnTo>
                  <a:cubicBezTo>
                    <a:pt x="965" y="121"/>
                    <a:pt x="993" y="94"/>
                    <a:pt x="993" y="66"/>
                  </a:cubicBezTo>
                  <a:cubicBezTo>
                    <a:pt x="993" y="29"/>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3">
              <a:extLst>
                <a:ext uri="{FF2B5EF4-FFF2-40B4-BE49-F238E27FC236}">
                  <a16:creationId xmlns:a16="http://schemas.microsoft.com/office/drawing/2014/main" id="{F34459EF-26E0-4304-5018-1C0EA339FAAA}"/>
                </a:ext>
              </a:extLst>
            </p:cNvPr>
            <p:cNvSpPr/>
            <p:nvPr/>
          </p:nvSpPr>
          <p:spPr>
            <a:xfrm>
              <a:off x="1874750" y="2716825"/>
              <a:ext cx="26700" cy="3050"/>
            </a:xfrm>
            <a:custGeom>
              <a:avLst/>
              <a:gdLst/>
              <a:ahLst/>
              <a:cxnLst/>
              <a:rect l="l" t="t" r="r" b="b"/>
              <a:pathLst>
                <a:path w="1068" h="122" extrusionOk="0">
                  <a:moveTo>
                    <a:pt x="56" y="1"/>
                  </a:moveTo>
                  <a:cubicBezTo>
                    <a:pt x="28" y="1"/>
                    <a:pt x="1" y="29"/>
                    <a:pt x="1" y="66"/>
                  </a:cubicBezTo>
                  <a:cubicBezTo>
                    <a:pt x="1" y="93"/>
                    <a:pt x="28" y="121"/>
                    <a:pt x="56" y="121"/>
                  </a:cubicBezTo>
                  <a:lnTo>
                    <a:pt x="1012" y="121"/>
                  </a:lnTo>
                  <a:cubicBezTo>
                    <a:pt x="1049" y="121"/>
                    <a:pt x="1067" y="93"/>
                    <a:pt x="1067" y="66"/>
                  </a:cubicBezTo>
                  <a:cubicBezTo>
                    <a:pt x="1067" y="29"/>
                    <a:pt x="1049" y="1"/>
                    <a:pt x="10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3">
              <a:extLst>
                <a:ext uri="{FF2B5EF4-FFF2-40B4-BE49-F238E27FC236}">
                  <a16:creationId xmlns:a16="http://schemas.microsoft.com/office/drawing/2014/main" id="{F4CEE48F-ECA7-1D6E-8C64-2C079BA264BA}"/>
                </a:ext>
              </a:extLst>
            </p:cNvPr>
            <p:cNvSpPr/>
            <p:nvPr/>
          </p:nvSpPr>
          <p:spPr>
            <a:xfrm>
              <a:off x="1833700" y="2716825"/>
              <a:ext cx="24850" cy="3050"/>
            </a:xfrm>
            <a:custGeom>
              <a:avLst/>
              <a:gdLst/>
              <a:ahLst/>
              <a:cxnLst/>
              <a:rect l="l" t="t" r="r" b="b"/>
              <a:pathLst>
                <a:path w="994" h="122" extrusionOk="0">
                  <a:moveTo>
                    <a:pt x="56" y="1"/>
                  </a:moveTo>
                  <a:cubicBezTo>
                    <a:pt x="19" y="1"/>
                    <a:pt x="1" y="29"/>
                    <a:pt x="1" y="66"/>
                  </a:cubicBezTo>
                  <a:cubicBezTo>
                    <a:pt x="1" y="93"/>
                    <a:pt x="19" y="121"/>
                    <a:pt x="56" y="121"/>
                  </a:cubicBezTo>
                  <a:lnTo>
                    <a:pt x="938" y="121"/>
                  </a:lnTo>
                  <a:cubicBezTo>
                    <a:pt x="965" y="121"/>
                    <a:pt x="993" y="93"/>
                    <a:pt x="993" y="66"/>
                  </a:cubicBezTo>
                  <a:cubicBezTo>
                    <a:pt x="993" y="29"/>
                    <a:pt x="965" y="1"/>
                    <a:pt x="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3">
              <a:extLst>
                <a:ext uri="{FF2B5EF4-FFF2-40B4-BE49-F238E27FC236}">
                  <a16:creationId xmlns:a16="http://schemas.microsoft.com/office/drawing/2014/main" id="{B30A26AF-59EA-1D55-85E5-8E1290148550}"/>
                </a:ext>
              </a:extLst>
            </p:cNvPr>
            <p:cNvSpPr/>
            <p:nvPr/>
          </p:nvSpPr>
          <p:spPr>
            <a:xfrm>
              <a:off x="1833700" y="2631250"/>
              <a:ext cx="37375" cy="3050"/>
            </a:xfrm>
            <a:custGeom>
              <a:avLst/>
              <a:gdLst/>
              <a:ahLst/>
              <a:cxnLst/>
              <a:rect l="l" t="t" r="r" b="b"/>
              <a:pathLst>
                <a:path w="1495" h="122" extrusionOk="0">
                  <a:moveTo>
                    <a:pt x="56" y="1"/>
                  </a:moveTo>
                  <a:cubicBezTo>
                    <a:pt x="19" y="1"/>
                    <a:pt x="1" y="28"/>
                    <a:pt x="1" y="66"/>
                  </a:cubicBezTo>
                  <a:cubicBezTo>
                    <a:pt x="1" y="93"/>
                    <a:pt x="19" y="121"/>
                    <a:pt x="56" y="121"/>
                  </a:cubicBezTo>
                  <a:lnTo>
                    <a:pt x="1439" y="121"/>
                  </a:lnTo>
                  <a:cubicBezTo>
                    <a:pt x="1466" y="121"/>
                    <a:pt x="1494" y="93"/>
                    <a:pt x="1494" y="66"/>
                  </a:cubicBezTo>
                  <a:cubicBezTo>
                    <a:pt x="1494" y="28"/>
                    <a:pt x="1466" y="1"/>
                    <a:pt x="14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3">
              <a:extLst>
                <a:ext uri="{FF2B5EF4-FFF2-40B4-BE49-F238E27FC236}">
                  <a16:creationId xmlns:a16="http://schemas.microsoft.com/office/drawing/2014/main" id="{90DC4779-355A-2B33-6231-1814311DB2FE}"/>
                </a:ext>
              </a:extLst>
            </p:cNvPr>
            <p:cNvSpPr/>
            <p:nvPr/>
          </p:nvSpPr>
          <p:spPr>
            <a:xfrm>
              <a:off x="1882650" y="2631250"/>
              <a:ext cx="61700" cy="3050"/>
            </a:xfrm>
            <a:custGeom>
              <a:avLst/>
              <a:gdLst/>
              <a:ahLst/>
              <a:cxnLst/>
              <a:rect l="l" t="t" r="r" b="b"/>
              <a:pathLst>
                <a:path w="2468" h="122" extrusionOk="0">
                  <a:moveTo>
                    <a:pt x="65" y="1"/>
                  </a:moveTo>
                  <a:cubicBezTo>
                    <a:pt x="28" y="1"/>
                    <a:pt x="0" y="28"/>
                    <a:pt x="0" y="66"/>
                  </a:cubicBezTo>
                  <a:cubicBezTo>
                    <a:pt x="0" y="93"/>
                    <a:pt x="28" y="121"/>
                    <a:pt x="65" y="121"/>
                  </a:cubicBezTo>
                  <a:lnTo>
                    <a:pt x="2403" y="121"/>
                  </a:lnTo>
                  <a:cubicBezTo>
                    <a:pt x="2440" y="121"/>
                    <a:pt x="2468" y="93"/>
                    <a:pt x="2468" y="66"/>
                  </a:cubicBezTo>
                  <a:cubicBezTo>
                    <a:pt x="2468" y="28"/>
                    <a:pt x="2440" y="1"/>
                    <a:pt x="24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3">
              <a:extLst>
                <a:ext uri="{FF2B5EF4-FFF2-40B4-BE49-F238E27FC236}">
                  <a16:creationId xmlns:a16="http://schemas.microsoft.com/office/drawing/2014/main" id="{E7BD66B5-767A-0D6C-7E71-BA9BE222F3EF}"/>
                </a:ext>
              </a:extLst>
            </p:cNvPr>
            <p:cNvSpPr/>
            <p:nvPr/>
          </p:nvSpPr>
          <p:spPr>
            <a:xfrm>
              <a:off x="1960575" y="263125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3">
              <a:extLst>
                <a:ext uri="{FF2B5EF4-FFF2-40B4-BE49-F238E27FC236}">
                  <a16:creationId xmlns:a16="http://schemas.microsoft.com/office/drawing/2014/main" id="{96926A44-E0AD-AD95-7297-531A9E459E7E}"/>
                </a:ext>
              </a:extLst>
            </p:cNvPr>
            <p:cNvSpPr/>
            <p:nvPr/>
          </p:nvSpPr>
          <p:spPr>
            <a:xfrm>
              <a:off x="1833250" y="2744425"/>
              <a:ext cx="61475" cy="3050"/>
            </a:xfrm>
            <a:custGeom>
              <a:avLst/>
              <a:gdLst/>
              <a:ahLst/>
              <a:cxnLst/>
              <a:rect l="l" t="t" r="r" b="b"/>
              <a:pathLst>
                <a:path w="2459" h="122" extrusionOk="0">
                  <a:moveTo>
                    <a:pt x="56" y="1"/>
                  </a:moveTo>
                  <a:cubicBezTo>
                    <a:pt x="19" y="1"/>
                    <a:pt x="0" y="28"/>
                    <a:pt x="0" y="66"/>
                  </a:cubicBezTo>
                  <a:cubicBezTo>
                    <a:pt x="0" y="93"/>
                    <a:pt x="19" y="121"/>
                    <a:pt x="56" y="121"/>
                  </a:cubicBezTo>
                  <a:lnTo>
                    <a:pt x="2393" y="121"/>
                  </a:lnTo>
                  <a:cubicBezTo>
                    <a:pt x="2431" y="121"/>
                    <a:pt x="2458" y="93"/>
                    <a:pt x="2458" y="66"/>
                  </a:cubicBezTo>
                  <a:cubicBezTo>
                    <a:pt x="2458" y="28"/>
                    <a:pt x="2431" y="1"/>
                    <a:pt x="2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3">
              <a:extLst>
                <a:ext uri="{FF2B5EF4-FFF2-40B4-BE49-F238E27FC236}">
                  <a16:creationId xmlns:a16="http://schemas.microsoft.com/office/drawing/2014/main" id="{C814614A-A866-C3C4-2C7C-1017908DB651}"/>
                </a:ext>
              </a:extLst>
            </p:cNvPr>
            <p:cNvSpPr/>
            <p:nvPr/>
          </p:nvSpPr>
          <p:spPr>
            <a:xfrm>
              <a:off x="1833250" y="2770400"/>
              <a:ext cx="24825" cy="2800"/>
            </a:xfrm>
            <a:custGeom>
              <a:avLst/>
              <a:gdLst/>
              <a:ahLst/>
              <a:cxnLst/>
              <a:rect l="l" t="t" r="r" b="b"/>
              <a:pathLst>
                <a:path w="993" h="112" extrusionOk="0">
                  <a:moveTo>
                    <a:pt x="56" y="1"/>
                  </a:moveTo>
                  <a:cubicBezTo>
                    <a:pt x="28" y="1"/>
                    <a:pt x="0" y="28"/>
                    <a:pt x="0" y="56"/>
                  </a:cubicBezTo>
                  <a:cubicBezTo>
                    <a:pt x="0" y="93"/>
                    <a:pt x="28" y="112"/>
                    <a:pt x="56" y="112"/>
                  </a:cubicBezTo>
                  <a:lnTo>
                    <a:pt x="937" y="112"/>
                  </a:lnTo>
                  <a:cubicBezTo>
                    <a:pt x="974" y="112"/>
                    <a:pt x="993" y="93"/>
                    <a:pt x="993" y="56"/>
                  </a:cubicBezTo>
                  <a:cubicBezTo>
                    <a:pt x="993" y="28"/>
                    <a:pt x="974"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3">
              <a:extLst>
                <a:ext uri="{FF2B5EF4-FFF2-40B4-BE49-F238E27FC236}">
                  <a16:creationId xmlns:a16="http://schemas.microsoft.com/office/drawing/2014/main" id="{0F52A0B9-E623-763A-E1E2-379E4B82312E}"/>
                </a:ext>
              </a:extLst>
            </p:cNvPr>
            <p:cNvSpPr/>
            <p:nvPr/>
          </p:nvSpPr>
          <p:spPr>
            <a:xfrm>
              <a:off x="1630775" y="2920000"/>
              <a:ext cx="550375" cy="380600"/>
            </a:xfrm>
            <a:custGeom>
              <a:avLst/>
              <a:gdLst/>
              <a:ahLst/>
              <a:cxnLst/>
              <a:rect l="l" t="t" r="r" b="b"/>
              <a:pathLst>
                <a:path w="22015" h="15224" extrusionOk="0">
                  <a:moveTo>
                    <a:pt x="576" y="0"/>
                  </a:moveTo>
                  <a:cubicBezTo>
                    <a:pt x="260" y="0"/>
                    <a:pt x="1" y="260"/>
                    <a:pt x="1" y="575"/>
                  </a:cubicBezTo>
                  <a:lnTo>
                    <a:pt x="1" y="15019"/>
                  </a:lnTo>
                  <a:cubicBezTo>
                    <a:pt x="1" y="15130"/>
                    <a:pt x="93" y="15223"/>
                    <a:pt x="205" y="15223"/>
                  </a:cubicBezTo>
                  <a:lnTo>
                    <a:pt x="21810" y="15223"/>
                  </a:lnTo>
                  <a:cubicBezTo>
                    <a:pt x="21921" y="15223"/>
                    <a:pt x="22014" y="15130"/>
                    <a:pt x="22014" y="15019"/>
                  </a:cubicBezTo>
                  <a:lnTo>
                    <a:pt x="22014" y="575"/>
                  </a:lnTo>
                  <a:cubicBezTo>
                    <a:pt x="22014" y="260"/>
                    <a:pt x="21754" y="0"/>
                    <a:pt x="21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3">
              <a:extLst>
                <a:ext uri="{FF2B5EF4-FFF2-40B4-BE49-F238E27FC236}">
                  <a16:creationId xmlns:a16="http://schemas.microsoft.com/office/drawing/2014/main" id="{D4CE6882-A744-5676-588A-ADDE471E4DD1}"/>
                </a:ext>
              </a:extLst>
            </p:cNvPr>
            <p:cNvSpPr/>
            <p:nvPr/>
          </p:nvSpPr>
          <p:spPr>
            <a:xfrm>
              <a:off x="1629375" y="2918600"/>
              <a:ext cx="553150" cy="383375"/>
            </a:xfrm>
            <a:custGeom>
              <a:avLst/>
              <a:gdLst/>
              <a:ahLst/>
              <a:cxnLst/>
              <a:rect l="l" t="t" r="r" b="b"/>
              <a:pathLst>
                <a:path w="22126" h="15335" extrusionOk="0">
                  <a:moveTo>
                    <a:pt x="21495" y="121"/>
                  </a:moveTo>
                  <a:cubicBezTo>
                    <a:pt x="21773" y="121"/>
                    <a:pt x="22005" y="344"/>
                    <a:pt x="22005" y="631"/>
                  </a:cubicBezTo>
                  <a:lnTo>
                    <a:pt x="22005" y="15075"/>
                  </a:lnTo>
                  <a:cubicBezTo>
                    <a:pt x="22005" y="15149"/>
                    <a:pt x="21940" y="15214"/>
                    <a:pt x="21866" y="15214"/>
                  </a:cubicBezTo>
                  <a:lnTo>
                    <a:pt x="251" y="15214"/>
                  </a:lnTo>
                  <a:cubicBezTo>
                    <a:pt x="177" y="15214"/>
                    <a:pt x="112" y="15149"/>
                    <a:pt x="112" y="15075"/>
                  </a:cubicBezTo>
                  <a:lnTo>
                    <a:pt x="112" y="631"/>
                  </a:lnTo>
                  <a:cubicBezTo>
                    <a:pt x="112" y="344"/>
                    <a:pt x="344" y="121"/>
                    <a:pt x="632" y="121"/>
                  </a:cubicBezTo>
                  <a:close/>
                  <a:moveTo>
                    <a:pt x="632" y="0"/>
                  </a:moveTo>
                  <a:cubicBezTo>
                    <a:pt x="279" y="0"/>
                    <a:pt x="1" y="288"/>
                    <a:pt x="1" y="631"/>
                  </a:cubicBezTo>
                  <a:lnTo>
                    <a:pt x="1" y="15075"/>
                  </a:lnTo>
                  <a:cubicBezTo>
                    <a:pt x="1" y="15214"/>
                    <a:pt x="112" y="15335"/>
                    <a:pt x="261" y="15335"/>
                  </a:cubicBezTo>
                  <a:lnTo>
                    <a:pt x="21866" y="15335"/>
                  </a:lnTo>
                  <a:cubicBezTo>
                    <a:pt x="22005" y="15335"/>
                    <a:pt x="22126" y="15214"/>
                    <a:pt x="22126" y="15075"/>
                  </a:cubicBezTo>
                  <a:lnTo>
                    <a:pt x="22126" y="631"/>
                  </a:lnTo>
                  <a:cubicBezTo>
                    <a:pt x="22126" y="288"/>
                    <a:pt x="21838" y="0"/>
                    <a:pt x="214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3">
              <a:extLst>
                <a:ext uri="{FF2B5EF4-FFF2-40B4-BE49-F238E27FC236}">
                  <a16:creationId xmlns:a16="http://schemas.microsoft.com/office/drawing/2014/main" id="{3E8A8A92-61F0-5BE1-6E4E-7E687988D862}"/>
                </a:ext>
              </a:extLst>
            </p:cNvPr>
            <p:cNvSpPr/>
            <p:nvPr/>
          </p:nvSpPr>
          <p:spPr>
            <a:xfrm>
              <a:off x="1670900" y="2956625"/>
              <a:ext cx="469875" cy="307325"/>
            </a:xfrm>
            <a:custGeom>
              <a:avLst/>
              <a:gdLst/>
              <a:ahLst/>
              <a:cxnLst/>
              <a:rect l="l" t="t" r="r" b="b"/>
              <a:pathLst>
                <a:path w="18795" h="12293" extrusionOk="0">
                  <a:moveTo>
                    <a:pt x="0" y="1"/>
                  </a:moveTo>
                  <a:lnTo>
                    <a:pt x="0" y="12292"/>
                  </a:lnTo>
                  <a:lnTo>
                    <a:pt x="18795" y="12292"/>
                  </a:lnTo>
                  <a:lnTo>
                    <a:pt x="187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3">
              <a:extLst>
                <a:ext uri="{FF2B5EF4-FFF2-40B4-BE49-F238E27FC236}">
                  <a16:creationId xmlns:a16="http://schemas.microsoft.com/office/drawing/2014/main" id="{9A30A7D3-08AD-2AD7-A479-1D16C0769FC8}"/>
                </a:ext>
              </a:extLst>
            </p:cNvPr>
            <p:cNvSpPr/>
            <p:nvPr/>
          </p:nvSpPr>
          <p:spPr>
            <a:xfrm>
              <a:off x="1669500" y="2955000"/>
              <a:ext cx="472675" cy="310325"/>
            </a:xfrm>
            <a:custGeom>
              <a:avLst/>
              <a:gdLst/>
              <a:ahLst/>
              <a:cxnLst/>
              <a:rect l="l" t="t" r="r" b="b"/>
              <a:pathLst>
                <a:path w="18907" h="12413" extrusionOk="0">
                  <a:moveTo>
                    <a:pt x="18795" y="121"/>
                  </a:moveTo>
                  <a:lnTo>
                    <a:pt x="18795" y="12302"/>
                  </a:lnTo>
                  <a:lnTo>
                    <a:pt x="121" y="12302"/>
                  </a:lnTo>
                  <a:lnTo>
                    <a:pt x="121" y="121"/>
                  </a:lnTo>
                  <a:close/>
                  <a:moveTo>
                    <a:pt x="56" y="1"/>
                  </a:moveTo>
                  <a:cubicBezTo>
                    <a:pt x="29" y="1"/>
                    <a:pt x="1" y="29"/>
                    <a:pt x="1" y="66"/>
                  </a:cubicBezTo>
                  <a:lnTo>
                    <a:pt x="1" y="12357"/>
                  </a:lnTo>
                  <a:cubicBezTo>
                    <a:pt x="1" y="12394"/>
                    <a:pt x="29" y="12413"/>
                    <a:pt x="56" y="12413"/>
                  </a:cubicBezTo>
                  <a:lnTo>
                    <a:pt x="18851" y="12413"/>
                  </a:lnTo>
                  <a:cubicBezTo>
                    <a:pt x="18888" y="12413"/>
                    <a:pt x="18907" y="12394"/>
                    <a:pt x="18907" y="12357"/>
                  </a:cubicBezTo>
                  <a:lnTo>
                    <a:pt x="18907" y="66"/>
                  </a:lnTo>
                  <a:cubicBezTo>
                    <a:pt x="18907" y="29"/>
                    <a:pt x="18879" y="1"/>
                    <a:pt x="188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3">
              <a:extLst>
                <a:ext uri="{FF2B5EF4-FFF2-40B4-BE49-F238E27FC236}">
                  <a16:creationId xmlns:a16="http://schemas.microsoft.com/office/drawing/2014/main" id="{98A9166A-D1DE-84D6-7CE0-C763EFAB12C7}"/>
                </a:ext>
              </a:extLst>
            </p:cNvPr>
            <p:cNvSpPr/>
            <p:nvPr/>
          </p:nvSpPr>
          <p:spPr>
            <a:xfrm>
              <a:off x="1900275" y="2932975"/>
              <a:ext cx="11375" cy="11400"/>
            </a:xfrm>
            <a:custGeom>
              <a:avLst/>
              <a:gdLst/>
              <a:ahLst/>
              <a:cxnLst/>
              <a:rect l="l" t="t" r="r" b="b"/>
              <a:pathLst>
                <a:path w="455" h="456" extrusionOk="0">
                  <a:moveTo>
                    <a:pt x="223" y="121"/>
                  </a:moveTo>
                  <a:cubicBezTo>
                    <a:pt x="288" y="121"/>
                    <a:pt x="334" y="168"/>
                    <a:pt x="334" y="232"/>
                  </a:cubicBezTo>
                  <a:cubicBezTo>
                    <a:pt x="334" y="288"/>
                    <a:pt x="288" y="344"/>
                    <a:pt x="223" y="344"/>
                  </a:cubicBezTo>
                  <a:cubicBezTo>
                    <a:pt x="167" y="344"/>
                    <a:pt x="111" y="288"/>
                    <a:pt x="111" y="232"/>
                  </a:cubicBezTo>
                  <a:cubicBezTo>
                    <a:pt x="111" y="168"/>
                    <a:pt x="167" y="121"/>
                    <a:pt x="223" y="121"/>
                  </a:cubicBezTo>
                  <a:close/>
                  <a:moveTo>
                    <a:pt x="223" y="1"/>
                  </a:moveTo>
                  <a:cubicBezTo>
                    <a:pt x="102" y="1"/>
                    <a:pt x="0" y="103"/>
                    <a:pt x="0" y="232"/>
                  </a:cubicBezTo>
                  <a:cubicBezTo>
                    <a:pt x="0" y="353"/>
                    <a:pt x="102" y="455"/>
                    <a:pt x="223" y="455"/>
                  </a:cubicBezTo>
                  <a:cubicBezTo>
                    <a:pt x="353" y="455"/>
                    <a:pt x="455" y="353"/>
                    <a:pt x="455" y="232"/>
                  </a:cubicBezTo>
                  <a:cubicBezTo>
                    <a:pt x="455" y="103"/>
                    <a:pt x="353" y="1"/>
                    <a:pt x="2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3">
              <a:extLst>
                <a:ext uri="{FF2B5EF4-FFF2-40B4-BE49-F238E27FC236}">
                  <a16:creationId xmlns:a16="http://schemas.microsoft.com/office/drawing/2014/main" id="{CF3CA886-20EE-2A9A-B618-50C483183CCF}"/>
                </a:ext>
              </a:extLst>
            </p:cNvPr>
            <p:cNvSpPr/>
            <p:nvPr/>
          </p:nvSpPr>
          <p:spPr>
            <a:xfrm>
              <a:off x="1540800" y="3297550"/>
              <a:ext cx="730325" cy="49200"/>
            </a:xfrm>
            <a:custGeom>
              <a:avLst/>
              <a:gdLst/>
              <a:ahLst/>
              <a:cxnLst/>
              <a:rect l="l" t="t" r="r" b="b"/>
              <a:pathLst>
                <a:path w="29213" h="1968" extrusionOk="0">
                  <a:moveTo>
                    <a:pt x="0" y="0"/>
                  </a:moveTo>
                  <a:lnTo>
                    <a:pt x="0" y="1206"/>
                  </a:lnTo>
                  <a:cubicBezTo>
                    <a:pt x="0" y="1624"/>
                    <a:pt x="343" y="1967"/>
                    <a:pt x="761" y="1967"/>
                  </a:cubicBezTo>
                  <a:lnTo>
                    <a:pt x="28443" y="1967"/>
                  </a:lnTo>
                  <a:cubicBezTo>
                    <a:pt x="28869" y="1967"/>
                    <a:pt x="29213" y="1624"/>
                    <a:pt x="29213" y="1206"/>
                  </a:cubicBezTo>
                  <a:lnTo>
                    <a:pt x="292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3">
              <a:extLst>
                <a:ext uri="{FF2B5EF4-FFF2-40B4-BE49-F238E27FC236}">
                  <a16:creationId xmlns:a16="http://schemas.microsoft.com/office/drawing/2014/main" id="{A2A3211C-60D4-15FC-CAA3-34336413080E}"/>
                </a:ext>
              </a:extLst>
            </p:cNvPr>
            <p:cNvSpPr/>
            <p:nvPr/>
          </p:nvSpPr>
          <p:spPr>
            <a:xfrm>
              <a:off x="1539175" y="3296150"/>
              <a:ext cx="733350" cy="52225"/>
            </a:xfrm>
            <a:custGeom>
              <a:avLst/>
              <a:gdLst/>
              <a:ahLst/>
              <a:cxnLst/>
              <a:rect l="l" t="t" r="r" b="b"/>
              <a:pathLst>
                <a:path w="29334" h="2089" extrusionOk="0">
                  <a:moveTo>
                    <a:pt x="29222" y="112"/>
                  </a:moveTo>
                  <a:lnTo>
                    <a:pt x="29222" y="1262"/>
                  </a:lnTo>
                  <a:cubicBezTo>
                    <a:pt x="29222" y="1652"/>
                    <a:pt x="28897" y="1967"/>
                    <a:pt x="28508" y="1967"/>
                  </a:cubicBezTo>
                  <a:lnTo>
                    <a:pt x="826" y="1967"/>
                  </a:lnTo>
                  <a:cubicBezTo>
                    <a:pt x="436" y="1967"/>
                    <a:pt x="121" y="1652"/>
                    <a:pt x="121" y="1262"/>
                  </a:cubicBezTo>
                  <a:lnTo>
                    <a:pt x="121" y="112"/>
                  </a:lnTo>
                  <a:close/>
                  <a:moveTo>
                    <a:pt x="65" y="1"/>
                  </a:moveTo>
                  <a:cubicBezTo>
                    <a:pt x="28" y="1"/>
                    <a:pt x="0" y="29"/>
                    <a:pt x="0" y="56"/>
                  </a:cubicBezTo>
                  <a:lnTo>
                    <a:pt x="0" y="1262"/>
                  </a:lnTo>
                  <a:cubicBezTo>
                    <a:pt x="0" y="1717"/>
                    <a:pt x="371" y="2088"/>
                    <a:pt x="826" y="2088"/>
                  </a:cubicBezTo>
                  <a:lnTo>
                    <a:pt x="28508" y="2088"/>
                  </a:lnTo>
                  <a:cubicBezTo>
                    <a:pt x="28962" y="2088"/>
                    <a:pt x="29333" y="1717"/>
                    <a:pt x="29333" y="1262"/>
                  </a:cubicBezTo>
                  <a:lnTo>
                    <a:pt x="29333" y="56"/>
                  </a:lnTo>
                  <a:cubicBezTo>
                    <a:pt x="29333" y="29"/>
                    <a:pt x="29305" y="1"/>
                    <a:pt x="29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3">
              <a:extLst>
                <a:ext uri="{FF2B5EF4-FFF2-40B4-BE49-F238E27FC236}">
                  <a16:creationId xmlns:a16="http://schemas.microsoft.com/office/drawing/2014/main" id="{8A04F39A-C904-1CE0-FD37-6BBC4D9B383B}"/>
                </a:ext>
              </a:extLst>
            </p:cNvPr>
            <p:cNvSpPr/>
            <p:nvPr/>
          </p:nvSpPr>
          <p:spPr>
            <a:xfrm>
              <a:off x="1546350" y="3333725"/>
              <a:ext cx="719200" cy="3050"/>
            </a:xfrm>
            <a:custGeom>
              <a:avLst/>
              <a:gdLst/>
              <a:ahLst/>
              <a:cxnLst/>
              <a:rect l="l" t="t" r="r" b="b"/>
              <a:pathLst>
                <a:path w="28768" h="122" extrusionOk="0">
                  <a:moveTo>
                    <a:pt x="56" y="1"/>
                  </a:moveTo>
                  <a:cubicBezTo>
                    <a:pt x="19" y="1"/>
                    <a:pt x="1" y="28"/>
                    <a:pt x="1" y="66"/>
                  </a:cubicBezTo>
                  <a:cubicBezTo>
                    <a:pt x="1" y="93"/>
                    <a:pt x="19" y="121"/>
                    <a:pt x="56" y="121"/>
                  </a:cubicBezTo>
                  <a:lnTo>
                    <a:pt x="28712" y="121"/>
                  </a:lnTo>
                  <a:cubicBezTo>
                    <a:pt x="28740" y="121"/>
                    <a:pt x="28768" y="93"/>
                    <a:pt x="28768" y="66"/>
                  </a:cubicBezTo>
                  <a:cubicBezTo>
                    <a:pt x="28768" y="28"/>
                    <a:pt x="28740" y="1"/>
                    <a:pt x="287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a:extLst>
                <a:ext uri="{FF2B5EF4-FFF2-40B4-BE49-F238E27FC236}">
                  <a16:creationId xmlns:a16="http://schemas.microsoft.com/office/drawing/2014/main" id="{0C9C21E3-4FC5-C0DF-A32A-13574FBA8863}"/>
                </a:ext>
              </a:extLst>
            </p:cNvPr>
            <p:cNvSpPr/>
            <p:nvPr/>
          </p:nvSpPr>
          <p:spPr>
            <a:xfrm>
              <a:off x="1836250" y="3300575"/>
              <a:ext cx="139400" cy="15550"/>
            </a:xfrm>
            <a:custGeom>
              <a:avLst/>
              <a:gdLst/>
              <a:ahLst/>
              <a:cxnLst/>
              <a:rect l="l" t="t" r="r" b="b"/>
              <a:pathLst>
                <a:path w="5576" h="622" extrusionOk="0">
                  <a:moveTo>
                    <a:pt x="1" y="0"/>
                  </a:moveTo>
                  <a:lnTo>
                    <a:pt x="1" y="622"/>
                  </a:lnTo>
                  <a:lnTo>
                    <a:pt x="5576" y="622"/>
                  </a:lnTo>
                  <a:lnTo>
                    <a:pt x="55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3">
              <a:extLst>
                <a:ext uri="{FF2B5EF4-FFF2-40B4-BE49-F238E27FC236}">
                  <a16:creationId xmlns:a16="http://schemas.microsoft.com/office/drawing/2014/main" id="{B9F2A3A6-42B4-DB71-0A70-C1AD6A1AADF0}"/>
                </a:ext>
              </a:extLst>
            </p:cNvPr>
            <p:cNvSpPr/>
            <p:nvPr/>
          </p:nvSpPr>
          <p:spPr>
            <a:xfrm>
              <a:off x="1834875" y="3299175"/>
              <a:ext cx="142175" cy="18350"/>
            </a:xfrm>
            <a:custGeom>
              <a:avLst/>
              <a:gdLst/>
              <a:ahLst/>
              <a:cxnLst/>
              <a:rect l="l" t="t" r="r" b="b"/>
              <a:pathLst>
                <a:path w="5687" h="734" extrusionOk="0">
                  <a:moveTo>
                    <a:pt x="5566" y="121"/>
                  </a:moveTo>
                  <a:lnTo>
                    <a:pt x="5566" y="613"/>
                  </a:lnTo>
                  <a:lnTo>
                    <a:pt x="111" y="613"/>
                  </a:lnTo>
                  <a:lnTo>
                    <a:pt x="111" y="121"/>
                  </a:lnTo>
                  <a:close/>
                  <a:moveTo>
                    <a:pt x="56" y="0"/>
                  </a:moveTo>
                  <a:cubicBezTo>
                    <a:pt x="19" y="0"/>
                    <a:pt x="0" y="28"/>
                    <a:pt x="0" y="56"/>
                  </a:cubicBezTo>
                  <a:lnTo>
                    <a:pt x="0" y="678"/>
                  </a:lnTo>
                  <a:cubicBezTo>
                    <a:pt x="0" y="705"/>
                    <a:pt x="19" y="733"/>
                    <a:pt x="56" y="733"/>
                  </a:cubicBezTo>
                  <a:lnTo>
                    <a:pt x="5631" y="733"/>
                  </a:lnTo>
                  <a:cubicBezTo>
                    <a:pt x="5659" y="733"/>
                    <a:pt x="5687" y="705"/>
                    <a:pt x="5687" y="678"/>
                  </a:cubicBezTo>
                  <a:lnTo>
                    <a:pt x="5687" y="56"/>
                  </a:lnTo>
                  <a:cubicBezTo>
                    <a:pt x="5687" y="28"/>
                    <a:pt x="5659" y="0"/>
                    <a:pt x="5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a:extLst>
                <a:ext uri="{FF2B5EF4-FFF2-40B4-BE49-F238E27FC236}">
                  <a16:creationId xmlns:a16="http://schemas.microsoft.com/office/drawing/2014/main" id="{F23C43FE-3DE7-B2D1-F510-DA9346B227C0}"/>
                </a:ext>
              </a:extLst>
            </p:cNvPr>
            <p:cNvSpPr/>
            <p:nvPr/>
          </p:nvSpPr>
          <p:spPr>
            <a:xfrm>
              <a:off x="1743950" y="3008825"/>
              <a:ext cx="294325" cy="215000"/>
            </a:xfrm>
            <a:custGeom>
              <a:avLst/>
              <a:gdLst/>
              <a:ahLst/>
              <a:cxnLst/>
              <a:rect l="l" t="t" r="r" b="b"/>
              <a:pathLst>
                <a:path w="11773" h="8600" extrusionOk="0">
                  <a:moveTo>
                    <a:pt x="223" y="0"/>
                  </a:moveTo>
                  <a:cubicBezTo>
                    <a:pt x="103" y="0"/>
                    <a:pt x="1" y="102"/>
                    <a:pt x="1" y="223"/>
                  </a:cubicBezTo>
                  <a:lnTo>
                    <a:pt x="1" y="8377"/>
                  </a:lnTo>
                  <a:cubicBezTo>
                    <a:pt x="1" y="8497"/>
                    <a:pt x="103" y="8599"/>
                    <a:pt x="223" y="8599"/>
                  </a:cubicBezTo>
                  <a:lnTo>
                    <a:pt x="11559" y="8599"/>
                  </a:lnTo>
                  <a:cubicBezTo>
                    <a:pt x="11680" y="8599"/>
                    <a:pt x="11773" y="8497"/>
                    <a:pt x="11773" y="8377"/>
                  </a:cubicBezTo>
                  <a:lnTo>
                    <a:pt x="11773" y="223"/>
                  </a:lnTo>
                  <a:cubicBezTo>
                    <a:pt x="11773" y="102"/>
                    <a:pt x="11680" y="0"/>
                    <a:pt x="115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a:extLst>
                <a:ext uri="{FF2B5EF4-FFF2-40B4-BE49-F238E27FC236}">
                  <a16:creationId xmlns:a16="http://schemas.microsoft.com/office/drawing/2014/main" id="{F1B602BB-802A-5111-EE98-C6FF5EA113C4}"/>
                </a:ext>
              </a:extLst>
            </p:cNvPr>
            <p:cNvSpPr/>
            <p:nvPr/>
          </p:nvSpPr>
          <p:spPr>
            <a:xfrm>
              <a:off x="1760425" y="2992575"/>
              <a:ext cx="294325" cy="36200"/>
            </a:xfrm>
            <a:custGeom>
              <a:avLst/>
              <a:gdLst/>
              <a:ahLst/>
              <a:cxnLst/>
              <a:rect l="l" t="t" r="r" b="b"/>
              <a:pathLst>
                <a:path w="11773" h="1448" extrusionOk="0">
                  <a:moveTo>
                    <a:pt x="269" y="1"/>
                  </a:moveTo>
                  <a:cubicBezTo>
                    <a:pt x="121" y="1"/>
                    <a:pt x="0" y="121"/>
                    <a:pt x="0" y="260"/>
                  </a:cubicBezTo>
                  <a:lnTo>
                    <a:pt x="0" y="1448"/>
                  </a:lnTo>
                  <a:lnTo>
                    <a:pt x="11772" y="1448"/>
                  </a:lnTo>
                  <a:lnTo>
                    <a:pt x="11772" y="344"/>
                  </a:lnTo>
                  <a:cubicBezTo>
                    <a:pt x="11772" y="158"/>
                    <a:pt x="11624" y="1"/>
                    <a:pt x="1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a:extLst>
                <a:ext uri="{FF2B5EF4-FFF2-40B4-BE49-F238E27FC236}">
                  <a16:creationId xmlns:a16="http://schemas.microsoft.com/office/drawing/2014/main" id="{C28FACD3-487E-D7C4-D731-30EE9FF72AC1}"/>
                </a:ext>
              </a:extLst>
            </p:cNvPr>
            <p:cNvSpPr/>
            <p:nvPr/>
          </p:nvSpPr>
          <p:spPr>
            <a:xfrm>
              <a:off x="1759025" y="2991175"/>
              <a:ext cx="297350" cy="39000"/>
            </a:xfrm>
            <a:custGeom>
              <a:avLst/>
              <a:gdLst/>
              <a:ahLst/>
              <a:cxnLst/>
              <a:rect l="l" t="t" r="r" b="b"/>
              <a:pathLst>
                <a:path w="11894" h="1560" extrusionOk="0">
                  <a:moveTo>
                    <a:pt x="11494" y="112"/>
                  </a:moveTo>
                  <a:cubicBezTo>
                    <a:pt x="11643" y="112"/>
                    <a:pt x="11773" y="242"/>
                    <a:pt x="11773" y="400"/>
                  </a:cubicBezTo>
                  <a:lnTo>
                    <a:pt x="11773" y="1448"/>
                  </a:lnTo>
                  <a:lnTo>
                    <a:pt x="112" y="1448"/>
                  </a:lnTo>
                  <a:lnTo>
                    <a:pt x="112" y="316"/>
                  </a:lnTo>
                  <a:cubicBezTo>
                    <a:pt x="112" y="205"/>
                    <a:pt x="205" y="112"/>
                    <a:pt x="325" y="112"/>
                  </a:cubicBezTo>
                  <a:close/>
                  <a:moveTo>
                    <a:pt x="316" y="1"/>
                  </a:moveTo>
                  <a:cubicBezTo>
                    <a:pt x="140" y="1"/>
                    <a:pt x="1" y="140"/>
                    <a:pt x="1" y="326"/>
                  </a:cubicBezTo>
                  <a:lnTo>
                    <a:pt x="1" y="1559"/>
                  </a:lnTo>
                  <a:lnTo>
                    <a:pt x="11893" y="1559"/>
                  </a:lnTo>
                  <a:lnTo>
                    <a:pt x="11893" y="400"/>
                  </a:lnTo>
                  <a:cubicBezTo>
                    <a:pt x="11893" y="177"/>
                    <a:pt x="11708" y="1"/>
                    <a:pt x="11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3">
              <a:extLst>
                <a:ext uri="{FF2B5EF4-FFF2-40B4-BE49-F238E27FC236}">
                  <a16:creationId xmlns:a16="http://schemas.microsoft.com/office/drawing/2014/main" id="{384FF732-CC27-52F8-015E-3650D34687EE}"/>
                </a:ext>
              </a:extLst>
            </p:cNvPr>
            <p:cNvSpPr/>
            <p:nvPr/>
          </p:nvSpPr>
          <p:spPr>
            <a:xfrm>
              <a:off x="1793350" y="3003250"/>
              <a:ext cx="14175" cy="14175"/>
            </a:xfrm>
            <a:custGeom>
              <a:avLst/>
              <a:gdLst/>
              <a:ahLst/>
              <a:cxnLst/>
              <a:rect l="l" t="t" r="r" b="b"/>
              <a:pathLst>
                <a:path w="567" h="567" extrusionOk="0">
                  <a:moveTo>
                    <a:pt x="279" y="121"/>
                  </a:moveTo>
                  <a:cubicBezTo>
                    <a:pt x="372" y="121"/>
                    <a:pt x="446" y="195"/>
                    <a:pt x="446" y="279"/>
                  </a:cubicBezTo>
                  <a:cubicBezTo>
                    <a:pt x="446" y="371"/>
                    <a:pt x="372" y="446"/>
                    <a:pt x="279" y="446"/>
                  </a:cubicBezTo>
                  <a:cubicBezTo>
                    <a:pt x="195" y="446"/>
                    <a:pt x="121" y="371"/>
                    <a:pt x="121" y="279"/>
                  </a:cubicBezTo>
                  <a:cubicBezTo>
                    <a:pt x="121" y="195"/>
                    <a:pt x="195" y="121"/>
                    <a:pt x="279" y="121"/>
                  </a:cubicBezTo>
                  <a:close/>
                  <a:moveTo>
                    <a:pt x="279" y="0"/>
                  </a:moveTo>
                  <a:cubicBezTo>
                    <a:pt x="130" y="0"/>
                    <a:pt x="1" y="130"/>
                    <a:pt x="1" y="279"/>
                  </a:cubicBezTo>
                  <a:cubicBezTo>
                    <a:pt x="1" y="436"/>
                    <a:pt x="130" y="566"/>
                    <a:pt x="279" y="566"/>
                  </a:cubicBezTo>
                  <a:cubicBezTo>
                    <a:pt x="437" y="566"/>
                    <a:pt x="566" y="436"/>
                    <a:pt x="566" y="279"/>
                  </a:cubicBezTo>
                  <a:cubicBezTo>
                    <a:pt x="566"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3">
              <a:extLst>
                <a:ext uri="{FF2B5EF4-FFF2-40B4-BE49-F238E27FC236}">
                  <a16:creationId xmlns:a16="http://schemas.microsoft.com/office/drawing/2014/main" id="{E5004F58-8C23-F23D-B762-495E76F4F11F}"/>
                </a:ext>
              </a:extLst>
            </p:cNvPr>
            <p:cNvSpPr/>
            <p:nvPr/>
          </p:nvSpPr>
          <p:spPr>
            <a:xfrm>
              <a:off x="1815150" y="3003250"/>
              <a:ext cx="13950" cy="14175"/>
            </a:xfrm>
            <a:custGeom>
              <a:avLst/>
              <a:gdLst/>
              <a:ahLst/>
              <a:cxnLst/>
              <a:rect l="l" t="t" r="r" b="b"/>
              <a:pathLst>
                <a:path w="558" h="567" extrusionOk="0">
                  <a:moveTo>
                    <a:pt x="279" y="121"/>
                  </a:moveTo>
                  <a:cubicBezTo>
                    <a:pt x="372" y="121"/>
                    <a:pt x="446" y="195"/>
                    <a:pt x="446" y="279"/>
                  </a:cubicBezTo>
                  <a:cubicBezTo>
                    <a:pt x="446" y="371"/>
                    <a:pt x="372" y="446"/>
                    <a:pt x="279" y="446"/>
                  </a:cubicBezTo>
                  <a:cubicBezTo>
                    <a:pt x="186" y="446"/>
                    <a:pt x="112" y="371"/>
                    <a:pt x="112" y="279"/>
                  </a:cubicBezTo>
                  <a:cubicBezTo>
                    <a:pt x="112" y="195"/>
                    <a:pt x="186" y="121"/>
                    <a:pt x="279" y="121"/>
                  </a:cubicBezTo>
                  <a:close/>
                  <a:moveTo>
                    <a:pt x="279" y="0"/>
                  </a:moveTo>
                  <a:cubicBezTo>
                    <a:pt x="121" y="0"/>
                    <a:pt x="1" y="130"/>
                    <a:pt x="1" y="279"/>
                  </a:cubicBezTo>
                  <a:cubicBezTo>
                    <a:pt x="1" y="436"/>
                    <a:pt x="121" y="566"/>
                    <a:pt x="279" y="566"/>
                  </a:cubicBezTo>
                  <a:cubicBezTo>
                    <a:pt x="437" y="566"/>
                    <a:pt x="557" y="436"/>
                    <a:pt x="557" y="279"/>
                  </a:cubicBezTo>
                  <a:cubicBezTo>
                    <a:pt x="557"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3">
              <a:extLst>
                <a:ext uri="{FF2B5EF4-FFF2-40B4-BE49-F238E27FC236}">
                  <a16:creationId xmlns:a16="http://schemas.microsoft.com/office/drawing/2014/main" id="{A93CF253-AD58-F613-2298-428705D83D95}"/>
                </a:ext>
              </a:extLst>
            </p:cNvPr>
            <p:cNvSpPr/>
            <p:nvPr/>
          </p:nvSpPr>
          <p:spPr>
            <a:xfrm>
              <a:off x="1771775" y="3003250"/>
              <a:ext cx="14175" cy="14175"/>
            </a:xfrm>
            <a:custGeom>
              <a:avLst/>
              <a:gdLst/>
              <a:ahLst/>
              <a:cxnLst/>
              <a:rect l="l" t="t" r="r" b="b"/>
              <a:pathLst>
                <a:path w="567" h="567" extrusionOk="0">
                  <a:moveTo>
                    <a:pt x="288" y="121"/>
                  </a:moveTo>
                  <a:cubicBezTo>
                    <a:pt x="372" y="121"/>
                    <a:pt x="446" y="195"/>
                    <a:pt x="446" y="279"/>
                  </a:cubicBezTo>
                  <a:cubicBezTo>
                    <a:pt x="446" y="371"/>
                    <a:pt x="372" y="446"/>
                    <a:pt x="288" y="446"/>
                  </a:cubicBezTo>
                  <a:cubicBezTo>
                    <a:pt x="196" y="446"/>
                    <a:pt x="121" y="371"/>
                    <a:pt x="121" y="279"/>
                  </a:cubicBezTo>
                  <a:cubicBezTo>
                    <a:pt x="121" y="195"/>
                    <a:pt x="196" y="121"/>
                    <a:pt x="288" y="121"/>
                  </a:cubicBezTo>
                  <a:close/>
                  <a:moveTo>
                    <a:pt x="288" y="0"/>
                  </a:moveTo>
                  <a:cubicBezTo>
                    <a:pt x="131" y="0"/>
                    <a:pt x="1" y="130"/>
                    <a:pt x="1" y="279"/>
                  </a:cubicBezTo>
                  <a:cubicBezTo>
                    <a:pt x="1" y="436"/>
                    <a:pt x="131" y="566"/>
                    <a:pt x="288" y="566"/>
                  </a:cubicBezTo>
                  <a:cubicBezTo>
                    <a:pt x="437" y="566"/>
                    <a:pt x="567" y="436"/>
                    <a:pt x="567" y="279"/>
                  </a:cubicBezTo>
                  <a:cubicBezTo>
                    <a:pt x="567" y="130"/>
                    <a:pt x="437"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3">
              <a:extLst>
                <a:ext uri="{FF2B5EF4-FFF2-40B4-BE49-F238E27FC236}">
                  <a16:creationId xmlns:a16="http://schemas.microsoft.com/office/drawing/2014/main" id="{A225B46B-F832-6F24-4389-52A3A548CCDD}"/>
                </a:ext>
              </a:extLst>
            </p:cNvPr>
            <p:cNvSpPr/>
            <p:nvPr/>
          </p:nvSpPr>
          <p:spPr>
            <a:xfrm>
              <a:off x="1760175" y="3028750"/>
              <a:ext cx="294575" cy="177225"/>
            </a:xfrm>
            <a:custGeom>
              <a:avLst/>
              <a:gdLst/>
              <a:ahLst/>
              <a:cxnLst/>
              <a:rect l="l" t="t" r="r" b="b"/>
              <a:pathLst>
                <a:path w="11783" h="7089" extrusionOk="0">
                  <a:moveTo>
                    <a:pt x="47" y="1"/>
                  </a:moveTo>
                  <a:cubicBezTo>
                    <a:pt x="19" y="1"/>
                    <a:pt x="1" y="19"/>
                    <a:pt x="1" y="38"/>
                  </a:cubicBezTo>
                  <a:lnTo>
                    <a:pt x="1" y="7051"/>
                  </a:lnTo>
                  <a:cubicBezTo>
                    <a:pt x="1" y="7070"/>
                    <a:pt x="19" y="7088"/>
                    <a:pt x="47" y="7088"/>
                  </a:cubicBezTo>
                  <a:lnTo>
                    <a:pt x="11745" y="7088"/>
                  </a:lnTo>
                  <a:cubicBezTo>
                    <a:pt x="11764" y="7088"/>
                    <a:pt x="11782" y="7070"/>
                    <a:pt x="11782" y="7051"/>
                  </a:cubicBezTo>
                  <a:lnTo>
                    <a:pt x="11782" y="38"/>
                  </a:lnTo>
                  <a:cubicBezTo>
                    <a:pt x="11782" y="19"/>
                    <a:pt x="11764" y="1"/>
                    <a:pt x="117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3">
              <a:extLst>
                <a:ext uri="{FF2B5EF4-FFF2-40B4-BE49-F238E27FC236}">
                  <a16:creationId xmlns:a16="http://schemas.microsoft.com/office/drawing/2014/main" id="{1033DD2A-529A-93B5-D8B7-1D1D61E42B1C}"/>
                </a:ext>
              </a:extLst>
            </p:cNvPr>
            <p:cNvSpPr/>
            <p:nvPr/>
          </p:nvSpPr>
          <p:spPr>
            <a:xfrm>
              <a:off x="1758800" y="3027375"/>
              <a:ext cx="297325" cy="179975"/>
            </a:xfrm>
            <a:custGeom>
              <a:avLst/>
              <a:gdLst/>
              <a:ahLst/>
              <a:cxnLst/>
              <a:rect l="l" t="t" r="r" b="b"/>
              <a:pathLst>
                <a:path w="11893" h="7199" extrusionOk="0">
                  <a:moveTo>
                    <a:pt x="11782" y="111"/>
                  </a:moveTo>
                  <a:lnTo>
                    <a:pt x="11782" y="7087"/>
                  </a:lnTo>
                  <a:lnTo>
                    <a:pt x="121" y="7087"/>
                  </a:lnTo>
                  <a:lnTo>
                    <a:pt x="121" y="111"/>
                  </a:lnTo>
                  <a:close/>
                  <a:moveTo>
                    <a:pt x="102" y="0"/>
                  </a:moveTo>
                  <a:cubicBezTo>
                    <a:pt x="47" y="0"/>
                    <a:pt x="0" y="47"/>
                    <a:pt x="0" y="93"/>
                  </a:cubicBezTo>
                  <a:lnTo>
                    <a:pt x="0" y="7106"/>
                  </a:lnTo>
                  <a:cubicBezTo>
                    <a:pt x="0" y="7162"/>
                    <a:pt x="47" y="7199"/>
                    <a:pt x="102" y="7199"/>
                  </a:cubicBezTo>
                  <a:lnTo>
                    <a:pt x="11800" y="7199"/>
                  </a:lnTo>
                  <a:cubicBezTo>
                    <a:pt x="11856" y="7199"/>
                    <a:pt x="11893" y="7162"/>
                    <a:pt x="11893" y="7106"/>
                  </a:cubicBezTo>
                  <a:lnTo>
                    <a:pt x="11893" y="93"/>
                  </a:lnTo>
                  <a:cubicBezTo>
                    <a:pt x="11893" y="47"/>
                    <a:pt x="11856" y="0"/>
                    <a:pt x="11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3">
              <a:extLst>
                <a:ext uri="{FF2B5EF4-FFF2-40B4-BE49-F238E27FC236}">
                  <a16:creationId xmlns:a16="http://schemas.microsoft.com/office/drawing/2014/main" id="{F49811A0-AB43-66CB-BCC0-64309F79D78C}"/>
                </a:ext>
              </a:extLst>
            </p:cNvPr>
            <p:cNvSpPr/>
            <p:nvPr/>
          </p:nvSpPr>
          <p:spPr>
            <a:xfrm>
              <a:off x="1961950" y="3064475"/>
              <a:ext cx="65200" cy="100675"/>
            </a:xfrm>
            <a:custGeom>
              <a:avLst/>
              <a:gdLst/>
              <a:ahLst/>
              <a:cxnLst/>
              <a:rect l="l" t="t" r="r" b="b"/>
              <a:pathLst>
                <a:path w="2608" h="4027" extrusionOk="0">
                  <a:moveTo>
                    <a:pt x="19" y="0"/>
                  </a:moveTo>
                  <a:cubicBezTo>
                    <a:pt x="10" y="0"/>
                    <a:pt x="1" y="10"/>
                    <a:pt x="1" y="28"/>
                  </a:cubicBezTo>
                  <a:lnTo>
                    <a:pt x="1" y="4008"/>
                  </a:lnTo>
                  <a:cubicBezTo>
                    <a:pt x="1" y="4017"/>
                    <a:pt x="10" y="4026"/>
                    <a:pt x="19" y="4026"/>
                  </a:cubicBezTo>
                  <a:lnTo>
                    <a:pt x="2589" y="4026"/>
                  </a:lnTo>
                  <a:cubicBezTo>
                    <a:pt x="2598" y="4026"/>
                    <a:pt x="2607" y="4017"/>
                    <a:pt x="2607" y="4008"/>
                  </a:cubicBezTo>
                  <a:lnTo>
                    <a:pt x="2607" y="28"/>
                  </a:lnTo>
                  <a:cubicBezTo>
                    <a:pt x="2607" y="10"/>
                    <a:pt x="2598" y="0"/>
                    <a:pt x="25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3">
              <a:extLst>
                <a:ext uri="{FF2B5EF4-FFF2-40B4-BE49-F238E27FC236}">
                  <a16:creationId xmlns:a16="http://schemas.microsoft.com/office/drawing/2014/main" id="{04F7989B-AFE4-910A-9C2C-DD8B10C137A2}"/>
                </a:ext>
              </a:extLst>
            </p:cNvPr>
            <p:cNvSpPr/>
            <p:nvPr/>
          </p:nvSpPr>
          <p:spPr>
            <a:xfrm>
              <a:off x="1960575" y="3063075"/>
              <a:ext cx="67975" cy="103475"/>
            </a:xfrm>
            <a:custGeom>
              <a:avLst/>
              <a:gdLst/>
              <a:ahLst/>
              <a:cxnLst/>
              <a:rect l="l" t="t" r="r" b="b"/>
              <a:pathLst>
                <a:path w="2719" h="4139" extrusionOk="0">
                  <a:moveTo>
                    <a:pt x="2597" y="121"/>
                  </a:moveTo>
                  <a:lnTo>
                    <a:pt x="2597" y="4018"/>
                  </a:lnTo>
                  <a:lnTo>
                    <a:pt x="111" y="4018"/>
                  </a:lnTo>
                  <a:lnTo>
                    <a:pt x="111" y="121"/>
                  </a:lnTo>
                  <a:close/>
                  <a:moveTo>
                    <a:pt x="74" y="1"/>
                  </a:moveTo>
                  <a:cubicBezTo>
                    <a:pt x="37" y="1"/>
                    <a:pt x="0" y="38"/>
                    <a:pt x="0" y="84"/>
                  </a:cubicBezTo>
                  <a:lnTo>
                    <a:pt x="0" y="4064"/>
                  </a:lnTo>
                  <a:cubicBezTo>
                    <a:pt x="0" y="4101"/>
                    <a:pt x="37" y="4138"/>
                    <a:pt x="74" y="4138"/>
                  </a:cubicBezTo>
                  <a:lnTo>
                    <a:pt x="2644" y="4138"/>
                  </a:lnTo>
                  <a:cubicBezTo>
                    <a:pt x="2681" y="4138"/>
                    <a:pt x="2718" y="4101"/>
                    <a:pt x="2718" y="4064"/>
                  </a:cubicBezTo>
                  <a:lnTo>
                    <a:pt x="2718" y="84"/>
                  </a:lnTo>
                  <a:cubicBezTo>
                    <a:pt x="2718" y="38"/>
                    <a:pt x="2681" y="1"/>
                    <a:pt x="26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3">
              <a:extLst>
                <a:ext uri="{FF2B5EF4-FFF2-40B4-BE49-F238E27FC236}">
                  <a16:creationId xmlns:a16="http://schemas.microsoft.com/office/drawing/2014/main" id="{C3B2DFAF-2387-473A-12DB-DFB96A4A9F07}"/>
                </a:ext>
              </a:extLst>
            </p:cNvPr>
            <p:cNvSpPr/>
            <p:nvPr/>
          </p:nvSpPr>
          <p:spPr>
            <a:xfrm>
              <a:off x="1963575" y="3066550"/>
              <a:ext cx="62875" cy="97200"/>
            </a:xfrm>
            <a:custGeom>
              <a:avLst/>
              <a:gdLst/>
              <a:ahLst/>
              <a:cxnLst/>
              <a:rect l="l" t="t" r="r" b="b"/>
              <a:pathLst>
                <a:path w="2515" h="3888" extrusionOk="0">
                  <a:moveTo>
                    <a:pt x="1" y="1"/>
                  </a:moveTo>
                  <a:lnTo>
                    <a:pt x="2515" y="3888"/>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3">
              <a:extLst>
                <a:ext uri="{FF2B5EF4-FFF2-40B4-BE49-F238E27FC236}">
                  <a16:creationId xmlns:a16="http://schemas.microsoft.com/office/drawing/2014/main" id="{9863747D-E6AE-9FBA-1365-C4CB2A0BA6FE}"/>
                </a:ext>
              </a:extLst>
            </p:cNvPr>
            <p:cNvSpPr/>
            <p:nvPr/>
          </p:nvSpPr>
          <p:spPr>
            <a:xfrm>
              <a:off x="1961950" y="3065075"/>
              <a:ext cx="66125" cy="100075"/>
            </a:xfrm>
            <a:custGeom>
              <a:avLst/>
              <a:gdLst/>
              <a:ahLst/>
              <a:cxnLst/>
              <a:rect l="l" t="t" r="r" b="b"/>
              <a:pathLst>
                <a:path w="2645" h="4003" extrusionOk="0">
                  <a:moveTo>
                    <a:pt x="60" y="1"/>
                  </a:moveTo>
                  <a:cubicBezTo>
                    <a:pt x="53" y="1"/>
                    <a:pt x="45" y="2"/>
                    <a:pt x="38" y="4"/>
                  </a:cubicBezTo>
                  <a:cubicBezTo>
                    <a:pt x="10" y="23"/>
                    <a:pt x="1" y="60"/>
                    <a:pt x="19" y="88"/>
                  </a:cubicBezTo>
                  <a:lnTo>
                    <a:pt x="2533" y="3984"/>
                  </a:lnTo>
                  <a:cubicBezTo>
                    <a:pt x="2542" y="3993"/>
                    <a:pt x="2561" y="4002"/>
                    <a:pt x="2580" y="4002"/>
                  </a:cubicBezTo>
                  <a:cubicBezTo>
                    <a:pt x="2589" y="4002"/>
                    <a:pt x="2598" y="4002"/>
                    <a:pt x="2607" y="3993"/>
                  </a:cubicBezTo>
                  <a:cubicBezTo>
                    <a:pt x="2635" y="3984"/>
                    <a:pt x="2645" y="3947"/>
                    <a:pt x="2626" y="3919"/>
                  </a:cubicBezTo>
                  <a:lnTo>
                    <a:pt x="112" y="23"/>
                  </a:lnTo>
                  <a:cubicBezTo>
                    <a:pt x="98" y="9"/>
                    <a:pt x="80" y="1"/>
                    <a:pt x="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3">
              <a:extLst>
                <a:ext uri="{FF2B5EF4-FFF2-40B4-BE49-F238E27FC236}">
                  <a16:creationId xmlns:a16="http://schemas.microsoft.com/office/drawing/2014/main" id="{5DC97500-A15C-4EAB-9998-41946E1B7ED9}"/>
                </a:ext>
              </a:extLst>
            </p:cNvPr>
            <p:cNvSpPr/>
            <p:nvPr/>
          </p:nvSpPr>
          <p:spPr>
            <a:xfrm>
              <a:off x="1962425" y="3066100"/>
              <a:ext cx="62625" cy="99050"/>
            </a:xfrm>
            <a:custGeom>
              <a:avLst/>
              <a:gdLst/>
              <a:ahLst/>
              <a:cxnLst/>
              <a:rect l="l" t="t" r="r" b="b"/>
              <a:pathLst>
                <a:path w="2505" h="3962" extrusionOk="0">
                  <a:moveTo>
                    <a:pt x="2505" y="0"/>
                  </a:moveTo>
                  <a:lnTo>
                    <a:pt x="0" y="396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3">
              <a:extLst>
                <a:ext uri="{FF2B5EF4-FFF2-40B4-BE49-F238E27FC236}">
                  <a16:creationId xmlns:a16="http://schemas.microsoft.com/office/drawing/2014/main" id="{9920FA6D-3355-040F-B45C-C0706BFBE14A}"/>
                </a:ext>
              </a:extLst>
            </p:cNvPr>
            <p:cNvSpPr/>
            <p:nvPr/>
          </p:nvSpPr>
          <p:spPr>
            <a:xfrm>
              <a:off x="1960800" y="3064700"/>
              <a:ext cx="66125" cy="101850"/>
            </a:xfrm>
            <a:custGeom>
              <a:avLst/>
              <a:gdLst/>
              <a:ahLst/>
              <a:cxnLst/>
              <a:rect l="l" t="t" r="r" b="b"/>
              <a:pathLst>
                <a:path w="2645" h="4074" extrusionOk="0">
                  <a:moveTo>
                    <a:pt x="2575" y="0"/>
                  </a:moveTo>
                  <a:cubicBezTo>
                    <a:pt x="2555" y="0"/>
                    <a:pt x="2536" y="11"/>
                    <a:pt x="2524" y="29"/>
                  </a:cubicBezTo>
                  <a:lnTo>
                    <a:pt x="19" y="3980"/>
                  </a:lnTo>
                  <a:cubicBezTo>
                    <a:pt x="0" y="4008"/>
                    <a:pt x="10" y="4045"/>
                    <a:pt x="37" y="4064"/>
                  </a:cubicBezTo>
                  <a:cubicBezTo>
                    <a:pt x="47" y="4073"/>
                    <a:pt x="56" y="4073"/>
                    <a:pt x="65" y="4073"/>
                  </a:cubicBezTo>
                  <a:cubicBezTo>
                    <a:pt x="84" y="4073"/>
                    <a:pt x="102" y="4064"/>
                    <a:pt x="121" y="4045"/>
                  </a:cubicBezTo>
                  <a:lnTo>
                    <a:pt x="2626" y="93"/>
                  </a:lnTo>
                  <a:cubicBezTo>
                    <a:pt x="2644" y="66"/>
                    <a:pt x="2635" y="29"/>
                    <a:pt x="2607" y="10"/>
                  </a:cubicBezTo>
                  <a:cubicBezTo>
                    <a:pt x="2597" y="3"/>
                    <a:pt x="2586" y="0"/>
                    <a:pt x="25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3">
              <a:extLst>
                <a:ext uri="{FF2B5EF4-FFF2-40B4-BE49-F238E27FC236}">
                  <a16:creationId xmlns:a16="http://schemas.microsoft.com/office/drawing/2014/main" id="{173D543D-8A02-809D-48B5-4D733A566A89}"/>
                </a:ext>
              </a:extLst>
            </p:cNvPr>
            <p:cNvSpPr/>
            <p:nvPr/>
          </p:nvSpPr>
          <p:spPr>
            <a:xfrm>
              <a:off x="1797750" y="3070275"/>
              <a:ext cx="138475" cy="3025"/>
            </a:xfrm>
            <a:custGeom>
              <a:avLst/>
              <a:gdLst/>
              <a:ahLst/>
              <a:cxnLst/>
              <a:rect l="l" t="t" r="r" b="b"/>
              <a:pathLst>
                <a:path w="5539" h="121" extrusionOk="0">
                  <a:moveTo>
                    <a:pt x="66" y="0"/>
                  </a:moveTo>
                  <a:cubicBezTo>
                    <a:pt x="29" y="0"/>
                    <a:pt x="1" y="28"/>
                    <a:pt x="1" y="56"/>
                  </a:cubicBezTo>
                  <a:cubicBezTo>
                    <a:pt x="1" y="93"/>
                    <a:pt x="29" y="121"/>
                    <a:pt x="66" y="121"/>
                  </a:cubicBezTo>
                  <a:lnTo>
                    <a:pt x="5483" y="121"/>
                  </a:lnTo>
                  <a:cubicBezTo>
                    <a:pt x="5511" y="121"/>
                    <a:pt x="5539" y="93"/>
                    <a:pt x="5539" y="56"/>
                  </a:cubicBezTo>
                  <a:cubicBezTo>
                    <a:pt x="5539" y="28"/>
                    <a:pt x="5511" y="0"/>
                    <a:pt x="54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3">
              <a:extLst>
                <a:ext uri="{FF2B5EF4-FFF2-40B4-BE49-F238E27FC236}">
                  <a16:creationId xmlns:a16="http://schemas.microsoft.com/office/drawing/2014/main" id="{9C775B1A-BD29-A658-AF9E-4CD14533587C}"/>
                </a:ext>
              </a:extLst>
            </p:cNvPr>
            <p:cNvSpPr/>
            <p:nvPr/>
          </p:nvSpPr>
          <p:spPr>
            <a:xfrm>
              <a:off x="1798000" y="3090900"/>
              <a:ext cx="50350" cy="2825"/>
            </a:xfrm>
            <a:custGeom>
              <a:avLst/>
              <a:gdLst/>
              <a:ahLst/>
              <a:cxnLst/>
              <a:rect l="l" t="t" r="r" b="b"/>
              <a:pathLst>
                <a:path w="2014" h="113" extrusionOk="0">
                  <a:moveTo>
                    <a:pt x="56" y="1"/>
                  </a:moveTo>
                  <a:cubicBezTo>
                    <a:pt x="19" y="1"/>
                    <a:pt x="0" y="29"/>
                    <a:pt x="0" y="57"/>
                  </a:cubicBezTo>
                  <a:cubicBezTo>
                    <a:pt x="0" y="94"/>
                    <a:pt x="19" y="112"/>
                    <a:pt x="56" y="112"/>
                  </a:cubicBezTo>
                  <a:lnTo>
                    <a:pt x="1957" y="112"/>
                  </a:lnTo>
                  <a:cubicBezTo>
                    <a:pt x="1985" y="112"/>
                    <a:pt x="2013" y="94"/>
                    <a:pt x="2013" y="57"/>
                  </a:cubicBezTo>
                  <a:cubicBezTo>
                    <a:pt x="2013" y="29"/>
                    <a:pt x="1995" y="1"/>
                    <a:pt x="1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3">
              <a:extLst>
                <a:ext uri="{FF2B5EF4-FFF2-40B4-BE49-F238E27FC236}">
                  <a16:creationId xmlns:a16="http://schemas.microsoft.com/office/drawing/2014/main" id="{825F83B2-F4B9-477E-2266-E30F041AB1AF}"/>
                </a:ext>
              </a:extLst>
            </p:cNvPr>
            <p:cNvSpPr/>
            <p:nvPr/>
          </p:nvSpPr>
          <p:spPr>
            <a:xfrm>
              <a:off x="1865025" y="3090900"/>
              <a:ext cx="60775" cy="2825"/>
            </a:xfrm>
            <a:custGeom>
              <a:avLst/>
              <a:gdLst/>
              <a:ahLst/>
              <a:cxnLst/>
              <a:rect l="l" t="t" r="r" b="b"/>
              <a:pathLst>
                <a:path w="2431" h="113" extrusionOk="0">
                  <a:moveTo>
                    <a:pt x="56" y="1"/>
                  </a:moveTo>
                  <a:cubicBezTo>
                    <a:pt x="28" y="1"/>
                    <a:pt x="0" y="29"/>
                    <a:pt x="0" y="57"/>
                  </a:cubicBezTo>
                  <a:cubicBezTo>
                    <a:pt x="0" y="94"/>
                    <a:pt x="28" y="112"/>
                    <a:pt x="56" y="112"/>
                  </a:cubicBezTo>
                  <a:lnTo>
                    <a:pt x="2375" y="112"/>
                  </a:lnTo>
                  <a:cubicBezTo>
                    <a:pt x="2403" y="112"/>
                    <a:pt x="2431" y="94"/>
                    <a:pt x="2431" y="57"/>
                  </a:cubicBezTo>
                  <a:cubicBezTo>
                    <a:pt x="2431" y="29"/>
                    <a:pt x="2403" y="1"/>
                    <a:pt x="23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3">
              <a:extLst>
                <a:ext uri="{FF2B5EF4-FFF2-40B4-BE49-F238E27FC236}">
                  <a16:creationId xmlns:a16="http://schemas.microsoft.com/office/drawing/2014/main" id="{5040A7D2-5C1D-05CB-C64E-E03A4212C26C}"/>
                </a:ext>
              </a:extLst>
            </p:cNvPr>
            <p:cNvSpPr/>
            <p:nvPr/>
          </p:nvSpPr>
          <p:spPr>
            <a:xfrm>
              <a:off x="1798000" y="3153300"/>
              <a:ext cx="89775" cy="2800"/>
            </a:xfrm>
            <a:custGeom>
              <a:avLst/>
              <a:gdLst/>
              <a:ahLst/>
              <a:cxnLst/>
              <a:rect l="l" t="t" r="r" b="b"/>
              <a:pathLst>
                <a:path w="3591" h="112" extrusionOk="0">
                  <a:moveTo>
                    <a:pt x="56" y="0"/>
                  </a:moveTo>
                  <a:cubicBezTo>
                    <a:pt x="19" y="0"/>
                    <a:pt x="0" y="28"/>
                    <a:pt x="0" y="56"/>
                  </a:cubicBezTo>
                  <a:cubicBezTo>
                    <a:pt x="0" y="93"/>
                    <a:pt x="19" y="112"/>
                    <a:pt x="56" y="112"/>
                  </a:cubicBezTo>
                  <a:lnTo>
                    <a:pt x="3525" y="112"/>
                  </a:lnTo>
                  <a:cubicBezTo>
                    <a:pt x="3562" y="112"/>
                    <a:pt x="3590" y="93"/>
                    <a:pt x="3590" y="56"/>
                  </a:cubicBezTo>
                  <a:cubicBezTo>
                    <a:pt x="3590" y="28"/>
                    <a:pt x="3562" y="0"/>
                    <a:pt x="3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3">
              <a:extLst>
                <a:ext uri="{FF2B5EF4-FFF2-40B4-BE49-F238E27FC236}">
                  <a16:creationId xmlns:a16="http://schemas.microsoft.com/office/drawing/2014/main" id="{6C029433-7C96-7DB4-BDF3-82D461080A2D}"/>
                </a:ext>
              </a:extLst>
            </p:cNvPr>
            <p:cNvSpPr/>
            <p:nvPr/>
          </p:nvSpPr>
          <p:spPr>
            <a:xfrm>
              <a:off x="1797750" y="3112475"/>
              <a:ext cx="139650" cy="3050"/>
            </a:xfrm>
            <a:custGeom>
              <a:avLst/>
              <a:gdLst/>
              <a:ahLst/>
              <a:cxnLst/>
              <a:rect l="l" t="t" r="r" b="b"/>
              <a:pathLst>
                <a:path w="5586" h="122" extrusionOk="0">
                  <a:moveTo>
                    <a:pt x="66" y="1"/>
                  </a:moveTo>
                  <a:cubicBezTo>
                    <a:pt x="29" y="1"/>
                    <a:pt x="1" y="29"/>
                    <a:pt x="1" y="56"/>
                  </a:cubicBezTo>
                  <a:cubicBezTo>
                    <a:pt x="1" y="93"/>
                    <a:pt x="29" y="121"/>
                    <a:pt x="66" y="121"/>
                  </a:cubicBezTo>
                  <a:lnTo>
                    <a:pt x="5530" y="121"/>
                  </a:lnTo>
                  <a:cubicBezTo>
                    <a:pt x="5567" y="121"/>
                    <a:pt x="5585" y="93"/>
                    <a:pt x="5585" y="56"/>
                  </a:cubicBezTo>
                  <a:cubicBezTo>
                    <a:pt x="5585" y="29"/>
                    <a:pt x="5567" y="1"/>
                    <a:pt x="55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3">
              <a:extLst>
                <a:ext uri="{FF2B5EF4-FFF2-40B4-BE49-F238E27FC236}">
                  <a16:creationId xmlns:a16="http://schemas.microsoft.com/office/drawing/2014/main" id="{3A91090D-F7B9-367F-4A39-9CDECB6AA921}"/>
                </a:ext>
              </a:extLst>
            </p:cNvPr>
            <p:cNvSpPr/>
            <p:nvPr/>
          </p:nvSpPr>
          <p:spPr>
            <a:xfrm>
              <a:off x="1798000" y="3133125"/>
              <a:ext cx="46175" cy="2800"/>
            </a:xfrm>
            <a:custGeom>
              <a:avLst/>
              <a:gdLst/>
              <a:ahLst/>
              <a:cxnLst/>
              <a:rect l="l" t="t" r="r" b="b"/>
              <a:pathLst>
                <a:path w="1847" h="112" extrusionOk="0">
                  <a:moveTo>
                    <a:pt x="56" y="0"/>
                  </a:moveTo>
                  <a:cubicBezTo>
                    <a:pt x="19" y="0"/>
                    <a:pt x="0" y="19"/>
                    <a:pt x="0" y="56"/>
                  </a:cubicBezTo>
                  <a:cubicBezTo>
                    <a:pt x="0" y="84"/>
                    <a:pt x="19" y="112"/>
                    <a:pt x="56" y="112"/>
                  </a:cubicBezTo>
                  <a:lnTo>
                    <a:pt x="1790" y="112"/>
                  </a:lnTo>
                  <a:cubicBezTo>
                    <a:pt x="1818" y="112"/>
                    <a:pt x="1846" y="84"/>
                    <a:pt x="1846" y="56"/>
                  </a:cubicBezTo>
                  <a:cubicBezTo>
                    <a:pt x="1846" y="19"/>
                    <a:pt x="1818" y="0"/>
                    <a:pt x="17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3">
              <a:extLst>
                <a:ext uri="{FF2B5EF4-FFF2-40B4-BE49-F238E27FC236}">
                  <a16:creationId xmlns:a16="http://schemas.microsoft.com/office/drawing/2014/main" id="{7BACE64E-D4D8-8658-BF57-BE5E2E36AB8D}"/>
                </a:ext>
              </a:extLst>
            </p:cNvPr>
            <p:cNvSpPr/>
            <p:nvPr/>
          </p:nvSpPr>
          <p:spPr>
            <a:xfrm>
              <a:off x="1854575" y="3133125"/>
              <a:ext cx="81650" cy="2800"/>
            </a:xfrm>
            <a:custGeom>
              <a:avLst/>
              <a:gdLst/>
              <a:ahLst/>
              <a:cxnLst/>
              <a:rect l="l" t="t" r="r" b="b"/>
              <a:pathLst>
                <a:path w="3266" h="112" extrusionOk="0">
                  <a:moveTo>
                    <a:pt x="56" y="0"/>
                  </a:moveTo>
                  <a:cubicBezTo>
                    <a:pt x="19" y="0"/>
                    <a:pt x="1" y="19"/>
                    <a:pt x="1" y="56"/>
                  </a:cubicBezTo>
                  <a:cubicBezTo>
                    <a:pt x="1" y="84"/>
                    <a:pt x="19" y="112"/>
                    <a:pt x="56" y="112"/>
                  </a:cubicBezTo>
                  <a:lnTo>
                    <a:pt x="3210" y="112"/>
                  </a:lnTo>
                  <a:cubicBezTo>
                    <a:pt x="3238" y="112"/>
                    <a:pt x="3266" y="84"/>
                    <a:pt x="3266" y="56"/>
                  </a:cubicBezTo>
                  <a:cubicBezTo>
                    <a:pt x="3266" y="19"/>
                    <a:pt x="3238" y="0"/>
                    <a:pt x="3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3">
              <a:extLst>
                <a:ext uri="{FF2B5EF4-FFF2-40B4-BE49-F238E27FC236}">
                  <a16:creationId xmlns:a16="http://schemas.microsoft.com/office/drawing/2014/main" id="{F32C5986-F0DD-F85F-20E4-399E1F590EA4}"/>
                </a:ext>
              </a:extLst>
            </p:cNvPr>
            <p:cNvSpPr/>
            <p:nvPr/>
          </p:nvSpPr>
          <p:spPr>
            <a:xfrm>
              <a:off x="1869425" y="3103200"/>
              <a:ext cx="725" cy="8375"/>
            </a:xfrm>
            <a:custGeom>
              <a:avLst/>
              <a:gdLst/>
              <a:ahLst/>
              <a:cxnLst/>
              <a:rect l="l" t="t" r="r" b="b"/>
              <a:pathLst>
                <a:path w="29" h="335" extrusionOk="0">
                  <a:moveTo>
                    <a:pt x="19" y="335"/>
                  </a:moveTo>
                  <a:cubicBezTo>
                    <a:pt x="28" y="223"/>
                    <a:pt x="19" y="112"/>
                    <a:pt x="0" y="1"/>
                  </a:cubicBezTo>
                  <a:lnTo>
                    <a:pt x="0" y="1"/>
                  </a:lnTo>
                  <a:lnTo>
                    <a:pt x="0" y="1"/>
                  </a:lnTo>
                  <a:cubicBezTo>
                    <a:pt x="19" y="112"/>
                    <a:pt x="28" y="223"/>
                    <a:pt x="19" y="33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3">
              <a:extLst>
                <a:ext uri="{FF2B5EF4-FFF2-40B4-BE49-F238E27FC236}">
                  <a16:creationId xmlns:a16="http://schemas.microsoft.com/office/drawing/2014/main" id="{174168BA-BC82-3833-4600-3E3D31B4358C}"/>
                </a:ext>
              </a:extLst>
            </p:cNvPr>
            <p:cNvSpPr/>
            <p:nvPr/>
          </p:nvSpPr>
          <p:spPr>
            <a:xfrm>
              <a:off x="2089275" y="2890075"/>
              <a:ext cx="172800" cy="172100"/>
            </a:xfrm>
            <a:custGeom>
              <a:avLst/>
              <a:gdLst/>
              <a:ahLst/>
              <a:cxnLst/>
              <a:rect l="l" t="t" r="r" b="b"/>
              <a:pathLst>
                <a:path w="6912" h="6884" extrusionOk="0">
                  <a:moveTo>
                    <a:pt x="6448" y="1568"/>
                  </a:moveTo>
                  <a:cubicBezTo>
                    <a:pt x="4259" y="1485"/>
                    <a:pt x="3563" y="204"/>
                    <a:pt x="3461" y="0"/>
                  </a:cubicBezTo>
                  <a:lnTo>
                    <a:pt x="3442" y="0"/>
                  </a:lnTo>
                  <a:cubicBezTo>
                    <a:pt x="3349" y="204"/>
                    <a:pt x="2654" y="1485"/>
                    <a:pt x="464" y="1568"/>
                  </a:cubicBezTo>
                  <a:cubicBezTo>
                    <a:pt x="464" y="1568"/>
                    <a:pt x="1" y="6077"/>
                    <a:pt x="3387" y="6884"/>
                  </a:cubicBezTo>
                  <a:lnTo>
                    <a:pt x="3516" y="6884"/>
                  </a:lnTo>
                  <a:cubicBezTo>
                    <a:pt x="6912" y="6077"/>
                    <a:pt x="6448" y="1568"/>
                    <a:pt x="6448" y="15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3">
              <a:extLst>
                <a:ext uri="{FF2B5EF4-FFF2-40B4-BE49-F238E27FC236}">
                  <a16:creationId xmlns:a16="http://schemas.microsoft.com/office/drawing/2014/main" id="{6D9CB14F-A7B8-DF0D-F81B-CA771785D2EA}"/>
                </a:ext>
              </a:extLst>
            </p:cNvPr>
            <p:cNvSpPr/>
            <p:nvPr/>
          </p:nvSpPr>
          <p:spPr>
            <a:xfrm>
              <a:off x="2083250" y="2879400"/>
              <a:ext cx="173025" cy="172350"/>
            </a:xfrm>
            <a:custGeom>
              <a:avLst/>
              <a:gdLst/>
              <a:ahLst/>
              <a:cxnLst/>
              <a:rect l="l" t="t" r="r" b="b"/>
              <a:pathLst>
                <a:path w="6921" h="6894" extrusionOk="0">
                  <a:moveTo>
                    <a:pt x="3451" y="1"/>
                  </a:moveTo>
                  <a:cubicBezTo>
                    <a:pt x="3349" y="205"/>
                    <a:pt x="2654" y="1485"/>
                    <a:pt x="464" y="1568"/>
                  </a:cubicBezTo>
                  <a:cubicBezTo>
                    <a:pt x="464" y="1568"/>
                    <a:pt x="0" y="6086"/>
                    <a:pt x="3396" y="6893"/>
                  </a:cubicBezTo>
                  <a:lnTo>
                    <a:pt x="3526" y="6893"/>
                  </a:lnTo>
                  <a:cubicBezTo>
                    <a:pt x="6921" y="6086"/>
                    <a:pt x="6457" y="1568"/>
                    <a:pt x="6457" y="1568"/>
                  </a:cubicBezTo>
                  <a:cubicBezTo>
                    <a:pt x="4258" y="1485"/>
                    <a:pt x="3563" y="205"/>
                    <a:pt x="34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3">
              <a:extLst>
                <a:ext uri="{FF2B5EF4-FFF2-40B4-BE49-F238E27FC236}">
                  <a16:creationId xmlns:a16="http://schemas.microsoft.com/office/drawing/2014/main" id="{0D42AE4C-12C8-059D-A5FB-253E6164FCD3}"/>
                </a:ext>
              </a:extLst>
            </p:cNvPr>
            <p:cNvSpPr/>
            <p:nvPr/>
          </p:nvSpPr>
          <p:spPr>
            <a:xfrm>
              <a:off x="2082550" y="2877775"/>
              <a:ext cx="174200" cy="175600"/>
            </a:xfrm>
            <a:custGeom>
              <a:avLst/>
              <a:gdLst/>
              <a:ahLst/>
              <a:cxnLst/>
              <a:rect l="l" t="t" r="r" b="b"/>
              <a:pathLst>
                <a:path w="6968" h="7024" extrusionOk="0">
                  <a:moveTo>
                    <a:pt x="3489" y="177"/>
                  </a:moveTo>
                  <a:cubicBezTo>
                    <a:pt x="3693" y="548"/>
                    <a:pt x="4453" y="1596"/>
                    <a:pt x="6429" y="1689"/>
                  </a:cubicBezTo>
                  <a:cubicBezTo>
                    <a:pt x="6466" y="2181"/>
                    <a:pt x="6652" y="6160"/>
                    <a:pt x="3544" y="6903"/>
                  </a:cubicBezTo>
                  <a:lnTo>
                    <a:pt x="3424" y="6903"/>
                  </a:lnTo>
                  <a:cubicBezTo>
                    <a:pt x="316" y="6160"/>
                    <a:pt x="511" y="2181"/>
                    <a:pt x="539" y="1689"/>
                  </a:cubicBezTo>
                  <a:cubicBezTo>
                    <a:pt x="2524" y="1596"/>
                    <a:pt x="3275" y="548"/>
                    <a:pt x="3489" y="177"/>
                  </a:cubicBezTo>
                  <a:close/>
                  <a:moveTo>
                    <a:pt x="3479" y="1"/>
                  </a:moveTo>
                  <a:cubicBezTo>
                    <a:pt x="3461" y="1"/>
                    <a:pt x="3433" y="19"/>
                    <a:pt x="3424" y="38"/>
                  </a:cubicBezTo>
                  <a:cubicBezTo>
                    <a:pt x="3312" y="279"/>
                    <a:pt x="2626" y="1494"/>
                    <a:pt x="492" y="1578"/>
                  </a:cubicBezTo>
                  <a:cubicBezTo>
                    <a:pt x="464" y="1578"/>
                    <a:pt x="437" y="1606"/>
                    <a:pt x="437" y="1633"/>
                  </a:cubicBezTo>
                  <a:cubicBezTo>
                    <a:pt x="427" y="1680"/>
                    <a:pt x="1" y="6207"/>
                    <a:pt x="3405" y="7023"/>
                  </a:cubicBezTo>
                  <a:lnTo>
                    <a:pt x="3563" y="7023"/>
                  </a:lnTo>
                  <a:cubicBezTo>
                    <a:pt x="6967" y="6207"/>
                    <a:pt x="6541" y="1680"/>
                    <a:pt x="6541" y="1633"/>
                  </a:cubicBezTo>
                  <a:cubicBezTo>
                    <a:pt x="6531" y="1606"/>
                    <a:pt x="6513" y="1578"/>
                    <a:pt x="6485" y="1578"/>
                  </a:cubicBezTo>
                  <a:cubicBezTo>
                    <a:pt x="4342" y="1494"/>
                    <a:pt x="3665" y="279"/>
                    <a:pt x="3544" y="38"/>
                  </a:cubicBezTo>
                  <a:cubicBezTo>
                    <a:pt x="3535" y="19"/>
                    <a:pt x="3516" y="1"/>
                    <a:pt x="3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3">
              <a:extLst>
                <a:ext uri="{FF2B5EF4-FFF2-40B4-BE49-F238E27FC236}">
                  <a16:creationId xmlns:a16="http://schemas.microsoft.com/office/drawing/2014/main" id="{DD741FDB-1EFA-7203-6ABF-46A585000A76}"/>
                </a:ext>
              </a:extLst>
            </p:cNvPr>
            <p:cNvSpPr/>
            <p:nvPr/>
          </p:nvSpPr>
          <p:spPr>
            <a:xfrm>
              <a:off x="2118275" y="2895650"/>
              <a:ext cx="121550" cy="139850"/>
            </a:xfrm>
            <a:custGeom>
              <a:avLst/>
              <a:gdLst/>
              <a:ahLst/>
              <a:cxnLst/>
              <a:rect l="l" t="t" r="r" b="b"/>
              <a:pathLst>
                <a:path w="4862" h="5594" extrusionOk="0">
                  <a:moveTo>
                    <a:pt x="2050" y="0"/>
                  </a:moveTo>
                  <a:cubicBezTo>
                    <a:pt x="2004" y="102"/>
                    <a:pt x="1763" y="547"/>
                    <a:pt x="1169" y="881"/>
                  </a:cubicBezTo>
                  <a:lnTo>
                    <a:pt x="0" y="3850"/>
                  </a:lnTo>
                  <a:cubicBezTo>
                    <a:pt x="334" y="4629"/>
                    <a:pt x="928" y="5343"/>
                    <a:pt x="2004" y="5594"/>
                  </a:cubicBezTo>
                  <a:lnTo>
                    <a:pt x="2115" y="5594"/>
                  </a:lnTo>
                  <a:cubicBezTo>
                    <a:pt x="4861" y="4935"/>
                    <a:pt x="4490" y="1271"/>
                    <a:pt x="4490" y="1271"/>
                  </a:cubicBezTo>
                  <a:cubicBezTo>
                    <a:pt x="2709" y="1206"/>
                    <a:pt x="2143" y="167"/>
                    <a:pt x="20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3">
              <a:extLst>
                <a:ext uri="{FF2B5EF4-FFF2-40B4-BE49-F238E27FC236}">
                  <a16:creationId xmlns:a16="http://schemas.microsoft.com/office/drawing/2014/main" id="{9448FD48-69CA-40EB-E7D7-92E5BEC29144}"/>
                </a:ext>
              </a:extLst>
            </p:cNvPr>
            <p:cNvSpPr/>
            <p:nvPr/>
          </p:nvSpPr>
          <p:spPr>
            <a:xfrm>
              <a:off x="2116650" y="2894025"/>
              <a:ext cx="123850" cy="142875"/>
            </a:xfrm>
            <a:custGeom>
              <a:avLst/>
              <a:gdLst/>
              <a:ahLst/>
              <a:cxnLst/>
              <a:rect l="l" t="t" r="r" b="b"/>
              <a:pathLst>
                <a:path w="4954" h="5715" extrusionOk="0">
                  <a:moveTo>
                    <a:pt x="2115" y="0"/>
                  </a:moveTo>
                  <a:cubicBezTo>
                    <a:pt x="2097" y="0"/>
                    <a:pt x="2069" y="19"/>
                    <a:pt x="2060" y="37"/>
                  </a:cubicBezTo>
                  <a:cubicBezTo>
                    <a:pt x="2023" y="121"/>
                    <a:pt x="1791" y="566"/>
                    <a:pt x="1197" y="891"/>
                  </a:cubicBezTo>
                  <a:cubicBezTo>
                    <a:pt x="1169" y="909"/>
                    <a:pt x="1160" y="946"/>
                    <a:pt x="1178" y="974"/>
                  </a:cubicBezTo>
                  <a:cubicBezTo>
                    <a:pt x="1190" y="992"/>
                    <a:pt x="1206" y="1002"/>
                    <a:pt x="1223" y="1002"/>
                  </a:cubicBezTo>
                  <a:cubicBezTo>
                    <a:pt x="1233" y="1002"/>
                    <a:pt x="1243" y="999"/>
                    <a:pt x="1253" y="993"/>
                  </a:cubicBezTo>
                  <a:cubicBezTo>
                    <a:pt x="1763" y="714"/>
                    <a:pt x="2013" y="362"/>
                    <a:pt x="2125" y="176"/>
                  </a:cubicBezTo>
                  <a:cubicBezTo>
                    <a:pt x="2301" y="492"/>
                    <a:pt x="2922" y="1317"/>
                    <a:pt x="4499" y="1392"/>
                  </a:cubicBezTo>
                  <a:cubicBezTo>
                    <a:pt x="4527" y="1828"/>
                    <a:pt x="4657" y="5000"/>
                    <a:pt x="2171" y="5603"/>
                  </a:cubicBezTo>
                  <a:lnTo>
                    <a:pt x="2069" y="5603"/>
                  </a:lnTo>
                  <a:cubicBezTo>
                    <a:pt x="1169" y="5381"/>
                    <a:pt x="510" y="4805"/>
                    <a:pt x="121" y="3887"/>
                  </a:cubicBezTo>
                  <a:cubicBezTo>
                    <a:pt x="107" y="3866"/>
                    <a:pt x="88" y="3856"/>
                    <a:pt x="63" y="3856"/>
                  </a:cubicBezTo>
                  <a:cubicBezTo>
                    <a:pt x="55" y="3856"/>
                    <a:pt x="47" y="3857"/>
                    <a:pt x="37" y="3859"/>
                  </a:cubicBezTo>
                  <a:cubicBezTo>
                    <a:pt x="10" y="3868"/>
                    <a:pt x="0" y="3906"/>
                    <a:pt x="10" y="3933"/>
                  </a:cubicBezTo>
                  <a:cubicBezTo>
                    <a:pt x="418" y="4889"/>
                    <a:pt x="1104" y="5492"/>
                    <a:pt x="2050" y="5714"/>
                  </a:cubicBezTo>
                  <a:lnTo>
                    <a:pt x="2190" y="5714"/>
                  </a:lnTo>
                  <a:cubicBezTo>
                    <a:pt x="4954" y="5056"/>
                    <a:pt x="4611" y="1373"/>
                    <a:pt x="4611" y="1336"/>
                  </a:cubicBezTo>
                  <a:cubicBezTo>
                    <a:pt x="4601" y="1308"/>
                    <a:pt x="4583" y="1280"/>
                    <a:pt x="4555" y="1280"/>
                  </a:cubicBezTo>
                  <a:cubicBezTo>
                    <a:pt x="2820" y="1215"/>
                    <a:pt x="2273" y="232"/>
                    <a:pt x="2180" y="37"/>
                  </a:cubicBezTo>
                  <a:cubicBezTo>
                    <a:pt x="2171" y="19"/>
                    <a:pt x="2152" y="0"/>
                    <a:pt x="2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3">
              <a:extLst>
                <a:ext uri="{FF2B5EF4-FFF2-40B4-BE49-F238E27FC236}">
                  <a16:creationId xmlns:a16="http://schemas.microsoft.com/office/drawing/2014/main" id="{B4CF61D1-C65F-9FE8-3D7D-6652270ACCEE}"/>
                </a:ext>
              </a:extLst>
            </p:cNvPr>
            <p:cNvSpPr/>
            <p:nvPr/>
          </p:nvSpPr>
          <p:spPr>
            <a:xfrm>
              <a:off x="2107375" y="2926025"/>
              <a:ext cx="16250" cy="33650"/>
            </a:xfrm>
            <a:custGeom>
              <a:avLst/>
              <a:gdLst/>
              <a:ahLst/>
              <a:cxnLst/>
              <a:rect l="l" t="t" r="r" b="b"/>
              <a:pathLst>
                <a:path w="650" h="1346" extrusionOk="0">
                  <a:moveTo>
                    <a:pt x="650" y="0"/>
                  </a:moveTo>
                  <a:cubicBezTo>
                    <a:pt x="473" y="28"/>
                    <a:pt x="278" y="56"/>
                    <a:pt x="65" y="56"/>
                  </a:cubicBezTo>
                  <a:cubicBezTo>
                    <a:pt x="65" y="56"/>
                    <a:pt x="0" y="622"/>
                    <a:pt x="102" y="1345"/>
                  </a:cubicBezTo>
                  <a:lnTo>
                    <a:pt x="6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3">
              <a:extLst>
                <a:ext uri="{FF2B5EF4-FFF2-40B4-BE49-F238E27FC236}">
                  <a16:creationId xmlns:a16="http://schemas.microsoft.com/office/drawing/2014/main" id="{E9FE3618-4625-B277-C94B-A54DB1D526C8}"/>
                </a:ext>
              </a:extLst>
            </p:cNvPr>
            <p:cNvSpPr/>
            <p:nvPr/>
          </p:nvSpPr>
          <p:spPr>
            <a:xfrm>
              <a:off x="2105975" y="2924575"/>
              <a:ext cx="19050" cy="36500"/>
            </a:xfrm>
            <a:custGeom>
              <a:avLst/>
              <a:gdLst/>
              <a:ahLst/>
              <a:cxnLst/>
              <a:rect l="l" t="t" r="r" b="b"/>
              <a:pathLst>
                <a:path w="762" h="1460" extrusionOk="0">
                  <a:moveTo>
                    <a:pt x="710" y="0"/>
                  </a:moveTo>
                  <a:cubicBezTo>
                    <a:pt x="706" y="0"/>
                    <a:pt x="701" y="1"/>
                    <a:pt x="696" y="3"/>
                  </a:cubicBezTo>
                  <a:cubicBezTo>
                    <a:pt x="511" y="30"/>
                    <a:pt x="316" y="58"/>
                    <a:pt x="112" y="58"/>
                  </a:cubicBezTo>
                  <a:cubicBezTo>
                    <a:pt x="84" y="58"/>
                    <a:pt x="65" y="86"/>
                    <a:pt x="56" y="114"/>
                  </a:cubicBezTo>
                  <a:cubicBezTo>
                    <a:pt x="56" y="123"/>
                    <a:pt x="0" y="689"/>
                    <a:pt x="103" y="1413"/>
                  </a:cubicBezTo>
                  <a:cubicBezTo>
                    <a:pt x="103" y="1440"/>
                    <a:pt x="130" y="1459"/>
                    <a:pt x="158" y="1459"/>
                  </a:cubicBezTo>
                  <a:lnTo>
                    <a:pt x="167" y="1459"/>
                  </a:lnTo>
                  <a:cubicBezTo>
                    <a:pt x="195" y="1459"/>
                    <a:pt x="223" y="1431"/>
                    <a:pt x="214" y="1394"/>
                  </a:cubicBezTo>
                  <a:cubicBezTo>
                    <a:pt x="140" y="810"/>
                    <a:pt x="158" y="327"/>
                    <a:pt x="177" y="179"/>
                  </a:cubicBezTo>
                  <a:cubicBezTo>
                    <a:pt x="362" y="170"/>
                    <a:pt x="539" y="142"/>
                    <a:pt x="715" y="114"/>
                  </a:cubicBezTo>
                  <a:cubicBezTo>
                    <a:pt x="743" y="105"/>
                    <a:pt x="761" y="77"/>
                    <a:pt x="761" y="49"/>
                  </a:cubicBezTo>
                  <a:cubicBezTo>
                    <a:pt x="753" y="18"/>
                    <a:pt x="733" y="0"/>
                    <a:pt x="7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3">
              <a:extLst>
                <a:ext uri="{FF2B5EF4-FFF2-40B4-BE49-F238E27FC236}">
                  <a16:creationId xmlns:a16="http://schemas.microsoft.com/office/drawing/2014/main" id="{231E1AAD-AA74-1534-806A-E5212F3DB5B4}"/>
                </a:ext>
              </a:extLst>
            </p:cNvPr>
            <p:cNvSpPr/>
            <p:nvPr/>
          </p:nvSpPr>
          <p:spPr>
            <a:xfrm>
              <a:off x="2134725" y="2938300"/>
              <a:ext cx="69850" cy="69850"/>
            </a:xfrm>
            <a:custGeom>
              <a:avLst/>
              <a:gdLst/>
              <a:ahLst/>
              <a:cxnLst/>
              <a:rect l="l" t="t" r="r" b="b"/>
              <a:pathLst>
                <a:path w="2794" h="2794" extrusionOk="0">
                  <a:moveTo>
                    <a:pt x="1402" y="1"/>
                  </a:moveTo>
                  <a:cubicBezTo>
                    <a:pt x="622" y="1"/>
                    <a:pt x="1" y="622"/>
                    <a:pt x="1" y="1402"/>
                  </a:cubicBezTo>
                  <a:cubicBezTo>
                    <a:pt x="1" y="2172"/>
                    <a:pt x="622" y="2793"/>
                    <a:pt x="1402" y="2793"/>
                  </a:cubicBezTo>
                  <a:cubicBezTo>
                    <a:pt x="2172" y="2793"/>
                    <a:pt x="2793" y="2172"/>
                    <a:pt x="2793" y="1402"/>
                  </a:cubicBezTo>
                  <a:cubicBezTo>
                    <a:pt x="2793" y="622"/>
                    <a:pt x="2172" y="1"/>
                    <a:pt x="1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3">
              <a:extLst>
                <a:ext uri="{FF2B5EF4-FFF2-40B4-BE49-F238E27FC236}">
                  <a16:creationId xmlns:a16="http://schemas.microsoft.com/office/drawing/2014/main" id="{9B0D69FA-3A8D-B13D-3B46-BE7689D9C920}"/>
                </a:ext>
              </a:extLst>
            </p:cNvPr>
            <p:cNvSpPr/>
            <p:nvPr/>
          </p:nvSpPr>
          <p:spPr>
            <a:xfrm>
              <a:off x="2133575" y="2937150"/>
              <a:ext cx="72150" cy="72150"/>
            </a:xfrm>
            <a:custGeom>
              <a:avLst/>
              <a:gdLst/>
              <a:ahLst/>
              <a:cxnLst/>
              <a:rect l="l" t="t" r="r" b="b"/>
              <a:pathLst>
                <a:path w="2886" h="2886" extrusionOk="0">
                  <a:moveTo>
                    <a:pt x="1448" y="93"/>
                  </a:moveTo>
                  <a:cubicBezTo>
                    <a:pt x="2190" y="93"/>
                    <a:pt x="2802" y="696"/>
                    <a:pt x="2802" y="1448"/>
                  </a:cubicBezTo>
                  <a:cubicBezTo>
                    <a:pt x="2802" y="2190"/>
                    <a:pt x="2190" y="2802"/>
                    <a:pt x="1448" y="2802"/>
                  </a:cubicBezTo>
                  <a:cubicBezTo>
                    <a:pt x="696" y="2802"/>
                    <a:pt x="93" y="2190"/>
                    <a:pt x="93" y="1448"/>
                  </a:cubicBezTo>
                  <a:cubicBezTo>
                    <a:pt x="93" y="696"/>
                    <a:pt x="696" y="93"/>
                    <a:pt x="1448" y="93"/>
                  </a:cubicBezTo>
                  <a:close/>
                  <a:moveTo>
                    <a:pt x="1448" y="1"/>
                  </a:moveTo>
                  <a:cubicBezTo>
                    <a:pt x="650" y="1"/>
                    <a:pt x="0" y="650"/>
                    <a:pt x="0" y="1448"/>
                  </a:cubicBezTo>
                  <a:cubicBezTo>
                    <a:pt x="0" y="2236"/>
                    <a:pt x="650" y="2886"/>
                    <a:pt x="1448" y="2886"/>
                  </a:cubicBezTo>
                  <a:cubicBezTo>
                    <a:pt x="2236" y="2886"/>
                    <a:pt x="2885" y="2236"/>
                    <a:pt x="2885" y="1448"/>
                  </a:cubicBezTo>
                  <a:cubicBezTo>
                    <a:pt x="2885" y="650"/>
                    <a:pt x="2236" y="1"/>
                    <a:pt x="14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3">
              <a:extLst>
                <a:ext uri="{FF2B5EF4-FFF2-40B4-BE49-F238E27FC236}">
                  <a16:creationId xmlns:a16="http://schemas.microsoft.com/office/drawing/2014/main" id="{BE4A5973-57BE-2C7F-9A62-9DB0D1450A53}"/>
                </a:ext>
              </a:extLst>
            </p:cNvPr>
            <p:cNvSpPr/>
            <p:nvPr/>
          </p:nvSpPr>
          <p:spPr>
            <a:xfrm>
              <a:off x="2144250" y="2947825"/>
              <a:ext cx="50800" cy="50800"/>
            </a:xfrm>
            <a:custGeom>
              <a:avLst/>
              <a:gdLst/>
              <a:ahLst/>
              <a:cxnLst/>
              <a:rect l="l" t="t" r="r" b="b"/>
              <a:pathLst>
                <a:path w="2032" h="2032" extrusionOk="0">
                  <a:moveTo>
                    <a:pt x="1021" y="0"/>
                  </a:moveTo>
                  <a:cubicBezTo>
                    <a:pt x="455" y="0"/>
                    <a:pt x="0" y="455"/>
                    <a:pt x="0" y="1021"/>
                  </a:cubicBezTo>
                  <a:cubicBezTo>
                    <a:pt x="0" y="1577"/>
                    <a:pt x="455" y="2032"/>
                    <a:pt x="1021" y="2032"/>
                  </a:cubicBezTo>
                  <a:cubicBezTo>
                    <a:pt x="1577" y="2032"/>
                    <a:pt x="2032" y="1577"/>
                    <a:pt x="2032" y="1021"/>
                  </a:cubicBezTo>
                  <a:cubicBezTo>
                    <a:pt x="2032" y="455"/>
                    <a:pt x="1577" y="0"/>
                    <a:pt x="10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3">
              <a:extLst>
                <a:ext uri="{FF2B5EF4-FFF2-40B4-BE49-F238E27FC236}">
                  <a16:creationId xmlns:a16="http://schemas.microsoft.com/office/drawing/2014/main" id="{AAF0A881-FBE0-12F7-A52B-36798E46825F}"/>
                </a:ext>
              </a:extLst>
            </p:cNvPr>
            <p:cNvSpPr/>
            <p:nvPr/>
          </p:nvSpPr>
          <p:spPr>
            <a:xfrm>
              <a:off x="2142850" y="2946425"/>
              <a:ext cx="53825" cy="53825"/>
            </a:xfrm>
            <a:custGeom>
              <a:avLst/>
              <a:gdLst/>
              <a:ahLst/>
              <a:cxnLst/>
              <a:rect l="l" t="t" r="r" b="b"/>
              <a:pathLst>
                <a:path w="2153" h="2153" extrusionOk="0">
                  <a:moveTo>
                    <a:pt x="1077" y="112"/>
                  </a:moveTo>
                  <a:cubicBezTo>
                    <a:pt x="1605" y="112"/>
                    <a:pt x="2032" y="548"/>
                    <a:pt x="2032" y="1077"/>
                  </a:cubicBezTo>
                  <a:cubicBezTo>
                    <a:pt x="2032" y="1605"/>
                    <a:pt x="1605" y="2032"/>
                    <a:pt x="1077" y="2032"/>
                  </a:cubicBezTo>
                  <a:cubicBezTo>
                    <a:pt x="548" y="2032"/>
                    <a:pt x="112" y="1605"/>
                    <a:pt x="112" y="1077"/>
                  </a:cubicBezTo>
                  <a:cubicBezTo>
                    <a:pt x="112" y="548"/>
                    <a:pt x="548" y="112"/>
                    <a:pt x="1077" y="112"/>
                  </a:cubicBezTo>
                  <a:close/>
                  <a:moveTo>
                    <a:pt x="1077" y="1"/>
                  </a:moveTo>
                  <a:cubicBezTo>
                    <a:pt x="483" y="1"/>
                    <a:pt x="0" y="483"/>
                    <a:pt x="0" y="1077"/>
                  </a:cubicBezTo>
                  <a:cubicBezTo>
                    <a:pt x="0" y="1670"/>
                    <a:pt x="483" y="2153"/>
                    <a:pt x="1077" y="2153"/>
                  </a:cubicBezTo>
                  <a:cubicBezTo>
                    <a:pt x="1670" y="2153"/>
                    <a:pt x="2153" y="1670"/>
                    <a:pt x="2153" y="1077"/>
                  </a:cubicBezTo>
                  <a:cubicBezTo>
                    <a:pt x="2153" y="483"/>
                    <a:pt x="1670" y="1"/>
                    <a:pt x="10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3">
              <a:extLst>
                <a:ext uri="{FF2B5EF4-FFF2-40B4-BE49-F238E27FC236}">
                  <a16:creationId xmlns:a16="http://schemas.microsoft.com/office/drawing/2014/main" id="{294DA221-EB3E-4481-B38C-D146CF805019}"/>
                </a:ext>
              </a:extLst>
            </p:cNvPr>
            <p:cNvSpPr/>
            <p:nvPr/>
          </p:nvSpPr>
          <p:spPr>
            <a:xfrm>
              <a:off x="2154900" y="2949850"/>
              <a:ext cx="45950" cy="34400"/>
            </a:xfrm>
            <a:custGeom>
              <a:avLst/>
              <a:gdLst/>
              <a:ahLst/>
              <a:cxnLst/>
              <a:rect l="l" t="t" r="r" b="b"/>
              <a:pathLst>
                <a:path w="1838" h="1376" extrusionOk="0">
                  <a:moveTo>
                    <a:pt x="1657" y="0"/>
                  </a:moveTo>
                  <a:cubicBezTo>
                    <a:pt x="1615" y="0"/>
                    <a:pt x="1573" y="17"/>
                    <a:pt x="1541" y="49"/>
                  </a:cubicBezTo>
                  <a:lnTo>
                    <a:pt x="613" y="977"/>
                  </a:lnTo>
                  <a:lnTo>
                    <a:pt x="298" y="661"/>
                  </a:lnTo>
                  <a:cubicBezTo>
                    <a:pt x="265" y="629"/>
                    <a:pt x="224" y="613"/>
                    <a:pt x="182" y="613"/>
                  </a:cubicBezTo>
                  <a:cubicBezTo>
                    <a:pt x="140" y="613"/>
                    <a:pt x="98" y="629"/>
                    <a:pt x="66" y="661"/>
                  </a:cubicBezTo>
                  <a:cubicBezTo>
                    <a:pt x="1" y="726"/>
                    <a:pt x="1" y="828"/>
                    <a:pt x="66" y="893"/>
                  </a:cubicBezTo>
                  <a:lnTo>
                    <a:pt x="493" y="1320"/>
                  </a:lnTo>
                  <a:cubicBezTo>
                    <a:pt x="530" y="1357"/>
                    <a:pt x="567" y="1376"/>
                    <a:pt x="613" y="1376"/>
                  </a:cubicBezTo>
                  <a:cubicBezTo>
                    <a:pt x="650" y="1376"/>
                    <a:pt x="697" y="1357"/>
                    <a:pt x="724" y="1329"/>
                  </a:cubicBezTo>
                  <a:lnTo>
                    <a:pt x="1773" y="281"/>
                  </a:lnTo>
                  <a:cubicBezTo>
                    <a:pt x="1838" y="216"/>
                    <a:pt x="1838" y="114"/>
                    <a:pt x="1773" y="49"/>
                  </a:cubicBezTo>
                  <a:cubicBezTo>
                    <a:pt x="1740" y="17"/>
                    <a:pt x="1699"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10894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909E314F-FABD-CB9A-BB82-6EDBA9FE657E}"/>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EBA1D698-5AC3-5450-E7E4-859385CF9C9D}"/>
              </a:ext>
            </a:extLst>
          </p:cNvPr>
          <p:cNvSpPr txBox="1">
            <a:spLocks noGrp="1"/>
          </p:cNvSpPr>
          <p:nvPr>
            <p:ph type="title"/>
          </p:nvPr>
        </p:nvSpPr>
        <p:spPr>
          <a:xfrm>
            <a:off x="4002124" y="2623450"/>
            <a:ext cx="4428626"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Logistics</a:t>
            </a:r>
            <a:endParaRPr dirty="0"/>
          </a:p>
        </p:txBody>
      </p:sp>
      <p:sp>
        <p:nvSpPr>
          <p:cNvPr id="1290" name="Google Shape;1290;p28">
            <a:extLst>
              <a:ext uri="{FF2B5EF4-FFF2-40B4-BE49-F238E27FC236}">
                <a16:creationId xmlns:a16="http://schemas.microsoft.com/office/drawing/2014/main" id="{137DADA8-7A9A-6BEB-5530-A54EC3F003B9}"/>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04</a:t>
            </a:r>
            <a:endParaRPr dirty="0"/>
          </a:p>
        </p:txBody>
      </p:sp>
      <p:grpSp>
        <p:nvGrpSpPr>
          <p:cNvPr id="1291" name="Google Shape;1291;p28">
            <a:extLst>
              <a:ext uri="{FF2B5EF4-FFF2-40B4-BE49-F238E27FC236}">
                <a16:creationId xmlns:a16="http://schemas.microsoft.com/office/drawing/2014/main" id="{D24A5194-5176-AF5D-3292-509FB2F027B4}"/>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AD5042B6-D00B-B98C-9C96-E280E409D8DB}"/>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28">
              <a:extLst>
                <a:ext uri="{FF2B5EF4-FFF2-40B4-BE49-F238E27FC236}">
                  <a16:creationId xmlns:a16="http://schemas.microsoft.com/office/drawing/2014/main" id="{7DCA1D11-EDF1-AABC-F5A3-A49B66272CD2}"/>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8">
              <a:extLst>
                <a:ext uri="{FF2B5EF4-FFF2-40B4-BE49-F238E27FC236}">
                  <a16:creationId xmlns:a16="http://schemas.microsoft.com/office/drawing/2014/main" id="{83B03B39-33B8-CDFE-9943-FD66C6FDD3AB}"/>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8">
              <a:extLst>
                <a:ext uri="{FF2B5EF4-FFF2-40B4-BE49-F238E27FC236}">
                  <a16:creationId xmlns:a16="http://schemas.microsoft.com/office/drawing/2014/main" id="{D44F9C6E-882B-5FAA-D469-11C1268F5E73}"/>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8">
              <a:extLst>
                <a:ext uri="{FF2B5EF4-FFF2-40B4-BE49-F238E27FC236}">
                  <a16:creationId xmlns:a16="http://schemas.microsoft.com/office/drawing/2014/main" id="{08A9AB0A-1EF4-91DC-F46F-43F3391DE1B1}"/>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8">
              <a:extLst>
                <a:ext uri="{FF2B5EF4-FFF2-40B4-BE49-F238E27FC236}">
                  <a16:creationId xmlns:a16="http://schemas.microsoft.com/office/drawing/2014/main" id="{0DFC259B-0EA0-B8C2-7471-DD5B887CB27F}"/>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28">
              <a:extLst>
                <a:ext uri="{FF2B5EF4-FFF2-40B4-BE49-F238E27FC236}">
                  <a16:creationId xmlns:a16="http://schemas.microsoft.com/office/drawing/2014/main" id="{7157EE90-B79B-F8A4-1000-0EB3D28CE0D2}"/>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28">
              <a:extLst>
                <a:ext uri="{FF2B5EF4-FFF2-40B4-BE49-F238E27FC236}">
                  <a16:creationId xmlns:a16="http://schemas.microsoft.com/office/drawing/2014/main" id="{C7F8C660-13CC-804D-202E-6E57BBF3FD49}"/>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8">
              <a:extLst>
                <a:ext uri="{FF2B5EF4-FFF2-40B4-BE49-F238E27FC236}">
                  <a16:creationId xmlns:a16="http://schemas.microsoft.com/office/drawing/2014/main" id="{BF8A44E3-7267-6A65-CEDB-E9C16861F9B2}"/>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8">
              <a:extLst>
                <a:ext uri="{FF2B5EF4-FFF2-40B4-BE49-F238E27FC236}">
                  <a16:creationId xmlns:a16="http://schemas.microsoft.com/office/drawing/2014/main" id="{CF150D49-1F54-46A3-8487-6E39F9237C23}"/>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8">
              <a:extLst>
                <a:ext uri="{FF2B5EF4-FFF2-40B4-BE49-F238E27FC236}">
                  <a16:creationId xmlns:a16="http://schemas.microsoft.com/office/drawing/2014/main" id="{A32A793E-1D28-F0BA-EECD-C42118B7B94A}"/>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8">
              <a:extLst>
                <a:ext uri="{FF2B5EF4-FFF2-40B4-BE49-F238E27FC236}">
                  <a16:creationId xmlns:a16="http://schemas.microsoft.com/office/drawing/2014/main" id="{8190EA66-B2EB-22B5-5A42-C507DD29387F}"/>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8">
              <a:extLst>
                <a:ext uri="{FF2B5EF4-FFF2-40B4-BE49-F238E27FC236}">
                  <a16:creationId xmlns:a16="http://schemas.microsoft.com/office/drawing/2014/main" id="{5794FE07-0354-6349-C561-41A811BA0395}"/>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28">
              <a:extLst>
                <a:ext uri="{FF2B5EF4-FFF2-40B4-BE49-F238E27FC236}">
                  <a16:creationId xmlns:a16="http://schemas.microsoft.com/office/drawing/2014/main" id="{AB2CDE05-1D00-D154-343A-89DC30E9FDDD}"/>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28">
              <a:extLst>
                <a:ext uri="{FF2B5EF4-FFF2-40B4-BE49-F238E27FC236}">
                  <a16:creationId xmlns:a16="http://schemas.microsoft.com/office/drawing/2014/main" id="{7938E609-0661-E6C9-3E71-00DB73871662}"/>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8">
              <a:extLst>
                <a:ext uri="{FF2B5EF4-FFF2-40B4-BE49-F238E27FC236}">
                  <a16:creationId xmlns:a16="http://schemas.microsoft.com/office/drawing/2014/main" id="{F6B8740E-71B7-93F6-92E7-1CFD23CAA8F6}"/>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8">
              <a:extLst>
                <a:ext uri="{FF2B5EF4-FFF2-40B4-BE49-F238E27FC236}">
                  <a16:creationId xmlns:a16="http://schemas.microsoft.com/office/drawing/2014/main" id="{865DA1B2-43FD-4016-108C-35123055F08E}"/>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8">
              <a:extLst>
                <a:ext uri="{FF2B5EF4-FFF2-40B4-BE49-F238E27FC236}">
                  <a16:creationId xmlns:a16="http://schemas.microsoft.com/office/drawing/2014/main" id="{AC719532-5AD5-2C91-E4AA-5701AFF5A3DC}"/>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8">
              <a:extLst>
                <a:ext uri="{FF2B5EF4-FFF2-40B4-BE49-F238E27FC236}">
                  <a16:creationId xmlns:a16="http://schemas.microsoft.com/office/drawing/2014/main" id="{D015A3EA-2D85-BF1C-5695-5A39333282E8}"/>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8">
              <a:extLst>
                <a:ext uri="{FF2B5EF4-FFF2-40B4-BE49-F238E27FC236}">
                  <a16:creationId xmlns:a16="http://schemas.microsoft.com/office/drawing/2014/main" id="{EA0E64C6-53D9-5706-EF2C-9D630C1D77DB}"/>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8">
              <a:extLst>
                <a:ext uri="{FF2B5EF4-FFF2-40B4-BE49-F238E27FC236}">
                  <a16:creationId xmlns:a16="http://schemas.microsoft.com/office/drawing/2014/main" id="{0A86BD7C-6C98-7F9F-3DF1-7E5589BF2F98}"/>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8">
              <a:extLst>
                <a:ext uri="{FF2B5EF4-FFF2-40B4-BE49-F238E27FC236}">
                  <a16:creationId xmlns:a16="http://schemas.microsoft.com/office/drawing/2014/main" id="{5BAB1ED7-0855-F4E7-870C-DC8EC5BC1BB6}"/>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8">
              <a:extLst>
                <a:ext uri="{FF2B5EF4-FFF2-40B4-BE49-F238E27FC236}">
                  <a16:creationId xmlns:a16="http://schemas.microsoft.com/office/drawing/2014/main" id="{24AA1C2E-6B9A-0FA8-C9C2-61301E73B260}"/>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8">
              <a:extLst>
                <a:ext uri="{FF2B5EF4-FFF2-40B4-BE49-F238E27FC236}">
                  <a16:creationId xmlns:a16="http://schemas.microsoft.com/office/drawing/2014/main" id="{00F1CB1A-C1D0-1CBB-8B44-862AF8542001}"/>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8">
              <a:extLst>
                <a:ext uri="{FF2B5EF4-FFF2-40B4-BE49-F238E27FC236}">
                  <a16:creationId xmlns:a16="http://schemas.microsoft.com/office/drawing/2014/main" id="{50DE3733-EF5D-6A2D-6D00-A5D047DEB53E}"/>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28">
              <a:extLst>
                <a:ext uri="{FF2B5EF4-FFF2-40B4-BE49-F238E27FC236}">
                  <a16:creationId xmlns:a16="http://schemas.microsoft.com/office/drawing/2014/main" id="{49835E58-EC27-67D7-304E-66DDE887B1DB}"/>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28">
              <a:extLst>
                <a:ext uri="{FF2B5EF4-FFF2-40B4-BE49-F238E27FC236}">
                  <a16:creationId xmlns:a16="http://schemas.microsoft.com/office/drawing/2014/main" id="{E0C7FB81-927E-BBBD-4B7E-2A8731BA32A3}"/>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8">
              <a:extLst>
                <a:ext uri="{FF2B5EF4-FFF2-40B4-BE49-F238E27FC236}">
                  <a16:creationId xmlns:a16="http://schemas.microsoft.com/office/drawing/2014/main" id="{C869F0AE-8CB5-3FB7-23BF-4D785DE39413}"/>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8">
              <a:extLst>
                <a:ext uri="{FF2B5EF4-FFF2-40B4-BE49-F238E27FC236}">
                  <a16:creationId xmlns:a16="http://schemas.microsoft.com/office/drawing/2014/main" id="{34CC5B89-C259-4DB4-6400-477E1A641047}"/>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8">
              <a:extLst>
                <a:ext uri="{FF2B5EF4-FFF2-40B4-BE49-F238E27FC236}">
                  <a16:creationId xmlns:a16="http://schemas.microsoft.com/office/drawing/2014/main" id="{0EAE03BE-19B1-3D29-ABF9-37405E69549F}"/>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8">
              <a:extLst>
                <a:ext uri="{FF2B5EF4-FFF2-40B4-BE49-F238E27FC236}">
                  <a16:creationId xmlns:a16="http://schemas.microsoft.com/office/drawing/2014/main" id="{EBD38962-B6F8-0D2F-6911-3F7F90745C7C}"/>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28">
              <a:extLst>
                <a:ext uri="{FF2B5EF4-FFF2-40B4-BE49-F238E27FC236}">
                  <a16:creationId xmlns:a16="http://schemas.microsoft.com/office/drawing/2014/main" id="{DE66FD3A-B00E-7C54-71D9-5E1649CEC6BA}"/>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8">
              <a:extLst>
                <a:ext uri="{FF2B5EF4-FFF2-40B4-BE49-F238E27FC236}">
                  <a16:creationId xmlns:a16="http://schemas.microsoft.com/office/drawing/2014/main" id="{475A723A-EA87-9EB7-B698-A431D4C360C3}"/>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8">
              <a:extLst>
                <a:ext uri="{FF2B5EF4-FFF2-40B4-BE49-F238E27FC236}">
                  <a16:creationId xmlns:a16="http://schemas.microsoft.com/office/drawing/2014/main" id="{32431C82-BF73-0D43-2328-DEF926503114}"/>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28">
              <a:extLst>
                <a:ext uri="{FF2B5EF4-FFF2-40B4-BE49-F238E27FC236}">
                  <a16:creationId xmlns:a16="http://schemas.microsoft.com/office/drawing/2014/main" id="{00CE018F-0E4D-92AF-405C-036902395A3A}"/>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28">
              <a:extLst>
                <a:ext uri="{FF2B5EF4-FFF2-40B4-BE49-F238E27FC236}">
                  <a16:creationId xmlns:a16="http://schemas.microsoft.com/office/drawing/2014/main" id="{B0BD2660-5BE6-2A92-0942-546024D82A40}"/>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8">
              <a:extLst>
                <a:ext uri="{FF2B5EF4-FFF2-40B4-BE49-F238E27FC236}">
                  <a16:creationId xmlns:a16="http://schemas.microsoft.com/office/drawing/2014/main" id="{0D16AECE-EFD3-08BD-9642-0AB8288B7C9A}"/>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8">
              <a:extLst>
                <a:ext uri="{FF2B5EF4-FFF2-40B4-BE49-F238E27FC236}">
                  <a16:creationId xmlns:a16="http://schemas.microsoft.com/office/drawing/2014/main" id="{E10456C7-A13A-47EB-547D-B64E43F1BE5D}"/>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8">
              <a:extLst>
                <a:ext uri="{FF2B5EF4-FFF2-40B4-BE49-F238E27FC236}">
                  <a16:creationId xmlns:a16="http://schemas.microsoft.com/office/drawing/2014/main" id="{22AC29D5-5355-79E3-AB74-F944E80A715C}"/>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28">
              <a:extLst>
                <a:ext uri="{FF2B5EF4-FFF2-40B4-BE49-F238E27FC236}">
                  <a16:creationId xmlns:a16="http://schemas.microsoft.com/office/drawing/2014/main" id="{9E2372C6-6110-8F64-D8E4-162A5783D8D6}"/>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28">
              <a:extLst>
                <a:ext uri="{FF2B5EF4-FFF2-40B4-BE49-F238E27FC236}">
                  <a16:creationId xmlns:a16="http://schemas.microsoft.com/office/drawing/2014/main" id="{58F9103E-809C-18E5-237F-C78152EB6456}"/>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8">
              <a:extLst>
                <a:ext uri="{FF2B5EF4-FFF2-40B4-BE49-F238E27FC236}">
                  <a16:creationId xmlns:a16="http://schemas.microsoft.com/office/drawing/2014/main" id="{25614A87-F747-B900-C5F2-84BA873567EE}"/>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8">
              <a:extLst>
                <a:ext uri="{FF2B5EF4-FFF2-40B4-BE49-F238E27FC236}">
                  <a16:creationId xmlns:a16="http://schemas.microsoft.com/office/drawing/2014/main" id="{49A67A74-1FB8-EAFF-DD00-40A7C8EB7E8E}"/>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8">
              <a:extLst>
                <a:ext uri="{FF2B5EF4-FFF2-40B4-BE49-F238E27FC236}">
                  <a16:creationId xmlns:a16="http://schemas.microsoft.com/office/drawing/2014/main" id="{66324F47-F420-18F6-8008-043771874657}"/>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8">
              <a:extLst>
                <a:ext uri="{FF2B5EF4-FFF2-40B4-BE49-F238E27FC236}">
                  <a16:creationId xmlns:a16="http://schemas.microsoft.com/office/drawing/2014/main" id="{D52232E8-7A32-99C5-414D-E49E04418BBF}"/>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8">
              <a:extLst>
                <a:ext uri="{FF2B5EF4-FFF2-40B4-BE49-F238E27FC236}">
                  <a16:creationId xmlns:a16="http://schemas.microsoft.com/office/drawing/2014/main" id="{F2EFB611-CC06-6AE5-21C3-FB30CA0DAD74}"/>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8">
              <a:extLst>
                <a:ext uri="{FF2B5EF4-FFF2-40B4-BE49-F238E27FC236}">
                  <a16:creationId xmlns:a16="http://schemas.microsoft.com/office/drawing/2014/main" id="{3C453BF2-0C1E-AABC-3F65-4AB6F76E0E00}"/>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28">
              <a:extLst>
                <a:ext uri="{FF2B5EF4-FFF2-40B4-BE49-F238E27FC236}">
                  <a16:creationId xmlns:a16="http://schemas.microsoft.com/office/drawing/2014/main" id="{0C4D1488-369D-1D44-FAE9-DA8739F5470C}"/>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8">
              <a:extLst>
                <a:ext uri="{FF2B5EF4-FFF2-40B4-BE49-F238E27FC236}">
                  <a16:creationId xmlns:a16="http://schemas.microsoft.com/office/drawing/2014/main" id="{FA27211B-2BD8-E8FB-660A-A899B432DA07}"/>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8">
              <a:extLst>
                <a:ext uri="{FF2B5EF4-FFF2-40B4-BE49-F238E27FC236}">
                  <a16:creationId xmlns:a16="http://schemas.microsoft.com/office/drawing/2014/main" id="{A920F5E7-1306-1BDC-18EC-42C8FECD125B}"/>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8">
              <a:extLst>
                <a:ext uri="{FF2B5EF4-FFF2-40B4-BE49-F238E27FC236}">
                  <a16:creationId xmlns:a16="http://schemas.microsoft.com/office/drawing/2014/main" id="{D3E72B9D-57FE-BD18-B156-2D93D758C1D7}"/>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28">
              <a:extLst>
                <a:ext uri="{FF2B5EF4-FFF2-40B4-BE49-F238E27FC236}">
                  <a16:creationId xmlns:a16="http://schemas.microsoft.com/office/drawing/2014/main" id="{B5D29FB1-E732-280E-5AE3-BEF796FD247C}"/>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28">
              <a:extLst>
                <a:ext uri="{FF2B5EF4-FFF2-40B4-BE49-F238E27FC236}">
                  <a16:creationId xmlns:a16="http://schemas.microsoft.com/office/drawing/2014/main" id="{BC4F645E-2834-FDF2-D70B-263B2C76CCA4}"/>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8">
              <a:extLst>
                <a:ext uri="{FF2B5EF4-FFF2-40B4-BE49-F238E27FC236}">
                  <a16:creationId xmlns:a16="http://schemas.microsoft.com/office/drawing/2014/main" id="{1BFB56AF-225E-C7C7-0498-E6EFEEE7E0BE}"/>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8">
              <a:extLst>
                <a:ext uri="{FF2B5EF4-FFF2-40B4-BE49-F238E27FC236}">
                  <a16:creationId xmlns:a16="http://schemas.microsoft.com/office/drawing/2014/main" id="{4ED53055-CC33-0A9F-05D5-620E7EE296B3}"/>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8">
              <a:extLst>
                <a:ext uri="{FF2B5EF4-FFF2-40B4-BE49-F238E27FC236}">
                  <a16:creationId xmlns:a16="http://schemas.microsoft.com/office/drawing/2014/main" id="{2B06F84F-6181-5B85-DF03-3BC96D34ECC7}"/>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28">
              <a:extLst>
                <a:ext uri="{FF2B5EF4-FFF2-40B4-BE49-F238E27FC236}">
                  <a16:creationId xmlns:a16="http://schemas.microsoft.com/office/drawing/2014/main" id="{8545484C-3A61-8303-98AB-8ABBA18381FB}"/>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28">
              <a:extLst>
                <a:ext uri="{FF2B5EF4-FFF2-40B4-BE49-F238E27FC236}">
                  <a16:creationId xmlns:a16="http://schemas.microsoft.com/office/drawing/2014/main" id="{A4857AD5-AC6B-5A4F-B2AB-C8EA74AF4783}"/>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8">
              <a:extLst>
                <a:ext uri="{FF2B5EF4-FFF2-40B4-BE49-F238E27FC236}">
                  <a16:creationId xmlns:a16="http://schemas.microsoft.com/office/drawing/2014/main" id="{01499259-F82E-1F5D-BD9C-2857DD1CC7C9}"/>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8">
              <a:extLst>
                <a:ext uri="{FF2B5EF4-FFF2-40B4-BE49-F238E27FC236}">
                  <a16:creationId xmlns:a16="http://schemas.microsoft.com/office/drawing/2014/main" id="{6EF34B4E-DD12-0CE4-3DD1-61E448C47C45}"/>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8">
              <a:extLst>
                <a:ext uri="{FF2B5EF4-FFF2-40B4-BE49-F238E27FC236}">
                  <a16:creationId xmlns:a16="http://schemas.microsoft.com/office/drawing/2014/main" id="{DCA031F7-6C76-6531-037C-EEE57A4AA479}"/>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8">
              <a:extLst>
                <a:ext uri="{FF2B5EF4-FFF2-40B4-BE49-F238E27FC236}">
                  <a16:creationId xmlns:a16="http://schemas.microsoft.com/office/drawing/2014/main" id="{97420057-64A4-AB7C-87A0-ACEA4ADBEFC9}"/>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8">
              <a:extLst>
                <a:ext uri="{FF2B5EF4-FFF2-40B4-BE49-F238E27FC236}">
                  <a16:creationId xmlns:a16="http://schemas.microsoft.com/office/drawing/2014/main" id="{400D8DFD-E112-2C54-4750-495E6A5A9D1D}"/>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28">
              <a:extLst>
                <a:ext uri="{FF2B5EF4-FFF2-40B4-BE49-F238E27FC236}">
                  <a16:creationId xmlns:a16="http://schemas.microsoft.com/office/drawing/2014/main" id="{91EB0118-CC74-371E-54E7-194EA2844FED}"/>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28">
              <a:extLst>
                <a:ext uri="{FF2B5EF4-FFF2-40B4-BE49-F238E27FC236}">
                  <a16:creationId xmlns:a16="http://schemas.microsoft.com/office/drawing/2014/main" id="{50CF956B-5E86-A489-E93C-6BCFED4C5EEA}"/>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8">
              <a:extLst>
                <a:ext uri="{FF2B5EF4-FFF2-40B4-BE49-F238E27FC236}">
                  <a16:creationId xmlns:a16="http://schemas.microsoft.com/office/drawing/2014/main" id="{C4581FE5-0835-9815-BD28-9600555B91CA}"/>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8">
              <a:extLst>
                <a:ext uri="{FF2B5EF4-FFF2-40B4-BE49-F238E27FC236}">
                  <a16:creationId xmlns:a16="http://schemas.microsoft.com/office/drawing/2014/main" id="{FD2A42A9-B929-6869-491D-0D11F31AC2DB}"/>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28">
              <a:extLst>
                <a:ext uri="{FF2B5EF4-FFF2-40B4-BE49-F238E27FC236}">
                  <a16:creationId xmlns:a16="http://schemas.microsoft.com/office/drawing/2014/main" id="{AB7465F7-41F2-481A-B4C8-DD8293F93F7B}"/>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28">
              <a:extLst>
                <a:ext uri="{FF2B5EF4-FFF2-40B4-BE49-F238E27FC236}">
                  <a16:creationId xmlns:a16="http://schemas.microsoft.com/office/drawing/2014/main" id="{EF4565DE-0B94-500B-B99A-569AA5C1579C}"/>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28">
              <a:extLst>
                <a:ext uri="{FF2B5EF4-FFF2-40B4-BE49-F238E27FC236}">
                  <a16:creationId xmlns:a16="http://schemas.microsoft.com/office/drawing/2014/main" id="{F2F83360-D5B9-F389-527B-C9F4653EB377}"/>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28">
              <a:extLst>
                <a:ext uri="{FF2B5EF4-FFF2-40B4-BE49-F238E27FC236}">
                  <a16:creationId xmlns:a16="http://schemas.microsoft.com/office/drawing/2014/main" id="{A330C3B6-C980-6CC6-F9DD-1D2CD5C4E342}"/>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28">
              <a:extLst>
                <a:ext uri="{FF2B5EF4-FFF2-40B4-BE49-F238E27FC236}">
                  <a16:creationId xmlns:a16="http://schemas.microsoft.com/office/drawing/2014/main" id="{BFD9462B-5272-BC39-2CD4-A545A2973E89}"/>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8">
              <a:extLst>
                <a:ext uri="{FF2B5EF4-FFF2-40B4-BE49-F238E27FC236}">
                  <a16:creationId xmlns:a16="http://schemas.microsoft.com/office/drawing/2014/main" id="{68FB5021-699D-4030-DC16-0099A27B9782}"/>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8">
              <a:extLst>
                <a:ext uri="{FF2B5EF4-FFF2-40B4-BE49-F238E27FC236}">
                  <a16:creationId xmlns:a16="http://schemas.microsoft.com/office/drawing/2014/main" id="{22A14BBD-56AC-5883-E100-B49E15706BDE}"/>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8">
              <a:extLst>
                <a:ext uri="{FF2B5EF4-FFF2-40B4-BE49-F238E27FC236}">
                  <a16:creationId xmlns:a16="http://schemas.microsoft.com/office/drawing/2014/main" id="{12D3285F-C4DF-4A64-BAE5-01B1B0367041}"/>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8">
              <a:extLst>
                <a:ext uri="{FF2B5EF4-FFF2-40B4-BE49-F238E27FC236}">
                  <a16:creationId xmlns:a16="http://schemas.microsoft.com/office/drawing/2014/main" id="{2BB75479-A2A6-F18E-4290-83641E5547B0}"/>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8">
              <a:extLst>
                <a:ext uri="{FF2B5EF4-FFF2-40B4-BE49-F238E27FC236}">
                  <a16:creationId xmlns:a16="http://schemas.microsoft.com/office/drawing/2014/main" id="{AF2C33BC-BEBC-3072-41C6-8E7EBA37C9FC}"/>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28">
              <a:extLst>
                <a:ext uri="{FF2B5EF4-FFF2-40B4-BE49-F238E27FC236}">
                  <a16:creationId xmlns:a16="http://schemas.microsoft.com/office/drawing/2014/main" id="{EEE776BB-5A67-3478-9916-04423E31879A}"/>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28">
              <a:extLst>
                <a:ext uri="{FF2B5EF4-FFF2-40B4-BE49-F238E27FC236}">
                  <a16:creationId xmlns:a16="http://schemas.microsoft.com/office/drawing/2014/main" id="{0AF0CE73-42C4-FB37-23C8-95CC59B92B66}"/>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8">
              <a:extLst>
                <a:ext uri="{FF2B5EF4-FFF2-40B4-BE49-F238E27FC236}">
                  <a16:creationId xmlns:a16="http://schemas.microsoft.com/office/drawing/2014/main" id="{E6D014F7-707C-BD06-C846-424C796301E5}"/>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8">
              <a:extLst>
                <a:ext uri="{FF2B5EF4-FFF2-40B4-BE49-F238E27FC236}">
                  <a16:creationId xmlns:a16="http://schemas.microsoft.com/office/drawing/2014/main" id="{5FBDB1F9-D53A-4B5D-9EF8-296CE0A84919}"/>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8">
              <a:extLst>
                <a:ext uri="{FF2B5EF4-FFF2-40B4-BE49-F238E27FC236}">
                  <a16:creationId xmlns:a16="http://schemas.microsoft.com/office/drawing/2014/main" id="{EC583B34-ED9B-4FDC-F688-BDBDFF15BA6C}"/>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28">
              <a:extLst>
                <a:ext uri="{FF2B5EF4-FFF2-40B4-BE49-F238E27FC236}">
                  <a16:creationId xmlns:a16="http://schemas.microsoft.com/office/drawing/2014/main" id="{6534951C-29DE-C47E-0E7A-0ACC6F7BE66A}"/>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28">
              <a:extLst>
                <a:ext uri="{FF2B5EF4-FFF2-40B4-BE49-F238E27FC236}">
                  <a16:creationId xmlns:a16="http://schemas.microsoft.com/office/drawing/2014/main" id="{59A14F64-E493-0A75-18CF-A256976D0A7F}"/>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8">
              <a:extLst>
                <a:ext uri="{FF2B5EF4-FFF2-40B4-BE49-F238E27FC236}">
                  <a16:creationId xmlns:a16="http://schemas.microsoft.com/office/drawing/2014/main" id="{077E8A8F-31F0-DDD0-8472-4DE4B49FF933}"/>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8">
              <a:extLst>
                <a:ext uri="{FF2B5EF4-FFF2-40B4-BE49-F238E27FC236}">
                  <a16:creationId xmlns:a16="http://schemas.microsoft.com/office/drawing/2014/main" id="{A63DCF69-7DDE-6385-0E61-6D221AED3523}"/>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8">
              <a:extLst>
                <a:ext uri="{FF2B5EF4-FFF2-40B4-BE49-F238E27FC236}">
                  <a16:creationId xmlns:a16="http://schemas.microsoft.com/office/drawing/2014/main" id="{4C043AAD-875F-6CDD-6AFF-F4B886BBBEFC}"/>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28">
              <a:extLst>
                <a:ext uri="{FF2B5EF4-FFF2-40B4-BE49-F238E27FC236}">
                  <a16:creationId xmlns:a16="http://schemas.microsoft.com/office/drawing/2014/main" id="{47DBF21A-E5B4-4DCA-C752-6B7BF250A290}"/>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8">
              <a:extLst>
                <a:ext uri="{FF2B5EF4-FFF2-40B4-BE49-F238E27FC236}">
                  <a16:creationId xmlns:a16="http://schemas.microsoft.com/office/drawing/2014/main" id="{669A11DB-310C-E331-DE65-830C645EB501}"/>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8">
              <a:extLst>
                <a:ext uri="{FF2B5EF4-FFF2-40B4-BE49-F238E27FC236}">
                  <a16:creationId xmlns:a16="http://schemas.microsoft.com/office/drawing/2014/main" id="{4A9D3A2A-70B5-DAD9-522A-FB817C37F0D0}"/>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8">
              <a:extLst>
                <a:ext uri="{FF2B5EF4-FFF2-40B4-BE49-F238E27FC236}">
                  <a16:creationId xmlns:a16="http://schemas.microsoft.com/office/drawing/2014/main" id="{C47CFB6B-3B1A-06AB-06FD-937E31CCF3F0}"/>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8">
              <a:extLst>
                <a:ext uri="{FF2B5EF4-FFF2-40B4-BE49-F238E27FC236}">
                  <a16:creationId xmlns:a16="http://schemas.microsoft.com/office/drawing/2014/main" id="{CC33D0D7-0866-D794-57D2-F0E675A44881}"/>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8">
              <a:extLst>
                <a:ext uri="{FF2B5EF4-FFF2-40B4-BE49-F238E27FC236}">
                  <a16:creationId xmlns:a16="http://schemas.microsoft.com/office/drawing/2014/main" id="{5C022134-5974-D2BC-50B6-A0566F6716BA}"/>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28">
              <a:extLst>
                <a:ext uri="{FF2B5EF4-FFF2-40B4-BE49-F238E27FC236}">
                  <a16:creationId xmlns:a16="http://schemas.microsoft.com/office/drawing/2014/main" id="{739B2DE8-0D0C-971D-8A1E-ADF964CC60DB}"/>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8">
              <a:extLst>
                <a:ext uri="{FF2B5EF4-FFF2-40B4-BE49-F238E27FC236}">
                  <a16:creationId xmlns:a16="http://schemas.microsoft.com/office/drawing/2014/main" id="{A945E93F-37D9-1904-8AE9-BAACB88BE757}"/>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8">
              <a:extLst>
                <a:ext uri="{FF2B5EF4-FFF2-40B4-BE49-F238E27FC236}">
                  <a16:creationId xmlns:a16="http://schemas.microsoft.com/office/drawing/2014/main" id="{7D70F417-4012-C291-8D0F-10695EEE0556}"/>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8">
              <a:extLst>
                <a:ext uri="{FF2B5EF4-FFF2-40B4-BE49-F238E27FC236}">
                  <a16:creationId xmlns:a16="http://schemas.microsoft.com/office/drawing/2014/main" id="{9152E5C9-17A8-5E9E-A762-A7C4B2BED3FC}"/>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8">
              <a:extLst>
                <a:ext uri="{FF2B5EF4-FFF2-40B4-BE49-F238E27FC236}">
                  <a16:creationId xmlns:a16="http://schemas.microsoft.com/office/drawing/2014/main" id="{14BEDBB5-4ABE-6E16-EED5-A34DB7696F94}"/>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8">
              <a:extLst>
                <a:ext uri="{FF2B5EF4-FFF2-40B4-BE49-F238E27FC236}">
                  <a16:creationId xmlns:a16="http://schemas.microsoft.com/office/drawing/2014/main" id="{4C8396B4-992B-3028-D0F2-2892B37C37B5}"/>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8">
              <a:extLst>
                <a:ext uri="{FF2B5EF4-FFF2-40B4-BE49-F238E27FC236}">
                  <a16:creationId xmlns:a16="http://schemas.microsoft.com/office/drawing/2014/main" id="{9525B376-B8F1-542F-D555-21169E33C643}"/>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8">
              <a:extLst>
                <a:ext uri="{FF2B5EF4-FFF2-40B4-BE49-F238E27FC236}">
                  <a16:creationId xmlns:a16="http://schemas.microsoft.com/office/drawing/2014/main" id="{26E8BC20-967D-E840-13DF-E8AF83564A30}"/>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8">
              <a:extLst>
                <a:ext uri="{FF2B5EF4-FFF2-40B4-BE49-F238E27FC236}">
                  <a16:creationId xmlns:a16="http://schemas.microsoft.com/office/drawing/2014/main" id="{CBDC845C-C229-4203-3EA7-DF3EAEB5027F}"/>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8">
              <a:extLst>
                <a:ext uri="{FF2B5EF4-FFF2-40B4-BE49-F238E27FC236}">
                  <a16:creationId xmlns:a16="http://schemas.microsoft.com/office/drawing/2014/main" id="{F843E9D2-7495-750F-C533-92D83215B400}"/>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8">
              <a:extLst>
                <a:ext uri="{FF2B5EF4-FFF2-40B4-BE49-F238E27FC236}">
                  <a16:creationId xmlns:a16="http://schemas.microsoft.com/office/drawing/2014/main" id="{9DEFC246-F54F-34E4-F19E-672724FE5C7B}"/>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8">
              <a:extLst>
                <a:ext uri="{FF2B5EF4-FFF2-40B4-BE49-F238E27FC236}">
                  <a16:creationId xmlns:a16="http://schemas.microsoft.com/office/drawing/2014/main" id="{A9828769-2FF5-6139-AE31-2EABACC5C354}"/>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8">
              <a:extLst>
                <a:ext uri="{FF2B5EF4-FFF2-40B4-BE49-F238E27FC236}">
                  <a16:creationId xmlns:a16="http://schemas.microsoft.com/office/drawing/2014/main" id="{B8C5F761-491F-67F2-3565-61B18D1EE59E}"/>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8">
              <a:extLst>
                <a:ext uri="{FF2B5EF4-FFF2-40B4-BE49-F238E27FC236}">
                  <a16:creationId xmlns:a16="http://schemas.microsoft.com/office/drawing/2014/main" id="{2B9247A1-2AEA-87C8-8F10-587DBDC48C19}"/>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8">
              <a:extLst>
                <a:ext uri="{FF2B5EF4-FFF2-40B4-BE49-F238E27FC236}">
                  <a16:creationId xmlns:a16="http://schemas.microsoft.com/office/drawing/2014/main" id="{4047C9FC-44F9-9A42-AA6C-93B6749FB245}"/>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8">
              <a:extLst>
                <a:ext uri="{FF2B5EF4-FFF2-40B4-BE49-F238E27FC236}">
                  <a16:creationId xmlns:a16="http://schemas.microsoft.com/office/drawing/2014/main" id="{8FFEBECD-A80D-9DD1-382C-1F40443BA9B7}"/>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8">
              <a:extLst>
                <a:ext uri="{FF2B5EF4-FFF2-40B4-BE49-F238E27FC236}">
                  <a16:creationId xmlns:a16="http://schemas.microsoft.com/office/drawing/2014/main" id="{A9B7B70B-E653-6B6D-83BE-EEA432F2368F}"/>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8">
              <a:extLst>
                <a:ext uri="{FF2B5EF4-FFF2-40B4-BE49-F238E27FC236}">
                  <a16:creationId xmlns:a16="http://schemas.microsoft.com/office/drawing/2014/main" id="{6FB90276-1BCF-47A4-3E30-025737460DA3}"/>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a:extLst>
                <a:ext uri="{FF2B5EF4-FFF2-40B4-BE49-F238E27FC236}">
                  <a16:creationId xmlns:a16="http://schemas.microsoft.com/office/drawing/2014/main" id="{A948AFD3-8F5E-ECB9-DEBF-655E2402A500}"/>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a:extLst>
                <a:ext uri="{FF2B5EF4-FFF2-40B4-BE49-F238E27FC236}">
                  <a16:creationId xmlns:a16="http://schemas.microsoft.com/office/drawing/2014/main" id="{EB249E99-35FA-D874-34A1-1FEBA41E3D76}"/>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a:extLst>
                <a:ext uri="{FF2B5EF4-FFF2-40B4-BE49-F238E27FC236}">
                  <a16:creationId xmlns:a16="http://schemas.microsoft.com/office/drawing/2014/main" id="{090BFE71-FB0B-3960-DB77-DA1381888C94}"/>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28">
              <a:extLst>
                <a:ext uri="{FF2B5EF4-FFF2-40B4-BE49-F238E27FC236}">
                  <a16:creationId xmlns:a16="http://schemas.microsoft.com/office/drawing/2014/main" id="{CAB33D4E-3FFB-7598-1F67-9E2F6E8D605E}"/>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8">
              <a:extLst>
                <a:ext uri="{FF2B5EF4-FFF2-40B4-BE49-F238E27FC236}">
                  <a16:creationId xmlns:a16="http://schemas.microsoft.com/office/drawing/2014/main" id="{41C6EA5F-9789-2B4D-808C-AA8FBF19DC2F}"/>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a:extLst>
                <a:ext uri="{FF2B5EF4-FFF2-40B4-BE49-F238E27FC236}">
                  <a16:creationId xmlns:a16="http://schemas.microsoft.com/office/drawing/2014/main" id="{2B6544D5-EC21-89C0-BF6E-7144BC004467}"/>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a:extLst>
                <a:ext uri="{FF2B5EF4-FFF2-40B4-BE49-F238E27FC236}">
                  <a16:creationId xmlns:a16="http://schemas.microsoft.com/office/drawing/2014/main" id="{665C9B02-1C68-7C19-A8E6-F9A421EBB956}"/>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a:extLst>
                <a:ext uri="{FF2B5EF4-FFF2-40B4-BE49-F238E27FC236}">
                  <a16:creationId xmlns:a16="http://schemas.microsoft.com/office/drawing/2014/main" id="{231405C7-1446-F7F3-3ADF-E64056F7B950}"/>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8">
              <a:extLst>
                <a:ext uri="{FF2B5EF4-FFF2-40B4-BE49-F238E27FC236}">
                  <a16:creationId xmlns:a16="http://schemas.microsoft.com/office/drawing/2014/main" id="{7D3C9F94-05A7-7A3B-61EF-9D510E58A41E}"/>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8">
              <a:extLst>
                <a:ext uri="{FF2B5EF4-FFF2-40B4-BE49-F238E27FC236}">
                  <a16:creationId xmlns:a16="http://schemas.microsoft.com/office/drawing/2014/main" id="{9B8781ED-5CA4-CE33-83B9-E721906C844D}"/>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a:extLst>
                <a:ext uri="{FF2B5EF4-FFF2-40B4-BE49-F238E27FC236}">
                  <a16:creationId xmlns:a16="http://schemas.microsoft.com/office/drawing/2014/main" id="{ED2CC372-5B6A-0308-D6F0-9A77FBFA6728}"/>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a:extLst>
                <a:ext uri="{FF2B5EF4-FFF2-40B4-BE49-F238E27FC236}">
                  <a16:creationId xmlns:a16="http://schemas.microsoft.com/office/drawing/2014/main" id="{40E7955F-3EB2-6CB8-E45E-02CE24B5239F}"/>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a:extLst>
                <a:ext uri="{FF2B5EF4-FFF2-40B4-BE49-F238E27FC236}">
                  <a16:creationId xmlns:a16="http://schemas.microsoft.com/office/drawing/2014/main" id="{8F99DAA8-FE69-09F0-233F-1B8EF601F91B}"/>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a:extLst>
                <a:ext uri="{FF2B5EF4-FFF2-40B4-BE49-F238E27FC236}">
                  <a16:creationId xmlns:a16="http://schemas.microsoft.com/office/drawing/2014/main" id="{E1D357D3-1C09-60D4-BEA9-9AFB9B46F67A}"/>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a:extLst>
                <a:ext uri="{FF2B5EF4-FFF2-40B4-BE49-F238E27FC236}">
                  <a16:creationId xmlns:a16="http://schemas.microsoft.com/office/drawing/2014/main" id="{7B0D7FDC-767C-3A60-FD27-75F6999650C9}"/>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8">
              <a:extLst>
                <a:ext uri="{FF2B5EF4-FFF2-40B4-BE49-F238E27FC236}">
                  <a16:creationId xmlns:a16="http://schemas.microsoft.com/office/drawing/2014/main" id="{35F8A935-728D-7D68-AC07-B77B6F78A533}"/>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8">
              <a:extLst>
                <a:ext uri="{FF2B5EF4-FFF2-40B4-BE49-F238E27FC236}">
                  <a16:creationId xmlns:a16="http://schemas.microsoft.com/office/drawing/2014/main" id="{A20F85A1-C96F-4A00-BD91-D857B7F774A7}"/>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8">
              <a:extLst>
                <a:ext uri="{FF2B5EF4-FFF2-40B4-BE49-F238E27FC236}">
                  <a16:creationId xmlns:a16="http://schemas.microsoft.com/office/drawing/2014/main" id="{F267A1C5-5673-A7EB-1C0B-C61724B670EE}"/>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8">
              <a:extLst>
                <a:ext uri="{FF2B5EF4-FFF2-40B4-BE49-F238E27FC236}">
                  <a16:creationId xmlns:a16="http://schemas.microsoft.com/office/drawing/2014/main" id="{BAE048EB-191E-C2A0-3DA1-662AC0153769}"/>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8">
              <a:extLst>
                <a:ext uri="{FF2B5EF4-FFF2-40B4-BE49-F238E27FC236}">
                  <a16:creationId xmlns:a16="http://schemas.microsoft.com/office/drawing/2014/main" id="{FF4CB3AE-7E0F-2C15-C02D-C3FF04026C24}"/>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8">
              <a:extLst>
                <a:ext uri="{FF2B5EF4-FFF2-40B4-BE49-F238E27FC236}">
                  <a16:creationId xmlns:a16="http://schemas.microsoft.com/office/drawing/2014/main" id="{EEED2797-9DC8-5CA7-C74F-471858F3119F}"/>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8">
              <a:extLst>
                <a:ext uri="{FF2B5EF4-FFF2-40B4-BE49-F238E27FC236}">
                  <a16:creationId xmlns:a16="http://schemas.microsoft.com/office/drawing/2014/main" id="{940584EB-B9EC-D153-50B0-933BA7ABCACD}"/>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8">
              <a:extLst>
                <a:ext uri="{FF2B5EF4-FFF2-40B4-BE49-F238E27FC236}">
                  <a16:creationId xmlns:a16="http://schemas.microsoft.com/office/drawing/2014/main" id="{43205526-7F1B-1E2E-271F-9FBE8FE5D8DE}"/>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8">
              <a:extLst>
                <a:ext uri="{FF2B5EF4-FFF2-40B4-BE49-F238E27FC236}">
                  <a16:creationId xmlns:a16="http://schemas.microsoft.com/office/drawing/2014/main" id="{F02FED85-1C24-A5E8-4803-CFDC6DA48669}"/>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8">
              <a:extLst>
                <a:ext uri="{FF2B5EF4-FFF2-40B4-BE49-F238E27FC236}">
                  <a16:creationId xmlns:a16="http://schemas.microsoft.com/office/drawing/2014/main" id="{022FBA85-E9BF-EE2B-1A7E-0507832A05F2}"/>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28">
              <a:extLst>
                <a:ext uri="{FF2B5EF4-FFF2-40B4-BE49-F238E27FC236}">
                  <a16:creationId xmlns:a16="http://schemas.microsoft.com/office/drawing/2014/main" id="{AFA88D93-3332-ACB2-942B-2F500ECB30C7}"/>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28">
              <a:extLst>
                <a:ext uri="{FF2B5EF4-FFF2-40B4-BE49-F238E27FC236}">
                  <a16:creationId xmlns:a16="http://schemas.microsoft.com/office/drawing/2014/main" id="{B0C6E147-8430-DAA6-3CBA-59FC14D16C4F}"/>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8">
              <a:extLst>
                <a:ext uri="{FF2B5EF4-FFF2-40B4-BE49-F238E27FC236}">
                  <a16:creationId xmlns:a16="http://schemas.microsoft.com/office/drawing/2014/main" id="{0A0BE2E6-7ED5-1CD1-78D7-78532E534780}"/>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8">
              <a:extLst>
                <a:ext uri="{FF2B5EF4-FFF2-40B4-BE49-F238E27FC236}">
                  <a16:creationId xmlns:a16="http://schemas.microsoft.com/office/drawing/2014/main" id="{1E36D27F-E999-92D7-B5FE-26D5C5FF73A2}"/>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8">
              <a:extLst>
                <a:ext uri="{FF2B5EF4-FFF2-40B4-BE49-F238E27FC236}">
                  <a16:creationId xmlns:a16="http://schemas.microsoft.com/office/drawing/2014/main" id="{A98846DB-9703-0EB4-CDE6-D82DA774ED52}"/>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28">
              <a:extLst>
                <a:ext uri="{FF2B5EF4-FFF2-40B4-BE49-F238E27FC236}">
                  <a16:creationId xmlns:a16="http://schemas.microsoft.com/office/drawing/2014/main" id="{7543FC83-CF01-4DB4-16B4-A2EB328C66F7}"/>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28">
              <a:extLst>
                <a:ext uri="{FF2B5EF4-FFF2-40B4-BE49-F238E27FC236}">
                  <a16:creationId xmlns:a16="http://schemas.microsoft.com/office/drawing/2014/main" id="{EA545FB6-D752-1537-B738-2B1765DEFB72}"/>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8">
              <a:extLst>
                <a:ext uri="{FF2B5EF4-FFF2-40B4-BE49-F238E27FC236}">
                  <a16:creationId xmlns:a16="http://schemas.microsoft.com/office/drawing/2014/main" id="{7D20211C-CA07-84E9-38AC-E74285A6CA2E}"/>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8">
              <a:extLst>
                <a:ext uri="{FF2B5EF4-FFF2-40B4-BE49-F238E27FC236}">
                  <a16:creationId xmlns:a16="http://schemas.microsoft.com/office/drawing/2014/main" id="{CD4880CE-DF1D-0020-B13F-D03B837841A5}"/>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8">
              <a:extLst>
                <a:ext uri="{FF2B5EF4-FFF2-40B4-BE49-F238E27FC236}">
                  <a16:creationId xmlns:a16="http://schemas.microsoft.com/office/drawing/2014/main" id="{57B8A05C-3B44-6036-5E1B-2DDB19316B66}"/>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28">
              <a:extLst>
                <a:ext uri="{FF2B5EF4-FFF2-40B4-BE49-F238E27FC236}">
                  <a16:creationId xmlns:a16="http://schemas.microsoft.com/office/drawing/2014/main" id="{AF422269-D4CD-B394-717D-DB0A00B26D05}"/>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28">
              <a:extLst>
                <a:ext uri="{FF2B5EF4-FFF2-40B4-BE49-F238E27FC236}">
                  <a16:creationId xmlns:a16="http://schemas.microsoft.com/office/drawing/2014/main" id="{3701E2A5-DE10-C477-DD69-0D25C93BEEA2}"/>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28">
              <a:extLst>
                <a:ext uri="{FF2B5EF4-FFF2-40B4-BE49-F238E27FC236}">
                  <a16:creationId xmlns:a16="http://schemas.microsoft.com/office/drawing/2014/main" id="{F9DB1866-DED0-1A03-65B7-7A0387113541}"/>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8">
              <a:extLst>
                <a:ext uri="{FF2B5EF4-FFF2-40B4-BE49-F238E27FC236}">
                  <a16:creationId xmlns:a16="http://schemas.microsoft.com/office/drawing/2014/main" id="{D9A788FD-5A55-3E40-796B-3CF1F93F58C6}"/>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8">
              <a:extLst>
                <a:ext uri="{FF2B5EF4-FFF2-40B4-BE49-F238E27FC236}">
                  <a16:creationId xmlns:a16="http://schemas.microsoft.com/office/drawing/2014/main" id="{72C72671-9167-2061-5D2B-071E8008F912}"/>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8">
              <a:extLst>
                <a:ext uri="{FF2B5EF4-FFF2-40B4-BE49-F238E27FC236}">
                  <a16:creationId xmlns:a16="http://schemas.microsoft.com/office/drawing/2014/main" id="{9D1225C4-A5AC-B302-8598-856CEB1355F7}"/>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8">
              <a:extLst>
                <a:ext uri="{FF2B5EF4-FFF2-40B4-BE49-F238E27FC236}">
                  <a16:creationId xmlns:a16="http://schemas.microsoft.com/office/drawing/2014/main" id="{E41E2C78-B99E-F0F3-F24C-8207742036B9}"/>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8">
              <a:extLst>
                <a:ext uri="{FF2B5EF4-FFF2-40B4-BE49-F238E27FC236}">
                  <a16:creationId xmlns:a16="http://schemas.microsoft.com/office/drawing/2014/main" id="{40E89941-0DD1-B8D7-E13D-2221B913B167}"/>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28">
              <a:extLst>
                <a:ext uri="{FF2B5EF4-FFF2-40B4-BE49-F238E27FC236}">
                  <a16:creationId xmlns:a16="http://schemas.microsoft.com/office/drawing/2014/main" id="{0264EC98-2C35-F722-1BF3-775567F114E6}"/>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28">
              <a:extLst>
                <a:ext uri="{FF2B5EF4-FFF2-40B4-BE49-F238E27FC236}">
                  <a16:creationId xmlns:a16="http://schemas.microsoft.com/office/drawing/2014/main" id="{82C14D68-D8D9-1779-28C3-44718555B162}"/>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8">
              <a:extLst>
                <a:ext uri="{FF2B5EF4-FFF2-40B4-BE49-F238E27FC236}">
                  <a16:creationId xmlns:a16="http://schemas.microsoft.com/office/drawing/2014/main" id="{95C96347-7F2C-E8FA-DB7C-DD3D8147888E}"/>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8">
              <a:extLst>
                <a:ext uri="{FF2B5EF4-FFF2-40B4-BE49-F238E27FC236}">
                  <a16:creationId xmlns:a16="http://schemas.microsoft.com/office/drawing/2014/main" id="{E8E4F3E0-0746-BE76-74FA-3698027537A5}"/>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8">
              <a:extLst>
                <a:ext uri="{FF2B5EF4-FFF2-40B4-BE49-F238E27FC236}">
                  <a16:creationId xmlns:a16="http://schemas.microsoft.com/office/drawing/2014/main" id="{71F70A11-6D36-CD4F-2E87-4D9DA7640706}"/>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28">
              <a:extLst>
                <a:ext uri="{FF2B5EF4-FFF2-40B4-BE49-F238E27FC236}">
                  <a16:creationId xmlns:a16="http://schemas.microsoft.com/office/drawing/2014/main" id="{7163FD04-963E-E7FE-0AF9-F6D8FC8D75D1}"/>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8">
              <a:extLst>
                <a:ext uri="{FF2B5EF4-FFF2-40B4-BE49-F238E27FC236}">
                  <a16:creationId xmlns:a16="http://schemas.microsoft.com/office/drawing/2014/main" id="{F26544AD-84DB-900A-E352-E6034A1C4917}"/>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8">
              <a:extLst>
                <a:ext uri="{FF2B5EF4-FFF2-40B4-BE49-F238E27FC236}">
                  <a16:creationId xmlns:a16="http://schemas.microsoft.com/office/drawing/2014/main" id="{1223D376-B74C-0FDB-A316-A3D757640592}"/>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8">
              <a:extLst>
                <a:ext uri="{FF2B5EF4-FFF2-40B4-BE49-F238E27FC236}">
                  <a16:creationId xmlns:a16="http://schemas.microsoft.com/office/drawing/2014/main" id="{81598ECC-B124-E16C-0A2E-EF6BB2291694}"/>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8">
              <a:extLst>
                <a:ext uri="{FF2B5EF4-FFF2-40B4-BE49-F238E27FC236}">
                  <a16:creationId xmlns:a16="http://schemas.microsoft.com/office/drawing/2014/main" id="{4836A9CA-3B73-49B2-F146-6AD7CAC3B8B2}"/>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8">
              <a:extLst>
                <a:ext uri="{FF2B5EF4-FFF2-40B4-BE49-F238E27FC236}">
                  <a16:creationId xmlns:a16="http://schemas.microsoft.com/office/drawing/2014/main" id="{4D7C6FA0-719F-EEC7-E326-C451208C2882}"/>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8">
              <a:extLst>
                <a:ext uri="{FF2B5EF4-FFF2-40B4-BE49-F238E27FC236}">
                  <a16:creationId xmlns:a16="http://schemas.microsoft.com/office/drawing/2014/main" id="{EE2255C7-ABD7-C6FC-E912-8678B07383FB}"/>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8">
              <a:extLst>
                <a:ext uri="{FF2B5EF4-FFF2-40B4-BE49-F238E27FC236}">
                  <a16:creationId xmlns:a16="http://schemas.microsoft.com/office/drawing/2014/main" id="{848D5FDD-DDFF-3ACE-E556-D07A5F051518}"/>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8">
              <a:extLst>
                <a:ext uri="{FF2B5EF4-FFF2-40B4-BE49-F238E27FC236}">
                  <a16:creationId xmlns:a16="http://schemas.microsoft.com/office/drawing/2014/main" id="{569676CD-D05B-09FA-2D13-405284CB0F08}"/>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8">
              <a:extLst>
                <a:ext uri="{FF2B5EF4-FFF2-40B4-BE49-F238E27FC236}">
                  <a16:creationId xmlns:a16="http://schemas.microsoft.com/office/drawing/2014/main" id="{ED7A9C37-6415-568A-750A-ED4279AF14C0}"/>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8">
              <a:extLst>
                <a:ext uri="{FF2B5EF4-FFF2-40B4-BE49-F238E27FC236}">
                  <a16:creationId xmlns:a16="http://schemas.microsoft.com/office/drawing/2014/main" id="{55BB1A99-FD3F-B88E-5D93-17A9E2804210}"/>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8">
              <a:extLst>
                <a:ext uri="{FF2B5EF4-FFF2-40B4-BE49-F238E27FC236}">
                  <a16:creationId xmlns:a16="http://schemas.microsoft.com/office/drawing/2014/main" id="{E06E4820-1703-A606-38FE-6EF4A329A92A}"/>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8">
              <a:extLst>
                <a:ext uri="{FF2B5EF4-FFF2-40B4-BE49-F238E27FC236}">
                  <a16:creationId xmlns:a16="http://schemas.microsoft.com/office/drawing/2014/main" id="{6687C03B-2339-8C81-C80B-E8557CD3B21C}"/>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8">
              <a:extLst>
                <a:ext uri="{FF2B5EF4-FFF2-40B4-BE49-F238E27FC236}">
                  <a16:creationId xmlns:a16="http://schemas.microsoft.com/office/drawing/2014/main" id="{676F244C-4AD7-568C-B889-313800AAD10E}"/>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8">
              <a:extLst>
                <a:ext uri="{FF2B5EF4-FFF2-40B4-BE49-F238E27FC236}">
                  <a16:creationId xmlns:a16="http://schemas.microsoft.com/office/drawing/2014/main" id="{E8B7249C-819A-5339-60C8-9B2E2E3B05CE}"/>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8">
              <a:extLst>
                <a:ext uri="{FF2B5EF4-FFF2-40B4-BE49-F238E27FC236}">
                  <a16:creationId xmlns:a16="http://schemas.microsoft.com/office/drawing/2014/main" id="{BFD196E1-9479-3ADC-A28A-89A081FAEA60}"/>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8">
              <a:extLst>
                <a:ext uri="{FF2B5EF4-FFF2-40B4-BE49-F238E27FC236}">
                  <a16:creationId xmlns:a16="http://schemas.microsoft.com/office/drawing/2014/main" id="{B643E8A6-49C5-2804-3845-2D2F82BA3C14}"/>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28">
              <a:extLst>
                <a:ext uri="{FF2B5EF4-FFF2-40B4-BE49-F238E27FC236}">
                  <a16:creationId xmlns:a16="http://schemas.microsoft.com/office/drawing/2014/main" id="{0707501F-11FD-6A82-93DB-588AF2F57D4E}"/>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28">
              <a:extLst>
                <a:ext uri="{FF2B5EF4-FFF2-40B4-BE49-F238E27FC236}">
                  <a16:creationId xmlns:a16="http://schemas.microsoft.com/office/drawing/2014/main" id="{9AD6865F-6E28-0477-CA6C-2534476363A9}"/>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8">
              <a:extLst>
                <a:ext uri="{FF2B5EF4-FFF2-40B4-BE49-F238E27FC236}">
                  <a16:creationId xmlns:a16="http://schemas.microsoft.com/office/drawing/2014/main" id="{99BB127F-5C62-BDEC-D3DA-BFB4477A0680}"/>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8">
              <a:extLst>
                <a:ext uri="{FF2B5EF4-FFF2-40B4-BE49-F238E27FC236}">
                  <a16:creationId xmlns:a16="http://schemas.microsoft.com/office/drawing/2014/main" id="{BF903569-BAEE-21C6-3830-09BAD87AFC07}"/>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28">
              <a:extLst>
                <a:ext uri="{FF2B5EF4-FFF2-40B4-BE49-F238E27FC236}">
                  <a16:creationId xmlns:a16="http://schemas.microsoft.com/office/drawing/2014/main" id="{B059E59C-51E2-B965-8A39-A7702513EC3A}"/>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28">
              <a:extLst>
                <a:ext uri="{FF2B5EF4-FFF2-40B4-BE49-F238E27FC236}">
                  <a16:creationId xmlns:a16="http://schemas.microsoft.com/office/drawing/2014/main" id="{77E73B65-0E07-FCBE-7B27-F454B0998B92}"/>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28">
              <a:extLst>
                <a:ext uri="{FF2B5EF4-FFF2-40B4-BE49-F238E27FC236}">
                  <a16:creationId xmlns:a16="http://schemas.microsoft.com/office/drawing/2014/main" id="{2C10E492-025C-A529-0E94-FE4EE142B3D6}"/>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8">
              <a:extLst>
                <a:ext uri="{FF2B5EF4-FFF2-40B4-BE49-F238E27FC236}">
                  <a16:creationId xmlns:a16="http://schemas.microsoft.com/office/drawing/2014/main" id="{27F2E67E-F49F-1F69-F66A-F28B773EDD0B}"/>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8">
              <a:extLst>
                <a:ext uri="{FF2B5EF4-FFF2-40B4-BE49-F238E27FC236}">
                  <a16:creationId xmlns:a16="http://schemas.microsoft.com/office/drawing/2014/main" id="{A2674EE5-AEA2-D187-2E6C-DBFC7B0D9311}"/>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8">
              <a:extLst>
                <a:ext uri="{FF2B5EF4-FFF2-40B4-BE49-F238E27FC236}">
                  <a16:creationId xmlns:a16="http://schemas.microsoft.com/office/drawing/2014/main" id="{FFBDC00D-B91C-2B20-DA6D-AA7811B9C0BC}"/>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28">
              <a:extLst>
                <a:ext uri="{FF2B5EF4-FFF2-40B4-BE49-F238E27FC236}">
                  <a16:creationId xmlns:a16="http://schemas.microsoft.com/office/drawing/2014/main" id="{44E1F4B1-34AE-7A90-751E-A12B8848BD99}"/>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28">
              <a:extLst>
                <a:ext uri="{FF2B5EF4-FFF2-40B4-BE49-F238E27FC236}">
                  <a16:creationId xmlns:a16="http://schemas.microsoft.com/office/drawing/2014/main" id="{18ECF410-EDD9-BA0A-9A10-453905211469}"/>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8">
              <a:extLst>
                <a:ext uri="{FF2B5EF4-FFF2-40B4-BE49-F238E27FC236}">
                  <a16:creationId xmlns:a16="http://schemas.microsoft.com/office/drawing/2014/main" id="{540E7A34-34ED-1012-614D-48BD86146641}"/>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28">
              <a:extLst>
                <a:ext uri="{FF2B5EF4-FFF2-40B4-BE49-F238E27FC236}">
                  <a16:creationId xmlns:a16="http://schemas.microsoft.com/office/drawing/2014/main" id="{DA76DC78-80AD-F30B-33BB-210D12641259}"/>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28">
              <a:extLst>
                <a:ext uri="{FF2B5EF4-FFF2-40B4-BE49-F238E27FC236}">
                  <a16:creationId xmlns:a16="http://schemas.microsoft.com/office/drawing/2014/main" id="{97EC2A4B-3BBE-D865-FA35-0CEF6CE5EC82}"/>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8">
              <a:extLst>
                <a:ext uri="{FF2B5EF4-FFF2-40B4-BE49-F238E27FC236}">
                  <a16:creationId xmlns:a16="http://schemas.microsoft.com/office/drawing/2014/main" id="{FA2850D2-278B-63B7-C4D6-66106FA9D19B}"/>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28">
              <a:extLst>
                <a:ext uri="{FF2B5EF4-FFF2-40B4-BE49-F238E27FC236}">
                  <a16:creationId xmlns:a16="http://schemas.microsoft.com/office/drawing/2014/main" id="{3680E8CF-1691-D286-8625-6BD3F3D33664}"/>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28">
              <a:extLst>
                <a:ext uri="{FF2B5EF4-FFF2-40B4-BE49-F238E27FC236}">
                  <a16:creationId xmlns:a16="http://schemas.microsoft.com/office/drawing/2014/main" id="{8E3F7ED8-2DBB-2288-11E7-2FB2E67D58AE}"/>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8">
              <a:extLst>
                <a:ext uri="{FF2B5EF4-FFF2-40B4-BE49-F238E27FC236}">
                  <a16:creationId xmlns:a16="http://schemas.microsoft.com/office/drawing/2014/main" id="{DD7013E6-BCF2-AD3C-4381-DA49E7A82B0A}"/>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28">
              <a:extLst>
                <a:ext uri="{FF2B5EF4-FFF2-40B4-BE49-F238E27FC236}">
                  <a16:creationId xmlns:a16="http://schemas.microsoft.com/office/drawing/2014/main" id="{3FA674CF-06AD-08F6-0FAB-8CF5E37319E7}"/>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28">
              <a:extLst>
                <a:ext uri="{FF2B5EF4-FFF2-40B4-BE49-F238E27FC236}">
                  <a16:creationId xmlns:a16="http://schemas.microsoft.com/office/drawing/2014/main" id="{0E21A8AB-DAAB-616A-0E43-7F6409923ACD}"/>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8">
              <a:extLst>
                <a:ext uri="{FF2B5EF4-FFF2-40B4-BE49-F238E27FC236}">
                  <a16:creationId xmlns:a16="http://schemas.microsoft.com/office/drawing/2014/main" id="{1DC11FBC-9E21-DA57-F96D-9F9AD172AA99}"/>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8">
              <a:extLst>
                <a:ext uri="{FF2B5EF4-FFF2-40B4-BE49-F238E27FC236}">
                  <a16:creationId xmlns:a16="http://schemas.microsoft.com/office/drawing/2014/main" id="{6FFBF05A-B3C3-89AC-94BD-39000EA8BDA1}"/>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8">
              <a:extLst>
                <a:ext uri="{FF2B5EF4-FFF2-40B4-BE49-F238E27FC236}">
                  <a16:creationId xmlns:a16="http://schemas.microsoft.com/office/drawing/2014/main" id="{9624C3E6-7499-E17D-BC13-5423F1ADDC01}"/>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8">
              <a:extLst>
                <a:ext uri="{FF2B5EF4-FFF2-40B4-BE49-F238E27FC236}">
                  <a16:creationId xmlns:a16="http://schemas.microsoft.com/office/drawing/2014/main" id="{2D0216C0-35B6-7CA2-B14C-390FB7E26DE3}"/>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28">
              <a:extLst>
                <a:ext uri="{FF2B5EF4-FFF2-40B4-BE49-F238E27FC236}">
                  <a16:creationId xmlns:a16="http://schemas.microsoft.com/office/drawing/2014/main" id="{91ED0DEA-0FC2-62A3-9649-D844073B72FD}"/>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28">
              <a:extLst>
                <a:ext uri="{FF2B5EF4-FFF2-40B4-BE49-F238E27FC236}">
                  <a16:creationId xmlns:a16="http://schemas.microsoft.com/office/drawing/2014/main" id="{C8FBA36C-D80D-C2F6-2DA6-34BDE1AD55C0}"/>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280104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08">
          <a:extLst>
            <a:ext uri="{FF2B5EF4-FFF2-40B4-BE49-F238E27FC236}">
              <a16:creationId xmlns:a16="http://schemas.microsoft.com/office/drawing/2014/main" id="{4E5DF6DA-66DE-35D6-875F-96621A8D1095}"/>
            </a:ext>
          </a:extLst>
        </p:cNvPr>
        <p:cNvGrpSpPr/>
        <p:nvPr/>
      </p:nvGrpSpPr>
      <p:grpSpPr>
        <a:xfrm>
          <a:off x="0" y="0"/>
          <a:ext cx="0" cy="0"/>
          <a:chOff x="0" y="0"/>
          <a:chExt cx="0" cy="0"/>
        </a:xfrm>
      </p:grpSpPr>
      <p:sp>
        <p:nvSpPr>
          <p:cNvPr id="1709" name="Google Shape;1709;p33">
            <a:extLst>
              <a:ext uri="{FF2B5EF4-FFF2-40B4-BE49-F238E27FC236}">
                <a16:creationId xmlns:a16="http://schemas.microsoft.com/office/drawing/2014/main" id="{1C9E3C93-6CF1-206C-C9D3-370DF34BC2A8}"/>
              </a:ext>
            </a:extLst>
          </p:cNvPr>
          <p:cNvSpPr txBox="1">
            <a:spLocks noGrp="1"/>
          </p:cNvSpPr>
          <p:nvPr>
            <p:ph type="title"/>
          </p:nvPr>
        </p:nvSpPr>
        <p:spPr>
          <a:xfrm>
            <a:off x="3110500" y="701958"/>
            <a:ext cx="5320200" cy="93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Let’s get Social</a:t>
            </a:r>
            <a:endParaRPr dirty="0"/>
          </a:p>
        </p:txBody>
      </p:sp>
      <p:sp>
        <p:nvSpPr>
          <p:cNvPr id="1710" name="Google Shape;1710;p33">
            <a:extLst>
              <a:ext uri="{FF2B5EF4-FFF2-40B4-BE49-F238E27FC236}">
                <a16:creationId xmlns:a16="http://schemas.microsoft.com/office/drawing/2014/main" id="{2D22D2A8-11B9-BB28-DDAF-B7F95CF64F71}"/>
              </a:ext>
            </a:extLst>
          </p:cNvPr>
          <p:cNvSpPr txBox="1">
            <a:spLocks noGrp="1"/>
          </p:cNvSpPr>
          <p:nvPr>
            <p:ph type="subTitle" idx="1"/>
          </p:nvPr>
        </p:nvSpPr>
        <p:spPr>
          <a:xfrm>
            <a:off x="3179772" y="1831623"/>
            <a:ext cx="5041201" cy="4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Share your hacking photos/posts on social media with us!</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Use hashtags: </a:t>
            </a:r>
          </a:p>
          <a:p>
            <a:pPr marL="0" lvl="0" indent="0" algn="l" rtl="0">
              <a:spcBef>
                <a:spcPts val="0"/>
              </a:spcBef>
              <a:spcAft>
                <a:spcPts val="0"/>
              </a:spcAft>
              <a:buNone/>
            </a:pPr>
            <a:r>
              <a:rPr lang="en" dirty="0"/>
              <a:t>#watsonx #IBMxMUN #watsonxHackathon</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Tag: @IBM @</a:t>
            </a:r>
            <a:r>
              <a:rPr lang="en" dirty="0" err="1"/>
              <a:t>DebraHenry</a:t>
            </a:r>
            <a:r>
              <a:rPr lang="en" dirty="0"/>
              <a:t> </a:t>
            </a:r>
          </a:p>
          <a:p>
            <a:pPr marL="0" lvl="0" indent="0" algn="l" rtl="0">
              <a:spcBef>
                <a:spcPts val="0"/>
              </a:spcBef>
              <a:spcAft>
                <a:spcPts val="0"/>
              </a:spcAft>
              <a:buNone/>
            </a:pPr>
            <a:endParaRPr lang="en" dirty="0"/>
          </a:p>
          <a:p>
            <a:pPr marL="0" indent="0"/>
            <a:r>
              <a:rPr lang="en" dirty="0"/>
              <a:t>Top post will rec</a:t>
            </a:r>
            <a:r>
              <a:rPr lang="en-CA" dirty="0" err="1"/>
              <a:t>ei</a:t>
            </a:r>
            <a:r>
              <a:rPr lang="en" dirty="0" err="1"/>
              <a:t>ve</a:t>
            </a:r>
            <a:r>
              <a:rPr lang="en" dirty="0"/>
              <a:t> IBM merch! </a:t>
            </a:r>
          </a:p>
          <a:p>
            <a:pPr marL="0" lvl="0" indent="0" algn="l" rtl="0">
              <a:spcBef>
                <a:spcPts val="0"/>
              </a:spcBef>
              <a:spcAft>
                <a:spcPts val="0"/>
              </a:spcAft>
              <a:buNone/>
            </a:pPr>
            <a:endParaRPr lang="en" dirty="0"/>
          </a:p>
          <a:p>
            <a:pPr marL="0" indent="0"/>
            <a:endParaRPr lang="en" dirty="0">
              <a:solidFill>
                <a:srgbClr val="000000"/>
              </a:solidFill>
              <a:latin typeface="-webkit-standard"/>
            </a:endParaRPr>
          </a:p>
          <a:p>
            <a:pPr marL="0" indent="0"/>
            <a:endParaRPr lang="en-US" dirty="0"/>
          </a:p>
        </p:txBody>
      </p:sp>
      <p:grpSp>
        <p:nvGrpSpPr>
          <p:cNvPr id="1711" name="Google Shape;1711;p33">
            <a:extLst>
              <a:ext uri="{FF2B5EF4-FFF2-40B4-BE49-F238E27FC236}">
                <a16:creationId xmlns:a16="http://schemas.microsoft.com/office/drawing/2014/main" id="{A31B33B6-6AE3-9522-BCC7-203AEF014E4C}"/>
              </a:ext>
            </a:extLst>
          </p:cNvPr>
          <p:cNvGrpSpPr/>
          <p:nvPr/>
        </p:nvGrpSpPr>
        <p:grpSpPr>
          <a:xfrm>
            <a:off x="713216" y="1123904"/>
            <a:ext cx="2305770" cy="2895692"/>
            <a:chOff x="1539175" y="2330700"/>
            <a:chExt cx="810350" cy="1017675"/>
          </a:xfrm>
        </p:grpSpPr>
        <p:sp>
          <p:nvSpPr>
            <p:cNvPr id="1712" name="Google Shape;1712;p33">
              <a:extLst>
                <a:ext uri="{FF2B5EF4-FFF2-40B4-BE49-F238E27FC236}">
                  <a16:creationId xmlns:a16="http://schemas.microsoft.com/office/drawing/2014/main" id="{44AF4F3C-6E9F-B43D-8BAF-B15F444D4EC1}"/>
                </a:ext>
              </a:extLst>
            </p:cNvPr>
            <p:cNvSpPr/>
            <p:nvPr/>
          </p:nvSpPr>
          <p:spPr>
            <a:xfrm>
              <a:off x="1898400" y="2363625"/>
              <a:ext cx="2825" cy="37825"/>
            </a:xfrm>
            <a:custGeom>
              <a:avLst/>
              <a:gdLst/>
              <a:ahLst/>
              <a:cxnLst/>
              <a:rect l="l" t="t" r="r" b="b"/>
              <a:pathLst>
                <a:path w="113" h="1513" extrusionOk="0">
                  <a:moveTo>
                    <a:pt x="57" y="0"/>
                  </a:moveTo>
                  <a:cubicBezTo>
                    <a:pt x="29" y="0"/>
                    <a:pt x="1" y="28"/>
                    <a:pt x="1" y="65"/>
                  </a:cubicBezTo>
                  <a:lnTo>
                    <a:pt x="1" y="529"/>
                  </a:lnTo>
                  <a:cubicBezTo>
                    <a:pt x="1" y="557"/>
                    <a:pt x="29" y="585"/>
                    <a:pt x="57" y="585"/>
                  </a:cubicBezTo>
                  <a:cubicBezTo>
                    <a:pt x="94" y="585"/>
                    <a:pt x="112" y="557"/>
                    <a:pt x="112" y="529"/>
                  </a:cubicBezTo>
                  <a:lnTo>
                    <a:pt x="112" y="65"/>
                  </a:lnTo>
                  <a:cubicBezTo>
                    <a:pt x="112" y="28"/>
                    <a:pt x="94" y="0"/>
                    <a:pt x="57" y="0"/>
                  </a:cubicBezTo>
                  <a:close/>
                  <a:moveTo>
                    <a:pt x="57" y="928"/>
                  </a:moveTo>
                  <a:cubicBezTo>
                    <a:pt x="29" y="928"/>
                    <a:pt x="1" y="956"/>
                    <a:pt x="1" y="993"/>
                  </a:cubicBezTo>
                  <a:lnTo>
                    <a:pt x="1" y="1457"/>
                  </a:lnTo>
                  <a:cubicBezTo>
                    <a:pt x="1" y="1485"/>
                    <a:pt x="29" y="1512"/>
                    <a:pt x="57" y="1512"/>
                  </a:cubicBezTo>
                  <a:cubicBezTo>
                    <a:pt x="94" y="1512"/>
                    <a:pt x="112" y="1485"/>
                    <a:pt x="112" y="1457"/>
                  </a:cubicBezTo>
                  <a:lnTo>
                    <a:pt x="112" y="993"/>
                  </a:lnTo>
                  <a:cubicBezTo>
                    <a:pt x="112" y="956"/>
                    <a:pt x="94" y="928"/>
                    <a:pt x="57" y="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3">
              <a:extLst>
                <a:ext uri="{FF2B5EF4-FFF2-40B4-BE49-F238E27FC236}">
                  <a16:creationId xmlns:a16="http://schemas.microsoft.com/office/drawing/2014/main" id="{0697DB48-CDA7-D9F3-E4C0-B8255E61FA61}"/>
                </a:ext>
              </a:extLst>
            </p:cNvPr>
            <p:cNvSpPr/>
            <p:nvPr/>
          </p:nvSpPr>
          <p:spPr>
            <a:xfrm>
              <a:off x="2199675" y="2704075"/>
              <a:ext cx="82350" cy="174425"/>
            </a:xfrm>
            <a:custGeom>
              <a:avLst/>
              <a:gdLst/>
              <a:ahLst/>
              <a:cxnLst/>
              <a:rect l="l" t="t" r="r" b="b"/>
              <a:pathLst>
                <a:path w="3294" h="6977" extrusionOk="0">
                  <a:moveTo>
                    <a:pt x="1670" y="1"/>
                  </a:moveTo>
                  <a:cubicBezTo>
                    <a:pt x="1642" y="1"/>
                    <a:pt x="1614" y="19"/>
                    <a:pt x="1614" y="56"/>
                  </a:cubicBezTo>
                  <a:cubicBezTo>
                    <a:pt x="1614" y="84"/>
                    <a:pt x="1642" y="112"/>
                    <a:pt x="1670" y="112"/>
                  </a:cubicBezTo>
                  <a:lnTo>
                    <a:pt x="2134" y="112"/>
                  </a:lnTo>
                  <a:cubicBezTo>
                    <a:pt x="2171" y="112"/>
                    <a:pt x="2190" y="84"/>
                    <a:pt x="2190" y="56"/>
                  </a:cubicBezTo>
                  <a:cubicBezTo>
                    <a:pt x="2190" y="19"/>
                    <a:pt x="2171" y="1"/>
                    <a:pt x="2134" y="1"/>
                  </a:cubicBezTo>
                  <a:close/>
                  <a:moveTo>
                    <a:pt x="2598" y="1"/>
                  </a:moveTo>
                  <a:cubicBezTo>
                    <a:pt x="2570" y="1"/>
                    <a:pt x="2542" y="19"/>
                    <a:pt x="2542" y="56"/>
                  </a:cubicBezTo>
                  <a:cubicBezTo>
                    <a:pt x="2542" y="84"/>
                    <a:pt x="2570" y="112"/>
                    <a:pt x="2598" y="112"/>
                  </a:cubicBezTo>
                  <a:lnTo>
                    <a:pt x="3062" y="112"/>
                  </a:lnTo>
                  <a:cubicBezTo>
                    <a:pt x="3099" y="112"/>
                    <a:pt x="3117" y="84"/>
                    <a:pt x="3117" y="56"/>
                  </a:cubicBezTo>
                  <a:cubicBezTo>
                    <a:pt x="3117" y="19"/>
                    <a:pt x="3099" y="1"/>
                    <a:pt x="3062" y="1"/>
                  </a:cubicBezTo>
                  <a:close/>
                  <a:moveTo>
                    <a:pt x="3229" y="288"/>
                  </a:moveTo>
                  <a:cubicBezTo>
                    <a:pt x="3201" y="288"/>
                    <a:pt x="3173" y="316"/>
                    <a:pt x="3173" y="353"/>
                  </a:cubicBezTo>
                  <a:lnTo>
                    <a:pt x="3173" y="817"/>
                  </a:lnTo>
                  <a:cubicBezTo>
                    <a:pt x="3173" y="845"/>
                    <a:pt x="3201" y="873"/>
                    <a:pt x="3229" y="873"/>
                  </a:cubicBezTo>
                  <a:cubicBezTo>
                    <a:pt x="3266" y="873"/>
                    <a:pt x="3294" y="845"/>
                    <a:pt x="3294" y="817"/>
                  </a:cubicBezTo>
                  <a:lnTo>
                    <a:pt x="3294" y="353"/>
                  </a:lnTo>
                  <a:cubicBezTo>
                    <a:pt x="3294" y="316"/>
                    <a:pt x="3266" y="288"/>
                    <a:pt x="3229" y="288"/>
                  </a:cubicBezTo>
                  <a:close/>
                  <a:moveTo>
                    <a:pt x="3229" y="1216"/>
                  </a:moveTo>
                  <a:cubicBezTo>
                    <a:pt x="3201" y="1216"/>
                    <a:pt x="3173" y="1244"/>
                    <a:pt x="3173" y="1281"/>
                  </a:cubicBezTo>
                  <a:lnTo>
                    <a:pt x="3173" y="1745"/>
                  </a:lnTo>
                  <a:cubicBezTo>
                    <a:pt x="3173" y="1772"/>
                    <a:pt x="3201" y="1800"/>
                    <a:pt x="3229" y="1800"/>
                  </a:cubicBezTo>
                  <a:cubicBezTo>
                    <a:pt x="3266" y="1800"/>
                    <a:pt x="3294" y="1772"/>
                    <a:pt x="3294" y="1745"/>
                  </a:cubicBezTo>
                  <a:lnTo>
                    <a:pt x="3294" y="1281"/>
                  </a:lnTo>
                  <a:cubicBezTo>
                    <a:pt x="3294" y="1244"/>
                    <a:pt x="3266" y="1216"/>
                    <a:pt x="3229" y="1216"/>
                  </a:cubicBezTo>
                  <a:close/>
                  <a:moveTo>
                    <a:pt x="3229" y="2143"/>
                  </a:moveTo>
                  <a:cubicBezTo>
                    <a:pt x="3201" y="2143"/>
                    <a:pt x="3173" y="2171"/>
                    <a:pt x="3173" y="2208"/>
                  </a:cubicBezTo>
                  <a:lnTo>
                    <a:pt x="3173" y="2672"/>
                  </a:lnTo>
                  <a:cubicBezTo>
                    <a:pt x="3173" y="2700"/>
                    <a:pt x="3201" y="2728"/>
                    <a:pt x="3229" y="2728"/>
                  </a:cubicBezTo>
                  <a:cubicBezTo>
                    <a:pt x="3266" y="2728"/>
                    <a:pt x="3294" y="2700"/>
                    <a:pt x="3294" y="2672"/>
                  </a:cubicBezTo>
                  <a:lnTo>
                    <a:pt x="3294" y="2208"/>
                  </a:lnTo>
                  <a:cubicBezTo>
                    <a:pt x="3294" y="2171"/>
                    <a:pt x="3266" y="2143"/>
                    <a:pt x="3229" y="2143"/>
                  </a:cubicBezTo>
                  <a:close/>
                  <a:moveTo>
                    <a:pt x="3229" y="3071"/>
                  </a:moveTo>
                  <a:cubicBezTo>
                    <a:pt x="3201" y="3071"/>
                    <a:pt x="3173" y="3099"/>
                    <a:pt x="3173" y="3136"/>
                  </a:cubicBezTo>
                  <a:lnTo>
                    <a:pt x="3173" y="3600"/>
                  </a:lnTo>
                  <a:cubicBezTo>
                    <a:pt x="3173" y="3628"/>
                    <a:pt x="3201" y="3656"/>
                    <a:pt x="3229" y="3656"/>
                  </a:cubicBezTo>
                  <a:cubicBezTo>
                    <a:pt x="3266" y="3656"/>
                    <a:pt x="3294" y="3628"/>
                    <a:pt x="3294" y="3600"/>
                  </a:cubicBezTo>
                  <a:lnTo>
                    <a:pt x="3294" y="3136"/>
                  </a:lnTo>
                  <a:cubicBezTo>
                    <a:pt x="3294" y="3099"/>
                    <a:pt x="3266" y="3071"/>
                    <a:pt x="3229" y="3071"/>
                  </a:cubicBezTo>
                  <a:close/>
                  <a:moveTo>
                    <a:pt x="3229" y="3999"/>
                  </a:moveTo>
                  <a:cubicBezTo>
                    <a:pt x="3201" y="3999"/>
                    <a:pt x="3173" y="4027"/>
                    <a:pt x="3173" y="4064"/>
                  </a:cubicBezTo>
                  <a:lnTo>
                    <a:pt x="3173" y="4528"/>
                  </a:lnTo>
                  <a:cubicBezTo>
                    <a:pt x="3173" y="4555"/>
                    <a:pt x="3201" y="4583"/>
                    <a:pt x="3229" y="4583"/>
                  </a:cubicBezTo>
                  <a:cubicBezTo>
                    <a:pt x="3266" y="4583"/>
                    <a:pt x="3294" y="4555"/>
                    <a:pt x="3294" y="4528"/>
                  </a:cubicBezTo>
                  <a:lnTo>
                    <a:pt x="3294" y="4064"/>
                  </a:lnTo>
                  <a:cubicBezTo>
                    <a:pt x="3294" y="4027"/>
                    <a:pt x="3266" y="3999"/>
                    <a:pt x="3229" y="3999"/>
                  </a:cubicBezTo>
                  <a:close/>
                  <a:moveTo>
                    <a:pt x="269" y="5214"/>
                  </a:moveTo>
                  <a:cubicBezTo>
                    <a:pt x="241" y="5214"/>
                    <a:pt x="214" y="5242"/>
                    <a:pt x="214" y="5279"/>
                  </a:cubicBezTo>
                  <a:cubicBezTo>
                    <a:pt x="214" y="5307"/>
                    <a:pt x="241" y="5335"/>
                    <a:pt x="269" y="5335"/>
                  </a:cubicBezTo>
                  <a:lnTo>
                    <a:pt x="733" y="5335"/>
                  </a:lnTo>
                  <a:cubicBezTo>
                    <a:pt x="770" y="5335"/>
                    <a:pt x="789" y="5307"/>
                    <a:pt x="789" y="5279"/>
                  </a:cubicBezTo>
                  <a:cubicBezTo>
                    <a:pt x="789" y="5242"/>
                    <a:pt x="770" y="5214"/>
                    <a:pt x="733" y="5214"/>
                  </a:cubicBezTo>
                  <a:close/>
                  <a:moveTo>
                    <a:pt x="1197" y="5214"/>
                  </a:moveTo>
                  <a:cubicBezTo>
                    <a:pt x="1169" y="5214"/>
                    <a:pt x="1141" y="5242"/>
                    <a:pt x="1141" y="5279"/>
                  </a:cubicBezTo>
                  <a:cubicBezTo>
                    <a:pt x="1141" y="5307"/>
                    <a:pt x="1169" y="5335"/>
                    <a:pt x="1197" y="5335"/>
                  </a:cubicBezTo>
                  <a:lnTo>
                    <a:pt x="1661" y="5335"/>
                  </a:lnTo>
                  <a:cubicBezTo>
                    <a:pt x="1698" y="5335"/>
                    <a:pt x="1716" y="5307"/>
                    <a:pt x="1716" y="5279"/>
                  </a:cubicBezTo>
                  <a:cubicBezTo>
                    <a:pt x="1716" y="5242"/>
                    <a:pt x="1698" y="5214"/>
                    <a:pt x="1661" y="5214"/>
                  </a:cubicBezTo>
                  <a:close/>
                  <a:moveTo>
                    <a:pt x="2125" y="5214"/>
                  </a:moveTo>
                  <a:cubicBezTo>
                    <a:pt x="2097" y="5214"/>
                    <a:pt x="2069" y="5242"/>
                    <a:pt x="2069" y="5279"/>
                  </a:cubicBezTo>
                  <a:cubicBezTo>
                    <a:pt x="2069" y="5307"/>
                    <a:pt x="2097" y="5335"/>
                    <a:pt x="2125" y="5335"/>
                  </a:cubicBezTo>
                  <a:lnTo>
                    <a:pt x="2588" y="5335"/>
                  </a:lnTo>
                  <a:cubicBezTo>
                    <a:pt x="2626" y="5335"/>
                    <a:pt x="2644" y="5307"/>
                    <a:pt x="2644" y="5279"/>
                  </a:cubicBezTo>
                  <a:cubicBezTo>
                    <a:pt x="2644" y="5242"/>
                    <a:pt x="2626" y="5214"/>
                    <a:pt x="2588" y="5214"/>
                  </a:cubicBezTo>
                  <a:close/>
                  <a:moveTo>
                    <a:pt x="3229" y="4936"/>
                  </a:moveTo>
                  <a:cubicBezTo>
                    <a:pt x="3201" y="4936"/>
                    <a:pt x="3173" y="4954"/>
                    <a:pt x="3173" y="4991"/>
                  </a:cubicBezTo>
                  <a:lnTo>
                    <a:pt x="3173" y="5214"/>
                  </a:lnTo>
                  <a:lnTo>
                    <a:pt x="3052" y="5214"/>
                  </a:lnTo>
                  <a:cubicBezTo>
                    <a:pt x="3024" y="5214"/>
                    <a:pt x="2997" y="5242"/>
                    <a:pt x="2997" y="5279"/>
                  </a:cubicBezTo>
                  <a:cubicBezTo>
                    <a:pt x="2997" y="5307"/>
                    <a:pt x="3024" y="5335"/>
                    <a:pt x="3052" y="5335"/>
                  </a:cubicBezTo>
                  <a:lnTo>
                    <a:pt x="3229" y="5335"/>
                  </a:lnTo>
                  <a:cubicBezTo>
                    <a:pt x="3266" y="5335"/>
                    <a:pt x="3294" y="5307"/>
                    <a:pt x="3294" y="5279"/>
                  </a:cubicBezTo>
                  <a:lnTo>
                    <a:pt x="3294" y="4991"/>
                  </a:lnTo>
                  <a:cubicBezTo>
                    <a:pt x="3294" y="4954"/>
                    <a:pt x="3266" y="4936"/>
                    <a:pt x="3229" y="4936"/>
                  </a:cubicBezTo>
                  <a:close/>
                  <a:moveTo>
                    <a:pt x="56" y="5464"/>
                  </a:moveTo>
                  <a:cubicBezTo>
                    <a:pt x="28" y="5464"/>
                    <a:pt x="0" y="5492"/>
                    <a:pt x="0" y="5520"/>
                  </a:cubicBezTo>
                  <a:lnTo>
                    <a:pt x="0" y="5993"/>
                  </a:lnTo>
                  <a:cubicBezTo>
                    <a:pt x="0" y="6021"/>
                    <a:pt x="28" y="6049"/>
                    <a:pt x="56" y="6049"/>
                  </a:cubicBezTo>
                  <a:cubicBezTo>
                    <a:pt x="93" y="6049"/>
                    <a:pt x="112" y="6021"/>
                    <a:pt x="112" y="5993"/>
                  </a:cubicBezTo>
                  <a:lnTo>
                    <a:pt x="112" y="5520"/>
                  </a:lnTo>
                  <a:cubicBezTo>
                    <a:pt x="112" y="5492"/>
                    <a:pt x="93" y="5464"/>
                    <a:pt x="56" y="5464"/>
                  </a:cubicBezTo>
                  <a:close/>
                  <a:moveTo>
                    <a:pt x="56" y="6392"/>
                  </a:moveTo>
                  <a:cubicBezTo>
                    <a:pt x="28" y="6392"/>
                    <a:pt x="0" y="6420"/>
                    <a:pt x="0" y="6457"/>
                  </a:cubicBezTo>
                  <a:lnTo>
                    <a:pt x="0" y="6921"/>
                  </a:lnTo>
                  <a:cubicBezTo>
                    <a:pt x="0" y="6949"/>
                    <a:pt x="28" y="6977"/>
                    <a:pt x="56" y="6977"/>
                  </a:cubicBezTo>
                  <a:cubicBezTo>
                    <a:pt x="93" y="6977"/>
                    <a:pt x="112" y="6949"/>
                    <a:pt x="112" y="6921"/>
                  </a:cubicBezTo>
                  <a:lnTo>
                    <a:pt x="112" y="6457"/>
                  </a:lnTo>
                  <a:cubicBezTo>
                    <a:pt x="112" y="6420"/>
                    <a:pt x="93" y="6392"/>
                    <a:pt x="56" y="639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3">
              <a:extLst>
                <a:ext uri="{FF2B5EF4-FFF2-40B4-BE49-F238E27FC236}">
                  <a16:creationId xmlns:a16="http://schemas.microsoft.com/office/drawing/2014/main" id="{85A67DFA-01EE-5065-6902-43FD1B2A42F2}"/>
                </a:ext>
              </a:extLst>
            </p:cNvPr>
            <p:cNvSpPr/>
            <p:nvPr/>
          </p:nvSpPr>
          <p:spPr>
            <a:xfrm>
              <a:off x="2221250" y="2699900"/>
              <a:ext cx="76775" cy="195775"/>
            </a:xfrm>
            <a:custGeom>
              <a:avLst/>
              <a:gdLst/>
              <a:ahLst/>
              <a:cxnLst/>
              <a:rect l="l" t="t" r="r" b="b"/>
              <a:pathLst>
                <a:path w="3071" h="7831" extrusionOk="0">
                  <a:moveTo>
                    <a:pt x="3015" y="1"/>
                  </a:moveTo>
                  <a:cubicBezTo>
                    <a:pt x="2987" y="1"/>
                    <a:pt x="2959" y="28"/>
                    <a:pt x="2959" y="56"/>
                  </a:cubicBezTo>
                  <a:lnTo>
                    <a:pt x="2959" y="520"/>
                  </a:lnTo>
                  <a:cubicBezTo>
                    <a:pt x="2959" y="557"/>
                    <a:pt x="2987" y="585"/>
                    <a:pt x="3015" y="585"/>
                  </a:cubicBezTo>
                  <a:cubicBezTo>
                    <a:pt x="3043" y="585"/>
                    <a:pt x="3071" y="557"/>
                    <a:pt x="3071" y="520"/>
                  </a:cubicBezTo>
                  <a:lnTo>
                    <a:pt x="3071" y="56"/>
                  </a:lnTo>
                  <a:cubicBezTo>
                    <a:pt x="3071" y="28"/>
                    <a:pt x="3052" y="1"/>
                    <a:pt x="3015" y="1"/>
                  </a:cubicBezTo>
                  <a:close/>
                  <a:moveTo>
                    <a:pt x="3015" y="928"/>
                  </a:moveTo>
                  <a:cubicBezTo>
                    <a:pt x="2987" y="928"/>
                    <a:pt x="2959" y="956"/>
                    <a:pt x="2959" y="984"/>
                  </a:cubicBezTo>
                  <a:lnTo>
                    <a:pt x="2959" y="1448"/>
                  </a:lnTo>
                  <a:cubicBezTo>
                    <a:pt x="2959" y="1485"/>
                    <a:pt x="2987" y="1513"/>
                    <a:pt x="3015" y="1513"/>
                  </a:cubicBezTo>
                  <a:cubicBezTo>
                    <a:pt x="3043" y="1513"/>
                    <a:pt x="3071" y="1485"/>
                    <a:pt x="3071" y="1448"/>
                  </a:cubicBezTo>
                  <a:lnTo>
                    <a:pt x="3071" y="984"/>
                  </a:lnTo>
                  <a:cubicBezTo>
                    <a:pt x="3071" y="956"/>
                    <a:pt x="3052" y="928"/>
                    <a:pt x="3015" y="928"/>
                  </a:cubicBezTo>
                  <a:close/>
                  <a:moveTo>
                    <a:pt x="3015" y="1856"/>
                  </a:moveTo>
                  <a:cubicBezTo>
                    <a:pt x="2987" y="1856"/>
                    <a:pt x="2959" y="1884"/>
                    <a:pt x="2959" y="1912"/>
                  </a:cubicBezTo>
                  <a:lnTo>
                    <a:pt x="2959" y="2375"/>
                  </a:lnTo>
                  <a:cubicBezTo>
                    <a:pt x="2959" y="2412"/>
                    <a:pt x="2987" y="2440"/>
                    <a:pt x="3015" y="2440"/>
                  </a:cubicBezTo>
                  <a:cubicBezTo>
                    <a:pt x="3043" y="2440"/>
                    <a:pt x="3071" y="2412"/>
                    <a:pt x="3071" y="2375"/>
                  </a:cubicBezTo>
                  <a:lnTo>
                    <a:pt x="3071" y="1912"/>
                  </a:lnTo>
                  <a:cubicBezTo>
                    <a:pt x="3071" y="1884"/>
                    <a:pt x="3052" y="1856"/>
                    <a:pt x="3015" y="1856"/>
                  </a:cubicBezTo>
                  <a:close/>
                  <a:moveTo>
                    <a:pt x="3015" y="2784"/>
                  </a:moveTo>
                  <a:cubicBezTo>
                    <a:pt x="2987" y="2784"/>
                    <a:pt x="2959" y="2811"/>
                    <a:pt x="2959" y="2839"/>
                  </a:cubicBezTo>
                  <a:lnTo>
                    <a:pt x="2959" y="3303"/>
                  </a:lnTo>
                  <a:cubicBezTo>
                    <a:pt x="2959" y="3340"/>
                    <a:pt x="2987" y="3368"/>
                    <a:pt x="3015" y="3368"/>
                  </a:cubicBezTo>
                  <a:cubicBezTo>
                    <a:pt x="3043" y="3368"/>
                    <a:pt x="3071" y="3340"/>
                    <a:pt x="3071" y="3303"/>
                  </a:cubicBezTo>
                  <a:lnTo>
                    <a:pt x="3071" y="2839"/>
                  </a:lnTo>
                  <a:cubicBezTo>
                    <a:pt x="3071" y="2811"/>
                    <a:pt x="3052" y="2784"/>
                    <a:pt x="3015" y="2784"/>
                  </a:cubicBezTo>
                  <a:close/>
                  <a:moveTo>
                    <a:pt x="3015" y="3711"/>
                  </a:moveTo>
                  <a:cubicBezTo>
                    <a:pt x="2987" y="3711"/>
                    <a:pt x="2959" y="3739"/>
                    <a:pt x="2959" y="3767"/>
                  </a:cubicBezTo>
                  <a:lnTo>
                    <a:pt x="2959" y="4231"/>
                  </a:lnTo>
                  <a:cubicBezTo>
                    <a:pt x="2959" y="4268"/>
                    <a:pt x="2987" y="4296"/>
                    <a:pt x="3015" y="4296"/>
                  </a:cubicBezTo>
                  <a:cubicBezTo>
                    <a:pt x="3043" y="4296"/>
                    <a:pt x="3071" y="4268"/>
                    <a:pt x="3071" y="4231"/>
                  </a:cubicBezTo>
                  <a:lnTo>
                    <a:pt x="3071" y="3767"/>
                  </a:lnTo>
                  <a:cubicBezTo>
                    <a:pt x="3071" y="3739"/>
                    <a:pt x="3052" y="3711"/>
                    <a:pt x="3015" y="3711"/>
                  </a:cubicBezTo>
                  <a:close/>
                  <a:moveTo>
                    <a:pt x="3015" y="4639"/>
                  </a:moveTo>
                  <a:cubicBezTo>
                    <a:pt x="2987" y="4639"/>
                    <a:pt x="2959" y="4667"/>
                    <a:pt x="2959" y="4695"/>
                  </a:cubicBezTo>
                  <a:lnTo>
                    <a:pt x="2959" y="5158"/>
                  </a:lnTo>
                  <a:cubicBezTo>
                    <a:pt x="2959" y="5195"/>
                    <a:pt x="2987" y="5223"/>
                    <a:pt x="3015" y="5223"/>
                  </a:cubicBezTo>
                  <a:cubicBezTo>
                    <a:pt x="3043" y="5223"/>
                    <a:pt x="3071" y="5195"/>
                    <a:pt x="3071" y="5158"/>
                  </a:cubicBezTo>
                  <a:lnTo>
                    <a:pt x="3071" y="4695"/>
                  </a:lnTo>
                  <a:cubicBezTo>
                    <a:pt x="3071" y="4667"/>
                    <a:pt x="3052" y="4639"/>
                    <a:pt x="3015" y="4639"/>
                  </a:cubicBezTo>
                  <a:close/>
                  <a:moveTo>
                    <a:pt x="3015" y="5567"/>
                  </a:moveTo>
                  <a:cubicBezTo>
                    <a:pt x="2987" y="5567"/>
                    <a:pt x="2959" y="5594"/>
                    <a:pt x="2959" y="5622"/>
                  </a:cubicBezTo>
                  <a:lnTo>
                    <a:pt x="2959" y="6095"/>
                  </a:lnTo>
                  <a:cubicBezTo>
                    <a:pt x="2959" y="6123"/>
                    <a:pt x="2987" y="6151"/>
                    <a:pt x="3015" y="6151"/>
                  </a:cubicBezTo>
                  <a:cubicBezTo>
                    <a:pt x="3043" y="6151"/>
                    <a:pt x="3071" y="6123"/>
                    <a:pt x="3071" y="6095"/>
                  </a:cubicBezTo>
                  <a:lnTo>
                    <a:pt x="3071" y="5622"/>
                  </a:lnTo>
                  <a:cubicBezTo>
                    <a:pt x="3071" y="5594"/>
                    <a:pt x="3052" y="5567"/>
                    <a:pt x="3015" y="5567"/>
                  </a:cubicBezTo>
                  <a:close/>
                  <a:moveTo>
                    <a:pt x="390" y="6188"/>
                  </a:moveTo>
                  <a:cubicBezTo>
                    <a:pt x="353" y="6188"/>
                    <a:pt x="334" y="6216"/>
                    <a:pt x="334" y="6253"/>
                  </a:cubicBezTo>
                  <a:cubicBezTo>
                    <a:pt x="334" y="6281"/>
                    <a:pt x="353" y="6309"/>
                    <a:pt x="390" y="6309"/>
                  </a:cubicBezTo>
                  <a:lnTo>
                    <a:pt x="853" y="6309"/>
                  </a:lnTo>
                  <a:cubicBezTo>
                    <a:pt x="881" y="6309"/>
                    <a:pt x="909" y="6281"/>
                    <a:pt x="909" y="6253"/>
                  </a:cubicBezTo>
                  <a:cubicBezTo>
                    <a:pt x="909" y="6216"/>
                    <a:pt x="881" y="6188"/>
                    <a:pt x="853" y="6188"/>
                  </a:cubicBezTo>
                  <a:close/>
                  <a:moveTo>
                    <a:pt x="1317" y="6188"/>
                  </a:moveTo>
                  <a:cubicBezTo>
                    <a:pt x="1280" y="6188"/>
                    <a:pt x="1262" y="6216"/>
                    <a:pt x="1262" y="6253"/>
                  </a:cubicBezTo>
                  <a:cubicBezTo>
                    <a:pt x="1262" y="6281"/>
                    <a:pt x="1280" y="6309"/>
                    <a:pt x="1317" y="6309"/>
                  </a:cubicBezTo>
                  <a:lnTo>
                    <a:pt x="1781" y="6309"/>
                  </a:lnTo>
                  <a:cubicBezTo>
                    <a:pt x="1809" y="6309"/>
                    <a:pt x="1837" y="6281"/>
                    <a:pt x="1837" y="6253"/>
                  </a:cubicBezTo>
                  <a:cubicBezTo>
                    <a:pt x="1837" y="6216"/>
                    <a:pt x="1809" y="6188"/>
                    <a:pt x="1781" y="6188"/>
                  </a:cubicBezTo>
                  <a:close/>
                  <a:moveTo>
                    <a:pt x="2245" y="6188"/>
                  </a:moveTo>
                  <a:cubicBezTo>
                    <a:pt x="2208" y="6188"/>
                    <a:pt x="2189" y="6216"/>
                    <a:pt x="2189" y="6253"/>
                  </a:cubicBezTo>
                  <a:cubicBezTo>
                    <a:pt x="2189" y="6281"/>
                    <a:pt x="2208" y="6309"/>
                    <a:pt x="2245" y="6309"/>
                  </a:cubicBezTo>
                  <a:lnTo>
                    <a:pt x="2709" y="6309"/>
                  </a:lnTo>
                  <a:cubicBezTo>
                    <a:pt x="2737" y="6309"/>
                    <a:pt x="2764" y="6281"/>
                    <a:pt x="2764" y="6253"/>
                  </a:cubicBezTo>
                  <a:cubicBezTo>
                    <a:pt x="2764" y="6216"/>
                    <a:pt x="2737" y="6188"/>
                    <a:pt x="2709" y="6188"/>
                  </a:cubicBezTo>
                  <a:close/>
                  <a:moveTo>
                    <a:pt x="56" y="6318"/>
                  </a:moveTo>
                  <a:cubicBezTo>
                    <a:pt x="28" y="6318"/>
                    <a:pt x="0" y="6346"/>
                    <a:pt x="0" y="6383"/>
                  </a:cubicBezTo>
                  <a:lnTo>
                    <a:pt x="0" y="6847"/>
                  </a:lnTo>
                  <a:cubicBezTo>
                    <a:pt x="0" y="6875"/>
                    <a:pt x="28" y="6902"/>
                    <a:pt x="56" y="6902"/>
                  </a:cubicBezTo>
                  <a:cubicBezTo>
                    <a:pt x="84" y="6902"/>
                    <a:pt x="111" y="6875"/>
                    <a:pt x="111" y="6847"/>
                  </a:cubicBezTo>
                  <a:lnTo>
                    <a:pt x="111" y="6383"/>
                  </a:lnTo>
                  <a:cubicBezTo>
                    <a:pt x="111" y="6346"/>
                    <a:pt x="84" y="6318"/>
                    <a:pt x="56" y="6318"/>
                  </a:cubicBezTo>
                  <a:close/>
                  <a:moveTo>
                    <a:pt x="56" y="7246"/>
                  </a:moveTo>
                  <a:cubicBezTo>
                    <a:pt x="28" y="7246"/>
                    <a:pt x="0" y="7273"/>
                    <a:pt x="0" y="7311"/>
                  </a:cubicBezTo>
                  <a:lnTo>
                    <a:pt x="0" y="7774"/>
                  </a:lnTo>
                  <a:cubicBezTo>
                    <a:pt x="0" y="7802"/>
                    <a:pt x="28" y="7830"/>
                    <a:pt x="56" y="7830"/>
                  </a:cubicBezTo>
                  <a:cubicBezTo>
                    <a:pt x="84" y="7830"/>
                    <a:pt x="111" y="7802"/>
                    <a:pt x="111" y="7774"/>
                  </a:cubicBezTo>
                  <a:lnTo>
                    <a:pt x="111" y="7311"/>
                  </a:lnTo>
                  <a:cubicBezTo>
                    <a:pt x="111" y="7273"/>
                    <a:pt x="84" y="7246"/>
                    <a:pt x="56" y="72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3">
              <a:extLst>
                <a:ext uri="{FF2B5EF4-FFF2-40B4-BE49-F238E27FC236}">
                  <a16:creationId xmlns:a16="http://schemas.microsoft.com/office/drawing/2014/main" id="{78684E2D-4AEA-EDCC-CDE7-2C9AB739FCF4}"/>
                </a:ext>
              </a:extLst>
            </p:cNvPr>
            <p:cNvSpPr/>
            <p:nvPr/>
          </p:nvSpPr>
          <p:spPr>
            <a:xfrm>
              <a:off x="2079525" y="2330700"/>
              <a:ext cx="30425" cy="30175"/>
            </a:xfrm>
            <a:custGeom>
              <a:avLst/>
              <a:gdLst/>
              <a:ahLst/>
              <a:cxnLst/>
              <a:rect l="l" t="t" r="r" b="b"/>
              <a:pathLst>
                <a:path w="1217" h="1207" extrusionOk="0">
                  <a:moveTo>
                    <a:pt x="613" y="176"/>
                  </a:moveTo>
                  <a:lnTo>
                    <a:pt x="752" y="436"/>
                  </a:lnTo>
                  <a:cubicBezTo>
                    <a:pt x="752" y="445"/>
                    <a:pt x="762" y="455"/>
                    <a:pt x="771" y="464"/>
                  </a:cubicBezTo>
                  <a:lnTo>
                    <a:pt x="1031" y="603"/>
                  </a:lnTo>
                  <a:lnTo>
                    <a:pt x="771" y="742"/>
                  </a:lnTo>
                  <a:cubicBezTo>
                    <a:pt x="762" y="752"/>
                    <a:pt x="752" y="761"/>
                    <a:pt x="752" y="770"/>
                  </a:cubicBezTo>
                  <a:lnTo>
                    <a:pt x="604" y="1030"/>
                  </a:lnTo>
                  <a:lnTo>
                    <a:pt x="465" y="770"/>
                  </a:lnTo>
                  <a:cubicBezTo>
                    <a:pt x="465" y="761"/>
                    <a:pt x="456" y="752"/>
                    <a:pt x="446" y="742"/>
                  </a:cubicBezTo>
                  <a:lnTo>
                    <a:pt x="186" y="603"/>
                  </a:lnTo>
                  <a:lnTo>
                    <a:pt x="446" y="464"/>
                  </a:lnTo>
                  <a:cubicBezTo>
                    <a:pt x="456" y="455"/>
                    <a:pt x="465" y="445"/>
                    <a:pt x="465" y="436"/>
                  </a:cubicBezTo>
                  <a:lnTo>
                    <a:pt x="613" y="176"/>
                  </a:lnTo>
                  <a:close/>
                  <a:moveTo>
                    <a:pt x="613" y="0"/>
                  </a:moveTo>
                  <a:cubicBezTo>
                    <a:pt x="585" y="0"/>
                    <a:pt x="567" y="9"/>
                    <a:pt x="558" y="28"/>
                  </a:cubicBezTo>
                  <a:lnTo>
                    <a:pt x="372" y="362"/>
                  </a:lnTo>
                  <a:lnTo>
                    <a:pt x="38" y="547"/>
                  </a:lnTo>
                  <a:cubicBezTo>
                    <a:pt x="20" y="557"/>
                    <a:pt x="1" y="585"/>
                    <a:pt x="1" y="603"/>
                  </a:cubicBezTo>
                  <a:cubicBezTo>
                    <a:pt x="1" y="622"/>
                    <a:pt x="20" y="640"/>
                    <a:pt x="38" y="649"/>
                  </a:cubicBezTo>
                  <a:lnTo>
                    <a:pt x="372" y="835"/>
                  </a:lnTo>
                  <a:lnTo>
                    <a:pt x="558" y="1178"/>
                  </a:lnTo>
                  <a:cubicBezTo>
                    <a:pt x="567" y="1197"/>
                    <a:pt x="585" y="1206"/>
                    <a:pt x="604" y="1206"/>
                  </a:cubicBezTo>
                  <a:cubicBezTo>
                    <a:pt x="632" y="1206"/>
                    <a:pt x="650" y="1197"/>
                    <a:pt x="660" y="1178"/>
                  </a:cubicBezTo>
                  <a:lnTo>
                    <a:pt x="845" y="835"/>
                  </a:lnTo>
                  <a:lnTo>
                    <a:pt x="1179" y="659"/>
                  </a:lnTo>
                  <a:cubicBezTo>
                    <a:pt x="1198" y="640"/>
                    <a:pt x="1216" y="622"/>
                    <a:pt x="1216" y="603"/>
                  </a:cubicBezTo>
                  <a:cubicBezTo>
                    <a:pt x="1216" y="585"/>
                    <a:pt x="1198" y="566"/>
                    <a:pt x="1179" y="557"/>
                  </a:cubicBezTo>
                  <a:lnTo>
                    <a:pt x="845" y="371"/>
                  </a:lnTo>
                  <a:lnTo>
                    <a:pt x="660" y="28"/>
                  </a:lnTo>
                  <a:cubicBezTo>
                    <a:pt x="650" y="9"/>
                    <a:pt x="632"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3">
              <a:extLst>
                <a:ext uri="{FF2B5EF4-FFF2-40B4-BE49-F238E27FC236}">
                  <a16:creationId xmlns:a16="http://schemas.microsoft.com/office/drawing/2014/main" id="{3332AEEC-CB90-81FE-FB1D-8F4E2F2085B0}"/>
                </a:ext>
              </a:extLst>
            </p:cNvPr>
            <p:cNvSpPr/>
            <p:nvPr/>
          </p:nvSpPr>
          <p:spPr>
            <a:xfrm>
              <a:off x="2275275" y="3037350"/>
              <a:ext cx="44550" cy="44775"/>
            </a:xfrm>
            <a:custGeom>
              <a:avLst/>
              <a:gdLst/>
              <a:ahLst/>
              <a:cxnLst/>
              <a:rect l="l" t="t" r="r" b="b"/>
              <a:pathLst>
                <a:path w="1782" h="1791" extrusionOk="0">
                  <a:moveTo>
                    <a:pt x="891" y="176"/>
                  </a:moveTo>
                  <a:lnTo>
                    <a:pt x="1142" y="631"/>
                  </a:lnTo>
                  <a:cubicBezTo>
                    <a:pt x="1142" y="640"/>
                    <a:pt x="1151" y="640"/>
                    <a:pt x="1160" y="649"/>
                  </a:cubicBezTo>
                  <a:lnTo>
                    <a:pt x="1605" y="900"/>
                  </a:lnTo>
                  <a:lnTo>
                    <a:pt x="1160" y="1141"/>
                  </a:lnTo>
                  <a:cubicBezTo>
                    <a:pt x="1151" y="1141"/>
                    <a:pt x="1142" y="1150"/>
                    <a:pt x="1142" y="1160"/>
                  </a:cubicBezTo>
                  <a:lnTo>
                    <a:pt x="891" y="1605"/>
                  </a:lnTo>
                  <a:lnTo>
                    <a:pt x="650" y="1160"/>
                  </a:lnTo>
                  <a:cubicBezTo>
                    <a:pt x="641" y="1150"/>
                    <a:pt x="631" y="1141"/>
                    <a:pt x="622" y="1141"/>
                  </a:cubicBezTo>
                  <a:lnTo>
                    <a:pt x="177" y="891"/>
                  </a:lnTo>
                  <a:lnTo>
                    <a:pt x="622" y="649"/>
                  </a:lnTo>
                  <a:cubicBezTo>
                    <a:pt x="641" y="640"/>
                    <a:pt x="641" y="631"/>
                    <a:pt x="650" y="622"/>
                  </a:cubicBezTo>
                  <a:lnTo>
                    <a:pt x="891" y="176"/>
                  </a:lnTo>
                  <a:close/>
                  <a:moveTo>
                    <a:pt x="891" y="0"/>
                  </a:moveTo>
                  <a:cubicBezTo>
                    <a:pt x="872" y="0"/>
                    <a:pt x="854" y="9"/>
                    <a:pt x="845" y="28"/>
                  </a:cubicBezTo>
                  <a:lnTo>
                    <a:pt x="557" y="557"/>
                  </a:lnTo>
                  <a:lnTo>
                    <a:pt x="28" y="844"/>
                  </a:lnTo>
                  <a:cubicBezTo>
                    <a:pt x="10" y="853"/>
                    <a:pt x="0" y="872"/>
                    <a:pt x="0" y="891"/>
                  </a:cubicBezTo>
                  <a:cubicBezTo>
                    <a:pt x="0" y="909"/>
                    <a:pt x="10" y="937"/>
                    <a:pt x="28" y="946"/>
                  </a:cubicBezTo>
                  <a:lnTo>
                    <a:pt x="557" y="1234"/>
                  </a:lnTo>
                  <a:lnTo>
                    <a:pt x="835" y="1753"/>
                  </a:lnTo>
                  <a:cubicBezTo>
                    <a:pt x="854" y="1772"/>
                    <a:pt x="872" y="1790"/>
                    <a:pt x="891" y="1790"/>
                  </a:cubicBezTo>
                  <a:cubicBezTo>
                    <a:pt x="910" y="1790"/>
                    <a:pt x="928" y="1772"/>
                    <a:pt x="937" y="1753"/>
                  </a:cubicBezTo>
                  <a:lnTo>
                    <a:pt x="1234" y="1234"/>
                  </a:lnTo>
                  <a:lnTo>
                    <a:pt x="1754" y="946"/>
                  </a:lnTo>
                  <a:cubicBezTo>
                    <a:pt x="1772" y="937"/>
                    <a:pt x="1782" y="918"/>
                    <a:pt x="1782" y="900"/>
                  </a:cubicBezTo>
                  <a:cubicBezTo>
                    <a:pt x="1782" y="872"/>
                    <a:pt x="1772" y="853"/>
                    <a:pt x="1754" y="844"/>
                  </a:cubicBezTo>
                  <a:lnTo>
                    <a:pt x="1234" y="557"/>
                  </a:lnTo>
                  <a:lnTo>
                    <a:pt x="947" y="28"/>
                  </a:lnTo>
                  <a:cubicBezTo>
                    <a:pt x="937" y="9"/>
                    <a:pt x="919" y="0"/>
                    <a:pt x="8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3">
              <a:extLst>
                <a:ext uri="{FF2B5EF4-FFF2-40B4-BE49-F238E27FC236}">
                  <a16:creationId xmlns:a16="http://schemas.microsoft.com/office/drawing/2014/main" id="{307F1705-41F1-B1E3-424F-A47DA5320580}"/>
                </a:ext>
              </a:extLst>
            </p:cNvPr>
            <p:cNvSpPr/>
            <p:nvPr/>
          </p:nvSpPr>
          <p:spPr>
            <a:xfrm>
              <a:off x="2281075" y="2533150"/>
              <a:ext cx="3025" cy="16500"/>
            </a:xfrm>
            <a:custGeom>
              <a:avLst/>
              <a:gdLst/>
              <a:ahLst/>
              <a:cxnLst/>
              <a:rect l="l" t="t" r="r" b="b"/>
              <a:pathLst>
                <a:path w="121" h="660" extrusionOk="0">
                  <a:moveTo>
                    <a:pt x="65" y="1"/>
                  </a:moveTo>
                  <a:cubicBezTo>
                    <a:pt x="28" y="1"/>
                    <a:pt x="0" y="28"/>
                    <a:pt x="0" y="66"/>
                  </a:cubicBezTo>
                  <a:lnTo>
                    <a:pt x="0" y="604"/>
                  </a:lnTo>
                  <a:cubicBezTo>
                    <a:pt x="0" y="641"/>
                    <a:pt x="28" y="659"/>
                    <a:pt x="65" y="659"/>
                  </a:cubicBezTo>
                  <a:cubicBezTo>
                    <a:pt x="93" y="659"/>
                    <a:pt x="121" y="631"/>
                    <a:pt x="121" y="604"/>
                  </a:cubicBezTo>
                  <a:lnTo>
                    <a:pt x="121" y="66"/>
                  </a:lnTo>
                  <a:cubicBezTo>
                    <a:pt x="121" y="28"/>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3">
              <a:extLst>
                <a:ext uri="{FF2B5EF4-FFF2-40B4-BE49-F238E27FC236}">
                  <a16:creationId xmlns:a16="http://schemas.microsoft.com/office/drawing/2014/main" id="{77E9676C-69B2-DF12-1FEC-726154175A43}"/>
                </a:ext>
              </a:extLst>
            </p:cNvPr>
            <p:cNvSpPr/>
            <p:nvPr/>
          </p:nvSpPr>
          <p:spPr>
            <a:xfrm>
              <a:off x="2281075" y="2567950"/>
              <a:ext cx="3025" cy="16475"/>
            </a:xfrm>
            <a:custGeom>
              <a:avLst/>
              <a:gdLst/>
              <a:ahLst/>
              <a:cxnLst/>
              <a:rect l="l" t="t" r="r" b="b"/>
              <a:pathLst>
                <a:path w="121" h="659" extrusionOk="0">
                  <a:moveTo>
                    <a:pt x="65" y="0"/>
                  </a:moveTo>
                  <a:cubicBezTo>
                    <a:pt x="28" y="0"/>
                    <a:pt x="0" y="28"/>
                    <a:pt x="0" y="65"/>
                  </a:cubicBezTo>
                  <a:lnTo>
                    <a:pt x="0" y="603"/>
                  </a:lnTo>
                  <a:cubicBezTo>
                    <a:pt x="0" y="640"/>
                    <a:pt x="28" y="659"/>
                    <a:pt x="65" y="659"/>
                  </a:cubicBezTo>
                  <a:cubicBezTo>
                    <a:pt x="93" y="659"/>
                    <a:pt x="121" y="631"/>
                    <a:pt x="121" y="603"/>
                  </a:cubicBezTo>
                  <a:lnTo>
                    <a:pt x="121" y="65"/>
                  </a:lnTo>
                  <a:cubicBezTo>
                    <a:pt x="121" y="28"/>
                    <a:pt x="93"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3">
              <a:extLst>
                <a:ext uri="{FF2B5EF4-FFF2-40B4-BE49-F238E27FC236}">
                  <a16:creationId xmlns:a16="http://schemas.microsoft.com/office/drawing/2014/main" id="{ED977719-AF9C-ABBF-8096-05E67183A71A}"/>
                </a:ext>
              </a:extLst>
            </p:cNvPr>
            <p:cNvSpPr/>
            <p:nvPr/>
          </p:nvSpPr>
          <p:spPr>
            <a:xfrm>
              <a:off x="2291750" y="2557500"/>
              <a:ext cx="16475" cy="2800"/>
            </a:xfrm>
            <a:custGeom>
              <a:avLst/>
              <a:gdLst/>
              <a:ahLst/>
              <a:cxnLst/>
              <a:rect l="l" t="t" r="r" b="b"/>
              <a:pathLst>
                <a:path w="659" h="112" extrusionOk="0">
                  <a:moveTo>
                    <a:pt x="65" y="1"/>
                  </a:moveTo>
                  <a:cubicBezTo>
                    <a:pt x="28" y="1"/>
                    <a:pt x="0" y="19"/>
                    <a:pt x="0" y="56"/>
                  </a:cubicBezTo>
                  <a:cubicBezTo>
                    <a:pt x="0" y="84"/>
                    <a:pt x="28" y="112"/>
                    <a:pt x="65" y="112"/>
                  </a:cubicBezTo>
                  <a:lnTo>
                    <a:pt x="603" y="112"/>
                  </a:lnTo>
                  <a:cubicBezTo>
                    <a:pt x="631" y="112"/>
                    <a:pt x="659" y="84"/>
                    <a:pt x="659" y="56"/>
                  </a:cubicBezTo>
                  <a:cubicBezTo>
                    <a:pt x="659" y="19"/>
                    <a:pt x="631"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3">
              <a:extLst>
                <a:ext uri="{FF2B5EF4-FFF2-40B4-BE49-F238E27FC236}">
                  <a16:creationId xmlns:a16="http://schemas.microsoft.com/office/drawing/2014/main" id="{8FE7D51E-D078-818C-42AD-E60924FAB36D}"/>
                </a:ext>
              </a:extLst>
            </p:cNvPr>
            <p:cNvSpPr/>
            <p:nvPr/>
          </p:nvSpPr>
          <p:spPr>
            <a:xfrm>
              <a:off x="2256950" y="2557500"/>
              <a:ext cx="16500" cy="2800"/>
            </a:xfrm>
            <a:custGeom>
              <a:avLst/>
              <a:gdLst/>
              <a:ahLst/>
              <a:cxnLst/>
              <a:rect l="l" t="t" r="r" b="b"/>
              <a:pathLst>
                <a:path w="660" h="112" extrusionOk="0">
                  <a:moveTo>
                    <a:pt x="66" y="1"/>
                  </a:moveTo>
                  <a:cubicBezTo>
                    <a:pt x="28" y="1"/>
                    <a:pt x="1" y="19"/>
                    <a:pt x="1" y="56"/>
                  </a:cubicBezTo>
                  <a:cubicBezTo>
                    <a:pt x="1" y="84"/>
                    <a:pt x="28" y="112"/>
                    <a:pt x="66" y="112"/>
                  </a:cubicBezTo>
                  <a:lnTo>
                    <a:pt x="604" y="112"/>
                  </a:lnTo>
                  <a:cubicBezTo>
                    <a:pt x="631" y="112"/>
                    <a:pt x="659" y="84"/>
                    <a:pt x="659" y="56"/>
                  </a:cubicBezTo>
                  <a:cubicBezTo>
                    <a:pt x="659" y="19"/>
                    <a:pt x="631"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3">
              <a:extLst>
                <a:ext uri="{FF2B5EF4-FFF2-40B4-BE49-F238E27FC236}">
                  <a16:creationId xmlns:a16="http://schemas.microsoft.com/office/drawing/2014/main" id="{2F8FBDE5-BA64-1ABF-91AF-526A8442694A}"/>
                </a:ext>
              </a:extLst>
            </p:cNvPr>
            <p:cNvSpPr/>
            <p:nvPr/>
          </p:nvSpPr>
          <p:spPr>
            <a:xfrm>
              <a:off x="2265525" y="2566325"/>
              <a:ext cx="9550" cy="9525"/>
            </a:xfrm>
            <a:custGeom>
              <a:avLst/>
              <a:gdLst/>
              <a:ahLst/>
              <a:cxnLst/>
              <a:rect l="l" t="t" r="r" b="b"/>
              <a:pathLst>
                <a:path w="382" h="381" extrusionOk="0">
                  <a:moveTo>
                    <a:pt x="1" y="381"/>
                  </a:moveTo>
                  <a:lnTo>
                    <a:pt x="381"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3">
              <a:extLst>
                <a:ext uri="{FF2B5EF4-FFF2-40B4-BE49-F238E27FC236}">
                  <a16:creationId xmlns:a16="http://schemas.microsoft.com/office/drawing/2014/main" id="{4841F7D2-35AA-C6D4-55E5-1E13216F2881}"/>
                </a:ext>
              </a:extLst>
            </p:cNvPr>
            <p:cNvSpPr/>
            <p:nvPr/>
          </p:nvSpPr>
          <p:spPr>
            <a:xfrm>
              <a:off x="2263900" y="2564875"/>
              <a:ext cx="12800" cy="12600"/>
            </a:xfrm>
            <a:custGeom>
              <a:avLst/>
              <a:gdLst/>
              <a:ahLst/>
              <a:cxnLst/>
              <a:rect l="l" t="t" r="r" b="b"/>
              <a:pathLst>
                <a:path w="512" h="504" extrusionOk="0">
                  <a:moveTo>
                    <a:pt x="447" y="0"/>
                  </a:moveTo>
                  <a:cubicBezTo>
                    <a:pt x="432" y="0"/>
                    <a:pt x="418" y="7"/>
                    <a:pt x="409" y="21"/>
                  </a:cubicBezTo>
                  <a:lnTo>
                    <a:pt x="29" y="401"/>
                  </a:lnTo>
                  <a:cubicBezTo>
                    <a:pt x="1" y="420"/>
                    <a:pt x="1" y="457"/>
                    <a:pt x="29" y="485"/>
                  </a:cubicBezTo>
                  <a:cubicBezTo>
                    <a:pt x="38" y="494"/>
                    <a:pt x="47" y="503"/>
                    <a:pt x="66" y="503"/>
                  </a:cubicBezTo>
                  <a:cubicBezTo>
                    <a:pt x="84" y="503"/>
                    <a:pt x="94" y="494"/>
                    <a:pt x="112" y="485"/>
                  </a:cubicBezTo>
                  <a:lnTo>
                    <a:pt x="493" y="105"/>
                  </a:lnTo>
                  <a:cubicBezTo>
                    <a:pt x="511" y="77"/>
                    <a:pt x="511" y="40"/>
                    <a:pt x="493" y="21"/>
                  </a:cubicBezTo>
                  <a:cubicBezTo>
                    <a:pt x="479" y="7"/>
                    <a:pt x="462" y="0"/>
                    <a:pt x="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3">
              <a:extLst>
                <a:ext uri="{FF2B5EF4-FFF2-40B4-BE49-F238E27FC236}">
                  <a16:creationId xmlns:a16="http://schemas.microsoft.com/office/drawing/2014/main" id="{F94DF449-EAFF-0D8D-2331-64CE81CB985D}"/>
                </a:ext>
              </a:extLst>
            </p:cNvPr>
            <p:cNvSpPr/>
            <p:nvPr/>
          </p:nvSpPr>
          <p:spPr>
            <a:xfrm>
              <a:off x="2290125" y="2541725"/>
              <a:ext cx="9525" cy="9550"/>
            </a:xfrm>
            <a:custGeom>
              <a:avLst/>
              <a:gdLst/>
              <a:ahLst/>
              <a:cxnLst/>
              <a:rect l="l" t="t" r="r" b="b"/>
              <a:pathLst>
                <a:path w="381" h="382" extrusionOk="0">
                  <a:moveTo>
                    <a:pt x="0" y="381"/>
                  </a:moveTo>
                  <a:lnTo>
                    <a:pt x="381"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3">
              <a:extLst>
                <a:ext uri="{FF2B5EF4-FFF2-40B4-BE49-F238E27FC236}">
                  <a16:creationId xmlns:a16="http://schemas.microsoft.com/office/drawing/2014/main" id="{34449548-3760-69EE-B91F-A2AF00B231E3}"/>
                </a:ext>
              </a:extLst>
            </p:cNvPr>
            <p:cNvSpPr/>
            <p:nvPr/>
          </p:nvSpPr>
          <p:spPr>
            <a:xfrm>
              <a:off x="2288500" y="2540275"/>
              <a:ext cx="12775" cy="12625"/>
            </a:xfrm>
            <a:custGeom>
              <a:avLst/>
              <a:gdLst/>
              <a:ahLst/>
              <a:cxnLst/>
              <a:rect l="l" t="t" r="r" b="b"/>
              <a:pathLst>
                <a:path w="511" h="505" extrusionOk="0">
                  <a:moveTo>
                    <a:pt x="447" y="1"/>
                  </a:moveTo>
                  <a:cubicBezTo>
                    <a:pt x="432" y="1"/>
                    <a:pt x="418" y="8"/>
                    <a:pt x="408" y="22"/>
                  </a:cubicBezTo>
                  <a:lnTo>
                    <a:pt x="28" y="402"/>
                  </a:lnTo>
                  <a:cubicBezTo>
                    <a:pt x="0" y="421"/>
                    <a:pt x="0" y="458"/>
                    <a:pt x="28" y="486"/>
                  </a:cubicBezTo>
                  <a:cubicBezTo>
                    <a:pt x="37" y="495"/>
                    <a:pt x="47" y="504"/>
                    <a:pt x="65" y="504"/>
                  </a:cubicBezTo>
                  <a:cubicBezTo>
                    <a:pt x="84" y="504"/>
                    <a:pt x="93" y="495"/>
                    <a:pt x="112" y="486"/>
                  </a:cubicBezTo>
                  <a:lnTo>
                    <a:pt x="492" y="96"/>
                  </a:lnTo>
                  <a:cubicBezTo>
                    <a:pt x="510" y="77"/>
                    <a:pt x="510" y="40"/>
                    <a:pt x="492" y="22"/>
                  </a:cubicBezTo>
                  <a:cubicBezTo>
                    <a:pt x="478" y="8"/>
                    <a:pt x="462" y="1"/>
                    <a:pt x="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3">
              <a:extLst>
                <a:ext uri="{FF2B5EF4-FFF2-40B4-BE49-F238E27FC236}">
                  <a16:creationId xmlns:a16="http://schemas.microsoft.com/office/drawing/2014/main" id="{99FF0880-6BCE-45E1-4814-840C46330809}"/>
                </a:ext>
              </a:extLst>
            </p:cNvPr>
            <p:cNvSpPr/>
            <p:nvPr/>
          </p:nvSpPr>
          <p:spPr>
            <a:xfrm>
              <a:off x="2265525" y="2541725"/>
              <a:ext cx="9550" cy="9550"/>
            </a:xfrm>
            <a:custGeom>
              <a:avLst/>
              <a:gdLst/>
              <a:ahLst/>
              <a:cxnLst/>
              <a:rect l="l" t="t" r="r" b="b"/>
              <a:pathLst>
                <a:path w="382" h="382" extrusionOk="0">
                  <a:moveTo>
                    <a:pt x="1" y="1"/>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3">
              <a:extLst>
                <a:ext uri="{FF2B5EF4-FFF2-40B4-BE49-F238E27FC236}">
                  <a16:creationId xmlns:a16="http://schemas.microsoft.com/office/drawing/2014/main" id="{B33DF027-4C94-6C1D-5464-895A5763D354}"/>
                </a:ext>
              </a:extLst>
            </p:cNvPr>
            <p:cNvSpPr/>
            <p:nvPr/>
          </p:nvSpPr>
          <p:spPr>
            <a:xfrm>
              <a:off x="2263900" y="2540275"/>
              <a:ext cx="12800" cy="12625"/>
            </a:xfrm>
            <a:custGeom>
              <a:avLst/>
              <a:gdLst/>
              <a:ahLst/>
              <a:cxnLst/>
              <a:rect l="l" t="t" r="r" b="b"/>
              <a:pathLst>
                <a:path w="512" h="505" extrusionOk="0">
                  <a:moveTo>
                    <a:pt x="67" y="1"/>
                  </a:moveTo>
                  <a:cubicBezTo>
                    <a:pt x="52" y="1"/>
                    <a:pt x="38" y="8"/>
                    <a:pt x="29" y="22"/>
                  </a:cubicBezTo>
                  <a:cubicBezTo>
                    <a:pt x="1" y="40"/>
                    <a:pt x="1" y="77"/>
                    <a:pt x="29" y="96"/>
                  </a:cubicBezTo>
                  <a:lnTo>
                    <a:pt x="409" y="486"/>
                  </a:lnTo>
                  <a:cubicBezTo>
                    <a:pt x="418" y="495"/>
                    <a:pt x="437" y="504"/>
                    <a:pt x="446" y="504"/>
                  </a:cubicBezTo>
                  <a:cubicBezTo>
                    <a:pt x="465" y="504"/>
                    <a:pt x="483" y="495"/>
                    <a:pt x="493" y="486"/>
                  </a:cubicBezTo>
                  <a:cubicBezTo>
                    <a:pt x="511" y="458"/>
                    <a:pt x="511" y="421"/>
                    <a:pt x="493" y="402"/>
                  </a:cubicBezTo>
                  <a:lnTo>
                    <a:pt x="112" y="22"/>
                  </a:lnTo>
                  <a:cubicBezTo>
                    <a:pt x="98" y="8"/>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3">
              <a:extLst>
                <a:ext uri="{FF2B5EF4-FFF2-40B4-BE49-F238E27FC236}">
                  <a16:creationId xmlns:a16="http://schemas.microsoft.com/office/drawing/2014/main" id="{BCFEFF82-D5A2-40C9-FBB9-427BE44844E8}"/>
                </a:ext>
              </a:extLst>
            </p:cNvPr>
            <p:cNvSpPr/>
            <p:nvPr/>
          </p:nvSpPr>
          <p:spPr>
            <a:xfrm>
              <a:off x="2290125" y="2566325"/>
              <a:ext cx="9525" cy="9525"/>
            </a:xfrm>
            <a:custGeom>
              <a:avLst/>
              <a:gdLst/>
              <a:ahLst/>
              <a:cxnLst/>
              <a:rect l="l" t="t" r="r" b="b"/>
              <a:pathLst>
                <a:path w="381" h="381" extrusionOk="0">
                  <a:moveTo>
                    <a:pt x="0" y="0"/>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3">
              <a:extLst>
                <a:ext uri="{FF2B5EF4-FFF2-40B4-BE49-F238E27FC236}">
                  <a16:creationId xmlns:a16="http://schemas.microsoft.com/office/drawing/2014/main" id="{FB10200A-5B51-1A60-5EC0-D0A2E80FAFFC}"/>
                </a:ext>
              </a:extLst>
            </p:cNvPr>
            <p:cNvSpPr/>
            <p:nvPr/>
          </p:nvSpPr>
          <p:spPr>
            <a:xfrm>
              <a:off x="2288500" y="2564875"/>
              <a:ext cx="12775" cy="12600"/>
            </a:xfrm>
            <a:custGeom>
              <a:avLst/>
              <a:gdLst/>
              <a:ahLst/>
              <a:cxnLst/>
              <a:rect l="l" t="t" r="r" b="b"/>
              <a:pathLst>
                <a:path w="511" h="504" extrusionOk="0">
                  <a:moveTo>
                    <a:pt x="66" y="0"/>
                  </a:moveTo>
                  <a:cubicBezTo>
                    <a:pt x="51" y="0"/>
                    <a:pt x="37" y="7"/>
                    <a:pt x="28" y="21"/>
                  </a:cubicBezTo>
                  <a:cubicBezTo>
                    <a:pt x="0" y="40"/>
                    <a:pt x="0" y="77"/>
                    <a:pt x="28" y="105"/>
                  </a:cubicBezTo>
                  <a:lnTo>
                    <a:pt x="408" y="485"/>
                  </a:lnTo>
                  <a:cubicBezTo>
                    <a:pt x="418" y="494"/>
                    <a:pt x="436" y="503"/>
                    <a:pt x="446" y="503"/>
                  </a:cubicBezTo>
                  <a:cubicBezTo>
                    <a:pt x="464" y="503"/>
                    <a:pt x="483" y="494"/>
                    <a:pt x="492" y="485"/>
                  </a:cubicBezTo>
                  <a:cubicBezTo>
                    <a:pt x="510" y="457"/>
                    <a:pt x="510" y="420"/>
                    <a:pt x="492" y="401"/>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3">
              <a:extLst>
                <a:ext uri="{FF2B5EF4-FFF2-40B4-BE49-F238E27FC236}">
                  <a16:creationId xmlns:a16="http://schemas.microsoft.com/office/drawing/2014/main" id="{2A4D96AA-9991-0C8D-FCD1-4CC907523604}"/>
                </a:ext>
              </a:extLst>
            </p:cNvPr>
            <p:cNvSpPr/>
            <p:nvPr/>
          </p:nvSpPr>
          <p:spPr>
            <a:xfrm>
              <a:off x="2241175" y="2381700"/>
              <a:ext cx="19525" cy="19525"/>
            </a:xfrm>
            <a:custGeom>
              <a:avLst/>
              <a:gdLst/>
              <a:ahLst/>
              <a:cxnLst/>
              <a:rect l="l" t="t" r="r" b="b"/>
              <a:pathLst>
                <a:path w="781" h="781" extrusionOk="0">
                  <a:moveTo>
                    <a:pt x="390" y="112"/>
                  </a:moveTo>
                  <a:cubicBezTo>
                    <a:pt x="539" y="112"/>
                    <a:pt x="659" y="233"/>
                    <a:pt x="659" y="391"/>
                  </a:cubicBezTo>
                  <a:cubicBezTo>
                    <a:pt x="659" y="539"/>
                    <a:pt x="539" y="660"/>
                    <a:pt x="390" y="660"/>
                  </a:cubicBezTo>
                  <a:cubicBezTo>
                    <a:pt x="233" y="660"/>
                    <a:pt x="112" y="539"/>
                    <a:pt x="112" y="391"/>
                  </a:cubicBezTo>
                  <a:cubicBezTo>
                    <a:pt x="112" y="233"/>
                    <a:pt x="242" y="112"/>
                    <a:pt x="390" y="112"/>
                  </a:cubicBezTo>
                  <a:close/>
                  <a:moveTo>
                    <a:pt x="390" y="1"/>
                  </a:moveTo>
                  <a:cubicBezTo>
                    <a:pt x="177" y="1"/>
                    <a:pt x="1" y="177"/>
                    <a:pt x="1" y="391"/>
                  </a:cubicBezTo>
                  <a:cubicBezTo>
                    <a:pt x="1" y="604"/>
                    <a:pt x="177" y="780"/>
                    <a:pt x="390" y="780"/>
                  </a:cubicBezTo>
                  <a:cubicBezTo>
                    <a:pt x="604" y="780"/>
                    <a:pt x="780" y="604"/>
                    <a:pt x="780" y="391"/>
                  </a:cubicBezTo>
                  <a:cubicBezTo>
                    <a:pt x="780" y="177"/>
                    <a:pt x="604" y="1"/>
                    <a:pt x="3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3">
              <a:extLst>
                <a:ext uri="{FF2B5EF4-FFF2-40B4-BE49-F238E27FC236}">
                  <a16:creationId xmlns:a16="http://schemas.microsoft.com/office/drawing/2014/main" id="{8C5B0637-D49D-D7E5-0DBC-BDE368CA471D}"/>
                </a:ext>
              </a:extLst>
            </p:cNvPr>
            <p:cNvSpPr/>
            <p:nvPr/>
          </p:nvSpPr>
          <p:spPr>
            <a:xfrm>
              <a:off x="2330000" y="2906075"/>
              <a:ext cx="19525" cy="19500"/>
            </a:xfrm>
            <a:custGeom>
              <a:avLst/>
              <a:gdLst/>
              <a:ahLst/>
              <a:cxnLst/>
              <a:rect l="l" t="t" r="r" b="b"/>
              <a:pathLst>
                <a:path w="781" h="780" extrusionOk="0">
                  <a:moveTo>
                    <a:pt x="390" y="112"/>
                  </a:moveTo>
                  <a:cubicBezTo>
                    <a:pt x="539" y="112"/>
                    <a:pt x="659" y="232"/>
                    <a:pt x="659" y="390"/>
                  </a:cubicBezTo>
                  <a:cubicBezTo>
                    <a:pt x="659" y="539"/>
                    <a:pt x="539" y="659"/>
                    <a:pt x="390" y="659"/>
                  </a:cubicBezTo>
                  <a:cubicBezTo>
                    <a:pt x="233" y="659"/>
                    <a:pt x="112" y="539"/>
                    <a:pt x="112" y="390"/>
                  </a:cubicBezTo>
                  <a:cubicBezTo>
                    <a:pt x="112" y="232"/>
                    <a:pt x="233" y="112"/>
                    <a:pt x="390" y="112"/>
                  </a:cubicBezTo>
                  <a:close/>
                  <a:moveTo>
                    <a:pt x="390" y="0"/>
                  </a:moveTo>
                  <a:cubicBezTo>
                    <a:pt x="168" y="0"/>
                    <a:pt x="1" y="167"/>
                    <a:pt x="1" y="390"/>
                  </a:cubicBezTo>
                  <a:cubicBezTo>
                    <a:pt x="1" y="603"/>
                    <a:pt x="168" y="780"/>
                    <a:pt x="390" y="780"/>
                  </a:cubicBezTo>
                  <a:cubicBezTo>
                    <a:pt x="604" y="780"/>
                    <a:pt x="780" y="603"/>
                    <a:pt x="780" y="390"/>
                  </a:cubicBezTo>
                  <a:cubicBezTo>
                    <a:pt x="780" y="167"/>
                    <a:pt x="604" y="0"/>
                    <a:pt x="3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3">
              <a:extLst>
                <a:ext uri="{FF2B5EF4-FFF2-40B4-BE49-F238E27FC236}">
                  <a16:creationId xmlns:a16="http://schemas.microsoft.com/office/drawing/2014/main" id="{62272FE1-1118-DC50-9519-70473C343F5B}"/>
                </a:ext>
              </a:extLst>
            </p:cNvPr>
            <p:cNvSpPr/>
            <p:nvPr/>
          </p:nvSpPr>
          <p:spPr>
            <a:xfrm>
              <a:off x="2228425" y="3186000"/>
              <a:ext cx="12550" cy="12775"/>
            </a:xfrm>
            <a:custGeom>
              <a:avLst/>
              <a:gdLst/>
              <a:ahLst/>
              <a:cxnLst/>
              <a:rect l="l" t="t" r="r" b="b"/>
              <a:pathLst>
                <a:path w="502" h="511" extrusionOk="0">
                  <a:moveTo>
                    <a:pt x="251" y="121"/>
                  </a:moveTo>
                  <a:cubicBezTo>
                    <a:pt x="325" y="121"/>
                    <a:pt x="390" y="177"/>
                    <a:pt x="390" y="251"/>
                  </a:cubicBezTo>
                  <a:cubicBezTo>
                    <a:pt x="390" y="325"/>
                    <a:pt x="325" y="390"/>
                    <a:pt x="251" y="390"/>
                  </a:cubicBezTo>
                  <a:cubicBezTo>
                    <a:pt x="177" y="390"/>
                    <a:pt x="121" y="334"/>
                    <a:pt x="121" y="251"/>
                  </a:cubicBezTo>
                  <a:cubicBezTo>
                    <a:pt x="121" y="177"/>
                    <a:pt x="177" y="121"/>
                    <a:pt x="251" y="121"/>
                  </a:cubicBezTo>
                  <a:close/>
                  <a:moveTo>
                    <a:pt x="251" y="0"/>
                  </a:moveTo>
                  <a:cubicBezTo>
                    <a:pt x="112" y="0"/>
                    <a:pt x="1" y="112"/>
                    <a:pt x="1" y="251"/>
                  </a:cubicBezTo>
                  <a:cubicBezTo>
                    <a:pt x="1" y="390"/>
                    <a:pt x="112" y="511"/>
                    <a:pt x="251" y="511"/>
                  </a:cubicBezTo>
                  <a:cubicBezTo>
                    <a:pt x="390" y="511"/>
                    <a:pt x="502" y="390"/>
                    <a:pt x="502" y="251"/>
                  </a:cubicBezTo>
                  <a:cubicBezTo>
                    <a:pt x="502" y="112"/>
                    <a:pt x="390" y="0"/>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3">
              <a:extLst>
                <a:ext uri="{FF2B5EF4-FFF2-40B4-BE49-F238E27FC236}">
                  <a16:creationId xmlns:a16="http://schemas.microsoft.com/office/drawing/2014/main" id="{88CD254B-1F43-2BEC-48E4-3E0DD32DFBD8}"/>
                </a:ext>
              </a:extLst>
            </p:cNvPr>
            <p:cNvSpPr/>
            <p:nvPr/>
          </p:nvSpPr>
          <p:spPr>
            <a:xfrm>
              <a:off x="1942250" y="2555875"/>
              <a:ext cx="313575" cy="313575"/>
            </a:xfrm>
            <a:custGeom>
              <a:avLst/>
              <a:gdLst/>
              <a:ahLst/>
              <a:cxnLst/>
              <a:rect l="l" t="t" r="r" b="b"/>
              <a:pathLst>
                <a:path w="12543" h="12543" extrusionOk="0">
                  <a:moveTo>
                    <a:pt x="12496" y="5196"/>
                  </a:moveTo>
                  <a:lnTo>
                    <a:pt x="11995" y="3582"/>
                  </a:lnTo>
                  <a:cubicBezTo>
                    <a:pt x="11949" y="3452"/>
                    <a:pt x="11809" y="3377"/>
                    <a:pt x="11680" y="3424"/>
                  </a:cubicBezTo>
                  <a:lnTo>
                    <a:pt x="10641" y="3748"/>
                  </a:lnTo>
                  <a:cubicBezTo>
                    <a:pt x="10529" y="3786"/>
                    <a:pt x="10418" y="3739"/>
                    <a:pt x="10353" y="3646"/>
                  </a:cubicBezTo>
                  <a:cubicBezTo>
                    <a:pt x="10130" y="3294"/>
                    <a:pt x="9861" y="2988"/>
                    <a:pt x="9564" y="2710"/>
                  </a:cubicBezTo>
                  <a:cubicBezTo>
                    <a:pt x="9481" y="2635"/>
                    <a:pt x="9462" y="2505"/>
                    <a:pt x="9518" y="2413"/>
                  </a:cubicBezTo>
                  <a:lnTo>
                    <a:pt x="10019" y="1439"/>
                  </a:lnTo>
                  <a:cubicBezTo>
                    <a:pt x="10084" y="1318"/>
                    <a:pt x="10028" y="1170"/>
                    <a:pt x="9908" y="1105"/>
                  </a:cubicBezTo>
                  <a:lnTo>
                    <a:pt x="8414" y="325"/>
                  </a:lnTo>
                  <a:cubicBezTo>
                    <a:pt x="8284" y="260"/>
                    <a:pt x="8136" y="307"/>
                    <a:pt x="8071" y="437"/>
                  </a:cubicBezTo>
                  <a:lnTo>
                    <a:pt x="7570" y="1402"/>
                  </a:lnTo>
                  <a:cubicBezTo>
                    <a:pt x="7524" y="1504"/>
                    <a:pt x="7412" y="1550"/>
                    <a:pt x="7301" y="1531"/>
                  </a:cubicBezTo>
                  <a:cubicBezTo>
                    <a:pt x="6902" y="1448"/>
                    <a:pt x="6494" y="1411"/>
                    <a:pt x="6076" y="1420"/>
                  </a:cubicBezTo>
                  <a:cubicBezTo>
                    <a:pt x="5965" y="1429"/>
                    <a:pt x="5863" y="1355"/>
                    <a:pt x="5835" y="1253"/>
                  </a:cubicBezTo>
                  <a:lnTo>
                    <a:pt x="5501" y="214"/>
                  </a:lnTo>
                  <a:cubicBezTo>
                    <a:pt x="5464" y="75"/>
                    <a:pt x="5325" y="1"/>
                    <a:pt x="5186" y="47"/>
                  </a:cubicBezTo>
                  <a:lnTo>
                    <a:pt x="3581" y="557"/>
                  </a:lnTo>
                  <a:cubicBezTo>
                    <a:pt x="3451" y="594"/>
                    <a:pt x="3377" y="734"/>
                    <a:pt x="3414" y="873"/>
                  </a:cubicBezTo>
                  <a:lnTo>
                    <a:pt x="3748" y="1912"/>
                  </a:lnTo>
                  <a:cubicBezTo>
                    <a:pt x="3776" y="2014"/>
                    <a:pt x="3739" y="2134"/>
                    <a:pt x="3646" y="2190"/>
                  </a:cubicBezTo>
                  <a:cubicBezTo>
                    <a:pt x="3293" y="2422"/>
                    <a:pt x="2978" y="2682"/>
                    <a:pt x="2700" y="2979"/>
                  </a:cubicBezTo>
                  <a:cubicBezTo>
                    <a:pt x="2625" y="3062"/>
                    <a:pt x="2505" y="3081"/>
                    <a:pt x="2403" y="3034"/>
                  </a:cubicBezTo>
                  <a:lnTo>
                    <a:pt x="1438" y="2533"/>
                  </a:lnTo>
                  <a:cubicBezTo>
                    <a:pt x="1317" y="2468"/>
                    <a:pt x="1169" y="2515"/>
                    <a:pt x="1104" y="2635"/>
                  </a:cubicBezTo>
                  <a:lnTo>
                    <a:pt x="325" y="4138"/>
                  </a:lnTo>
                  <a:cubicBezTo>
                    <a:pt x="260" y="4259"/>
                    <a:pt x="306" y="4407"/>
                    <a:pt x="427" y="4472"/>
                  </a:cubicBezTo>
                  <a:lnTo>
                    <a:pt x="1401" y="4973"/>
                  </a:lnTo>
                  <a:cubicBezTo>
                    <a:pt x="1494" y="5029"/>
                    <a:pt x="1549" y="5140"/>
                    <a:pt x="1531" y="5251"/>
                  </a:cubicBezTo>
                  <a:cubicBezTo>
                    <a:pt x="1438" y="5641"/>
                    <a:pt x="1401" y="6058"/>
                    <a:pt x="1419" y="6467"/>
                  </a:cubicBezTo>
                  <a:cubicBezTo>
                    <a:pt x="1429" y="6578"/>
                    <a:pt x="1355" y="6680"/>
                    <a:pt x="1243" y="6717"/>
                  </a:cubicBezTo>
                  <a:lnTo>
                    <a:pt x="204" y="7042"/>
                  </a:lnTo>
                  <a:cubicBezTo>
                    <a:pt x="74" y="7088"/>
                    <a:pt x="0" y="7227"/>
                    <a:pt x="47" y="7357"/>
                  </a:cubicBezTo>
                  <a:lnTo>
                    <a:pt x="557" y="8971"/>
                  </a:lnTo>
                  <a:cubicBezTo>
                    <a:pt x="594" y="9101"/>
                    <a:pt x="733" y="9175"/>
                    <a:pt x="863" y="9129"/>
                  </a:cubicBezTo>
                  <a:lnTo>
                    <a:pt x="1902" y="8804"/>
                  </a:lnTo>
                  <a:cubicBezTo>
                    <a:pt x="2013" y="8767"/>
                    <a:pt x="2134" y="8804"/>
                    <a:pt x="2189" y="8906"/>
                  </a:cubicBezTo>
                  <a:cubicBezTo>
                    <a:pt x="2412" y="9250"/>
                    <a:pt x="2681" y="9565"/>
                    <a:pt x="2978" y="9843"/>
                  </a:cubicBezTo>
                  <a:cubicBezTo>
                    <a:pt x="3061" y="9917"/>
                    <a:pt x="3080" y="10038"/>
                    <a:pt x="3034" y="10140"/>
                  </a:cubicBezTo>
                  <a:lnTo>
                    <a:pt x="2523" y="11105"/>
                  </a:lnTo>
                  <a:cubicBezTo>
                    <a:pt x="2468" y="11225"/>
                    <a:pt x="2514" y="11383"/>
                    <a:pt x="2635" y="11448"/>
                  </a:cubicBezTo>
                  <a:lnTo>
                    <a:pt x="4128" y="12227"/>
                  </a:lnTo>
                  <a:cubicBezTo>
                    <a:pt x="4258" y="12283"/>
                    <a:pt x="4407" y="12237"/>
                    <a:pt x="4472" y="12116"/>
                  </a:cubicBezTo>
                  <a:lnTo>
                    <a:pt x="4972" y="11151"/>
                  </a:lnTo>
                  <a:cubicBezTo>
                    <a:pt x="5028" y="11049"/>
                    <a:pt x="5139" y="10994"/>
                    <a:pt x="5241" y="11021"/>
                  </a:cubicBezTo>
                  <a:cubicBezTo>
                    <a:pt x="5640" y="11105"/>
                    <a:pt x="6049" y="11142"/>
                    <a:pt x="6466" y="11123"/>
                  </a:cubicBezTo>
                  <a:cubicBezTo>
                    <a:pt x="6577" y="11123"/>
                    <a:pt x="6679" y="11198"/>
                    <a:pt x="6716" y="11300"/>
                  </a:cubicBezTo>
                  <a:lnTo>
                    <a:pt x="7041" y="12339"/>
                  </a:lnTo>
                  <a:cubicBezTo>
                    <a:pt x="7078" y="12469"/>
                    <a:pt x="7227" y="12543"/>
                    <a:pt x="7357" y="12506"/>
                  </a:cubicBezTo>
                  <a:lnTo>
                    <a:pt x="8961" y="11995"/>
                  </a:lnTo>
                  <a:cubicBezTo>
                    <a:pt x="9101" y="11949"/>
                    <a:pt x="9166" y="11810"/>
                    <a:pt x="9128" y="11680"/>
                  </a:cubicBezTo>
                  <a:lnTo>
                    <a:pt x="8804" y="10641"/>
                  </a:lnTo>
                  <a:cubicBezTo>
                    <a:pt x="8767" y="10539"/>
                    <a:pt x="8804" y="10418"/>
                    <a:pt x="8896" y="10353"/>
                  </a:cubicBezTo>
                  <a:cubicBezTo>
                    <a:pt x="9249" y="10131"/>
                    <a:pt x="9564" y="9871"/>
                    <a:pt x="9843" y="9565"/>
                  </a:cubicBezTo>
                  <a:cubicBezTo>
                    <a:pt x="9917" y="9481"/>
                    <a:pt x="10038" y="9463"/>
                    <a:pt x="10140" y="9519"/>
                  </a:cubicBezTo>
                  <a:lnTo>
                    <a:pt x="11104" y="10020"/>
                  </a:lnTo>
                  <a:cubicBezTo>
                    <a:pt x="11225" y="10084"/>
                    <a:pt x="11373" y="10038"/>
                    <a:pt x="11438" y="9917"/>
                  </a:cubicBezTo>
                  <a:lnTo>
                    <a:pt x="12218" y="8415"/>
                  </a:lnTo>
                  <a:cubicBezTo>
                    <a:pt x="12282" y="8294"/>
                    <a:pt x="12236" y="8136"/>
                    <a:pt x="12116" y="8081"/>
                  </a:cubicBezTo>
                  <a:lnTo>
                    <a:pt x="11141" y="7570"/>
                  </a:lnTo>
                  <a:cubicBezTo>
                    <a:pt x="11049" y="7524"/>
                    <a:pt x="10993" y="7413"/>
                    <a:pt x="11012" y="7301"/>
                  </a:cubicBezTo>
                  <a:cubicBezTo>
                    <a:pt x="11104" y="6903"/>
                    <a:pt x="11141" y="6494"/>
                    <a:pt x="11123" y="6077"/>
                  </a:cubicBezTo>
                  <a:cubicBezTo>
                    <a:pt x="11114" y="5966"/>
                    <a:pt x="11188" y="5873"/>
                    <a:pt x="11299" y="5836"/>
                  </a:cubicBezTo>
                  <a:lnTo>
                    <a:pt x="12338" y="5511"/>
                  </a:lnTo>
                  <a:cubicBezTo>
                    <a:pt x="12468" y="5465"/>
                    <a:pt x="12542" y="5326"/>
                    <a:pt x="12496" y="5196"/>
                  </a:cubicBezTo>
                  <a:close/>
                  <a:moveTo>
                    <a:pt x="7088" y="8869"/>
                  </a:moveTo>
                  <a:cubicBezTo>
                    <a:pt x="5371" y="9361"/>
                    <a:pt x="3637" y="8211"/>
                    <a:pt x="3423" y="6439"/>
                  </a:cubicBezTo>
                  <a:cubicBezTo>
                    <a:pt x="3247" y="5047"/>
                    <a:pt x="4138" y="3711"/>
                    <a:pt x="5483" y="3331"/>
                  </a:cubicBezTo>
                  <a:cubicBezTo>
                    <a:pt x="7199" y="2839"/>
                    <a:pt x="8934" y="3990"/>
                    <a:pt x="9147" y="5752"/>
                  </a:cubicBezTo>
                  <a:cubicBezTo>
                    <a:pt x="9314" y="7144"/>
                    <a:pt x="8433" y="8480"/>
                    <a:pt x="7088" y="886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3">
              <a:extLst>
                <a:ext uri="{FF2B5EF4-FFF2-40B4-BE49-F238E27FC236}">
                  <a16:creationId xmlns:a16="http://schemas.microsoft.com/office/drawing/2014/main" id="{D5898AB2-0438-D9A3-20CD-E7C07B8C617F}"/>
                </a:ext>
              </a:extLst>
            </p:cNvPr>
            <p:cNvSpPr/>
            <p:nvPr/>
          </p:nvSpPr>
          <p:spPr>
            <a:xfrm>
              <a:off x="1942250" y="2548100"/>
              <a:ext cx="313575" cy="312075"/>
            </a:xfrm>
            <a:custGeom>
              <a:avLst/>
              <a:gdLst/>
              <a:ahLst/>
              <a:cxnLst/>
              <a:rect l="l" t="t" r="r" b="b"/>
              <a:pathLst>
                <a:path w="12543" h="12483" extrusionOk="0">
                  <a:moveTo>
                    <a:pt x="6281" y="3179"/>
                  </a:moveTo>
                  <a:cubicBezTo>
                    <a:pt x="7703" y="3179"/>
                    <a:pt x="8967" y="4225"/>
                    <a:pt x="9147" y="5720"/>
                  </a:cubicBezTo>
                  <a:cubicBezTo>
                    <a:pt x="9314" y="7112"/>
                    <a:pt x="8433" y="8447"/>
                    <a:pt x="7088" y="8837"/>
                  </a:cubicBezTo>
                  <a:cubicBezTo>
                    <a:pt x="6820" y="8912"/>
                    <a:pt x="6552" y="8948"/>
                    <a:pt x="6289" y="8948"/>
                  </a:cubicBezTo>
                  <a:cubicBezTo>
                    <a:pt x="4867" y="8948"/>
                    <a:pt x="3603" y="7902"/>
                    <a:pt x="3423" y="6406"/>
                  </a:cubicBezTo>
                  <a:cubicBezTo>
                    <a:pt x="3247" y="5015"/>
                    <a:pt x="4138" y="3679"/>
                    <a:pt x="5483" y="3290"/>
                  </a:cubicBezTo>
                  <a:cubicBezTo>
                    <a:pt x="5750" y="3214"/>
                    <a:pt x="6019" y="3179"/>
                    <a:pt x="6281" y="3179"/>
                  </a:cubicBezTo>
                  <a:close/>
                  <a:moveTo>
                    <a:pt x="5270" y="1"/>
                  </a:moveTo>
                  <a:cubicBezTo>
                    <a:pt x="5242" y="1"/>
                    <a:pt x="5214" y="5"/>
                    <a:pt x="5186" y="15"/>
                  </a:cubicBezTo>
                  <a:lnTo>
                    <a:pt x="3581" y="525"/>
                  </a:lnTo>
                  <a:cubicBezTo>
                    <a:pt x="3451" y="562"/>
                    <a:pt x="3377" y="701"/>
                    <a:pt x="3414" y="840"/>
                  </a:cubicBezTo>
                  <a:lnTo>
                    <a:pt x="3748" y="1879"/>
                  </a:lnTo>
                  <a:cubicBezTo>
                    <a:pt x="3776" y="1982"/>
                    <a:pt x="3739" y="2102"/>
                    <a:pt x="3646" y="2158"/>
                  </a:cubicBezTo>
                  <a:cubicBezTo>
                    <a:pt x="3293" y="2380"/>
                    <a:pt x="2978" y="2649"/>
                    <a:pt x="2700" y="2946"/>
                  </a:cubicBezTo>
                  <a:cubicBezTo>
                    <a:pt x="2652" y="3000"/>
                    <a:pt x="2585" y="3027"/>
                    <a:pt x="2516" y="3027"/>
                  </a:cubicBezTo>
                  <a:cubicBezTo>
                    <a:pt x="2478" y="3027"/>
                    <a:pt x="2439" y="3019"/>
                    <a:pt x="2403" y="3002"/>
                  </a:cubicBezTo>
                  <a:lnTo>
                    <a:pt x="1438" y="2501"/>
                  </a:lnTo>
                  <a:cubicBezTo>
                    <a:pt x="1401" y="2481"/>
                    <a:pt x="1361" y="2472"/>
                    <a:pt x="1322" y="2472"/>
                  </a:cubicBezTo>
                  <a:cubicBezTo>
                    <a:pt x="1234" y="2472"/>
                    <a:pt x="1149" y="2520"/>
                    <a:pt x="1104" y="2603"/>
                  </a:cubicBezTo>
                  <a:lnTo>
                    <a:pt x="325" y="4106"/>
                  </a:lnTo>
                  <a:cubicBezTo>
                    <a:pt x="260" y="4226"/>
                    <a:pt x="306" y="4375"/>
                    <a:pt x="427" y="4440"/>
                  </a:cubicBezTo>
                  <a:lnTo>
                    <a:pt x="1401" y="4941"/>
                  </a:lnTo>
                  <a:cubicBezTo>
                    <a:pt x="1494" y="4996"/>
                    <a:pt x="1549" y="5108"/>
                    <a:pt x="1531" y="5210"/>
                  </a:cubicBezTo>
                  <a:cubicBezTo>
                    <a:pt x="1438" y="5609"/>
                    <a:pt x="1401" y="6026"/>
                    <a:pt x="1419" y="6434"/>
                  </a:cubicBezTo>
                  <a:cubicBezTo>
                    <a:pt x="1429" y="6546"/>
                    <a:pt x="1355" y="6648"/>
                    <a:pt x="1243" y="6685"/>
                  </a:cubicBezTo>
                  <a:lnTo>
                    <a:pt x="204" y="7009"/>
                  </a:lnTo>
                  <a:cubicBezTo>
                    <a:pt x="74" y="7056"/>
                    <a:pt x="0" y="7195"/>
                    <a:pt x="47" y="7325"/>
                  </a:cubicBezTo>
                  <a:lnTo>
                    <a:pt x="557" y="8930"/>
                  </a:lnTo>
                  <a:cubicBezTo>
                    <a:pt x="587" y="9043"/>
                    <a:pt x="685" y="9107"/>
                    <a:pt x="790" y="9107"/>
                  </a:cubicBezTo>
                  <a:cubicBezTo>
                    <a:pt x="814" y="9107"/>
                    <a:pt x="839" y="9104"/>
                    <a:pt x="863" y="9097"/>
                  </a:cubicBezTo>
                  <a:lnTo>
                    <a:pt x="1902" y="8772"/>
                  </a:lnTo>
                  <a:cubicBezTo>
                    <a:pt x="1931" y="8762"/>
                    <a:pt x="1960" y="8758"/>
                    <a:pt x="1989" y="8758"/>
                  </a:cubicBezTo>
                  <a:cubicBezTo>
                    <a:pt x="2071" y="8758"/>
                    <a:pt x="2148" y="8796"/>
                    <a:pt x="2189" y="8865"/>
                  </a:cubicBezTo>
                  <a:cubicBezTo>
                    <a:pt x="2412" y="9217"/>
                    <a:pt x="2681" y="9533"/>
                    <a:pt x="2978" y="9811"/>
                  </a:cubicBezTo>
                  <a:cubicBezTo>
                    <a:pt x="3061" y="9885"/>
                    <a:pt x="3080" y="10006"/>
                    <a:pt x="3034" y="10108"/>
                  </a:cubicBezTo>
                  <a:lnTo>
                    <a:pt x="2523" y="11073"/>
                  </a:lnTo>
                  <a:cubicBezTo>
                    <a:pt x="2468" y="11193"/>
                    <a:pt x="2514" y="11351"/>
                    <a:pt x="2635" y="11407"/>
                  </a:cubicBezTo>
                  <a:lnTo>
                    <a:pt x="4128" y="12186"/>
                  </a:lnTo>
                  <a:cubicBezTo>
                    <a:pt x="4168" y="12206"/>
                    <a:pt x="4210" y="12215"/>
                    <a:pt x="4250" y="12215"/>
                  </a:cubicBezTo>
                  <a:cubicBezTo>
                    <a:pt x="4342" y="12215"/>
                    <a:pt x="4427" y="12167"/>
                    <a:pt x="4472" y="12084"/>
                  </a:cubicBezTo>
                  <a:lnTo>
                    <a:pt x="4972" y="11119"/>
                  </a:lnTo>
                  <a:cubicBezTo>
                    <a:pt x="5018" y="11035"/>
                    <a:pt x="5103" y="10982"/>
                    <a:pt x="5188" y="10982"/>
                  </a:cubicBezTo>
                  <a:cubicBezTo>
                    <a:pt x="5206" y="10982"/>
                    <a:pt x="5224" y="10984"/>
                    <a:pt x="5241" y="10989"/>
                  </a:cubicBezTo>
                  <a:cubicBezTo>
                    <a:pt x="5573" y="11059"/>
                    <a:pt x="5911" y="11096"/>
                    <a:pt x="6255" y="11096"/>
                  </a:cubicBezTo>
                  <a:cubicBezTo>
                    <a:pt x="6325" y="11096"/>
                    <a:pt x="6395" y="11094"/>
                    <a:pt x="6466" y="11091"/>
                  </a:cubicBezTo>
                  <a:cubicBezTo>
                    <a:pt x="6577" y="11091"/>
                    <a:pt x="6679" y="11156"/>
                    <a:pt x="6716" y="11267"/>
                  </a:cubicBezTo>
                  <a:lnTo>
                    <a:pt x="7041" y="12306"/>
                  </a:lnTo>
                  <a:cubicBezTo>
                    <a:pt x="7072" y="12414"/>
                    <a:pt x="7178" y="12483"/>
                    <a:pt x="7288" y="12483"/>
                  </a:cubicBezTo>
                  <a:cubicBezTo>
                    <a:pt x="7311" y="12483"/>
                    <a:pt x="7334" y="12480"/>
                    <a:pt x="7357" y="12473"/>
                  </a:cubicBezTo>
                  <a:lnTo>
                    <a:pt x="8961" y="11963"/>
                  </a:lnTo>
                  <a:cubicBezTo>
                    <a:pt x="9101" y="11917"/>
                    <a:pt x="9166" y="11778"/>
                    <a:pt x="9128" y="11648"/>
                  </a:cubicBezTo>
                  <a:lnTo>
                    <a:pt x="8804" y="10609"/>
                  </a:lnTo>
                  <a:cubicBezTo>
                    <a:pt x="8767" y="10497"/>
                    <a:pt x="8804" y="10386"/>
                    <a:pt x="8896" y="10321"/>
                  </a:cubicBezTo>
                  <a:cubicBezTo>
                    <a:pt x="9249" y="10099"/>
                    <a:pt x="9564" y="9830"/>
                    <a:pt x="9843" y="9533"/>
                  </a:cubicBezTo>
                  <a:cubicBezTo>
                    <a:pt x="9888" y="9481"/>
                    <a:pt x="9952" y="9455"/>
                    <a:pt x="10017" y="9455"/>
                  </a:cubicBezTo>
                  <a:cubicBezTo>
                    <a:pt x="10058" y="9455"/>
                    <a:pt x="10100" y="9465"/>
                    <a:pt x="10140" y="9486"/>
                  </a:cubicBezTo>
                  <a:lnTo>
                    <a:pt x="11104" y="9987"/>
                  </a:lnTo>
                  <a:cubicBezTo>
                    <a:pt x="11141" y="10007"/>
                    <a:pt x="11180" y="10016"/>
                    <a:pt x="11219" y="10016"/>
                  </a:cubicBezTo>
                  <a:cubicBezTo>
                    <a:pt x="11307" y="10016"/>
                    <a:pt x="11393" y="9966"/>
                    <a:pt x="11438" y="9876"/>
                  </a:cubicBezTo>
                  <a:lnTo>
                    <a:pt x="12218" y="8382"/>
                  </a:lnTo>
                  <a:cubicBezTo>
                    <a:pt x="12282" y="8262"/>
                    <a:pt x="12236" y="8104"/>
                    <a:pt x="12116" y="8039"/>
                  </a:cubicBezTo>
                  <a:lnTo>
                    <a:pt x="11141" y="7538"/>
                  </a:lnTo>
                  <a:cubicBezTo>
                    <a:pt x="11049" y="7492"/>
                    <a:pt x="10993" y="7381"/>
                    <a:pt x="11012" y="7269"/>
                  </a:cubicBezTo>
                  <a:cubicBezTo>
                    <a:pt x="11104" y="6870"/>
                    <a:pt x="11141" y="6462"/>
                    <a:pt x="11123" y="6045"/>
                  </a:cubicBezTo>
                  <a:cubicBezTo>
                    <a:pt x="11114" y="5933"/>
                    <a:pt x="11188" y="5831"/>
                    <a:pt x="11299" y="5804"/>
                  </a:cubicBezTo>
                  <a:lnTo>
                    <a:pt x="12338" y="5470"/>
                  </a:lnTo>
                  <a:cubicBezTo>
                    <a:pt x="12468" y="5432"/>
                    <a:pt x="12542" y="5293"/>
                    <a:pt x="12496" y="5154"/>
                  </a:cubicBezTo>
                  <a:lnTo>
                    <a:pt x="11995" y="3549"/>
                  </a:lnTo>
                  <a:cubicBezTo>
                    <a:pt x="11957" y="3442"/>
                    <a:pt x="11855" y="3373"/>
                    <a:pt x="11748" y="3373"/>
                  </a:cubicBezTo>
                  <a:cubicBezTo>
                    <a:pt x="11725" y="3373"/>
                    <a:pt x="11702" y="3376"/>
                    <a:pt x="11680" y="3382"/>
                  </a:cubicBezTo>
                  <a:lnTo>
                    <a:pt x="10641" y="3716"/>
                  </a:lnTo>
                  <a:cubicBezTo>
                    <a:pt x="10616" y="3722"/>
                    <a:pt x="10592" y="3725"/>
                    <a:pt x="10568" y="3725"/>
                  </a:cubicBezTo>
                  <a:cubicBezTo>
                    <a:pt x="10483" y="3725"/>
                    <a:pt x="10404" y="3687"/>
                    <a:pt x="10353" y="3614"/>
                  </a:cubicBezTo>
                  <a:cubicBezTo>
                    <a:pt x="10130" y="3262"/>
                    <a:pt x="9861" y="2946"/>
                    <a:pt x="9564" y="2677"/>
                  </a:cubicBezTo>
                  <a:cubicBezTo>
                    <a:pt x="9481" y="2594"/>
                    <a:pt x="9462" y="2473"/>
                    <a:pt x="9518" y="2380"/>
                  </a:cubicBezTo>
                  <a:lnTo>
                    <a:pt x="10019" y="1406"/>
                  </a:lnTo>
                  <a:cubicBezTo>
                    <a:pt x="10084" y="1286"/>
                    <a:pt x="10028" y="1137"/>
                    <a:pt x="9908" y="1072"/>
                  </a:cubicBezTo>
                  <a:lnTo>
                    <a:pt x="8414" y="293"/>
                  </a:lnTo>
                  <a:cubicBezTo>
                    <a:pt x="8374" y="273"/>
                    <a:pt x="8333" y="264"/>
                    <a:pt x="8292" y="264"/>
                  </a:cubicBezTo>
                  <a:cubicBezTo>
                    <a:pt x="8201" y="264"/>
                    <a:pt x="8116" y="312"/>
                    <a:pt x="8071" y="395"/>
                  </a:cubicBezTo>
                  <a:lnTo>
                    <a:pt x="7570" y="1369"/>
                  </a:lnTo>
                  <a:cubicBezTo>
                    <a:pt x="7530" y="1450"/>
                    <a:pt x="7440" y="1503"/>
                    <a:pt x="7344" y="1503"/>
                  </a:cubicBezTo>
                  <a:cubicBezTo>
                    <a:pt x="7330" y="1503"/>
                    <a:pt x="7315" y="1502"/>
                    <a:pt x="7301" y="1499"/>
                  </a:cubicBezTo>
                  <a:cubicBezTo>
                    <a:pt x="6950" y="1417"/>
                    <a:pt x="6591" y="1386"/>
                    <a:pt x="6226" y="1386"/>
                  </a:cubicBezTo>
                  <a:cubicBezTo>
                    <a:pt x="6176" y="1386"/>
                    <a:pt x="6126" y="1387"/>
                    <a:pt x="6076" y="1388"/>
                  </a:cubicBezTo>
                  <a:cubicBezTo>
                    <a:pt x="6070" y="1388"/>
                    <a:pt x="6064" y="1389"/>
                    <a:pt x="6058" y="1389"/>
                  </a:cubicBezTo>
                  <a:cubicBezTo>
                    <a:pt x="5954" y="1389"/>
                    <a:pt x="5861" y="1317"/>
                    <a:pt x="5835" y="1212"/>
                  </a:cubicBezTo>
                  <a:lnTo>
                    <a:pt x="5501" y="173"/>
                  </a:lnTo>
                  <a:cubicBezTo>
                    <a:pt x="5472" y="69"/>
                    <a:pt x="5377" y="1"/>
                    <a:pt x="5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3">
              <a:extLst>
                <a:ext uri="{FF2B5EF4-FFF2-40B4-BE49-F238E27FC236}">
                  <a16:creationId xmlns:a16="http://schemas.microsoft.com/office/drawing/2014/main" id="{A6FFC25C-204F-38B3-0E84-EB763EAD773F}"/>
                </a:ext>
              </a:extLst>
            </p:cNvPr>
            <p:cNvSpPr/>
            <p:nvPr/>
          </p:nvSpPr>
          <p:spPr>
            <a:xfrm>
              <a:off x="1942925" y="2533050"/>
              <a:ext cx="313600" cy="311950"/>
            </a:xfrm>
            <a:custGeom>
              <a:avLst/>
              <a:gdLst/>
              <a:ahLst/>
              <a:cxnLst/>
              <a:rect l="l" t="t" r="r" b="b"/>
              <a:pathLst>
                <a:path w="12544" h="12478" extrusionOk="0">
                  <a:moveTo>
                    <a:pt x="6287" y="3341"/>
                  </a:moveTo>
                  <a:cubicBezTo>
                    <a:pt x="7702" y="3341"/>
                    <a:pt x="8968" y="4392"/>
                    <a:pt x="9148" y="5877"/>
                  </a:cubicBezTo>
                  <a:cubicBezTo>
                    <a:pt x="9315" y="7268"/>
                    <a:pt x="8433" y="8604"/>
                    <a:pt x="7088" y="8994"/>
                  </a:cubicBezTo>
                  <a:cubicBezTo>
                    <a:pt x="6818" y="9071"/>
                    <a:pt x="6548" y="9108"/>
                    <a:pt x="6283" y="9108"/>
                  </a:cubicBezTo>
                  <a:cubicBezTo>
                    <a:pt x="4864" y="9108"/>
                    <a:pt x="3604" y="8056"/>
                    <a:pt x="3424" y="6563"/>
                  </a:cubicBezTo>
                  <a:cubicBezTo>
                    <a:pt x="3248" y="5172"/>
                    <a:pt x="4138" y="3836"/>
                    <a:pt x="5484" y="3456"/>
                  </a:cubicBezTo>
                  <a:cubicBezTo>
                    <a:pt x="5752" y="3378"/>
                    <a:pt x="6022" y="3341"/>
                    <a:pt x="6287" y="3341"/>
                  </a:cubicBezTo>
                  <a:close/>
                  <a:moveTo>
                    <a:pt x="5271" y="0"/>
                  </a:moveTo>
                  <a:cubicBezTo>
                    <a:pt x="5243" y="0"/>
                    <a:pt x="5215" y="4"/>
                    <a:pt x="5187" y="14"/>
                  </a:cubicBezTo>
                  <a:lnTo>
                    <a:pt x="3582" y="524"/>
                  </a:lnTo>
                  <a:cubicBezTo>
                    <a:pt x="3452" y="561"/>
                    <a:pt x="3378" y="700"/>
                    <a:pt x="3415" y="840"/>
                  </a:cubicBezTo>
                  <a:lnTo>
                    <a:pt x="3749" y="1879"/>
                  </a:lnTo>
                  <a:cubicBezTo>
                    <a:pt x="3777" y="1981"/>
                    <a:pt x="3739" y="2101"/>
                    <a:pt x="3647" y="2157"/>
                  </a:cubicBezTo>
                  <a:cubicBezTo>
                    <a:pt x="3294" y="2379"/>
                    <a:pt x="2979" y="2648"/>
                    <a:pt x="2700" y="2945"/>
                  </a:cubicBezTo>
                  <a:cubicBezTo>
                    <a:pt x="2653" y="2999"/>
                    <a:pt x="2586" y="3026"/>
                    <a:pt x="2517" y="3026"/>
                  </a:cubicBezTo>
                  <a:cubicBezTo>
                    <a:pt x="2479" y="3026"/>
                    <a:pt x="2440" y="3018"/>
                    <a:pt x="2404" y="3001"/>
                  </a:cubicBezTo>
                  <a:lnTo>
                    <a:pt x="1439" y="2500"/>
                  </a:lnTo>
                  <a:cubicBezTo>
                    <a:pt x="1402" y="2480"/>
                    <a:pt x="1362" y="2471"/>
                    <a:pt x="1323" y="2471"/>
                  </a:cubicBezTo>
                  <a:cubicBezTo>
                    <a:pt x="1235" y="2471"/>
                    <a:pt x="1150" y="2519"/>
                    <a:pt x="1105" y="2602"/>
                  </a:cubicBezTo>
                  <a:lnTo>
                    <a:pt x="326" y="4096"/>
                  </a:lnTo>
                  <a:cubicBezTo>
                    <a:pt x="261" y="4225"/>
                    <a:pt x="307" y="4374"/>
                    <a:pt x="428" y="4439"/>
                  </a:cubicBezTo>
                  <a:lnTo>
                    <a:pt x="1402" y="4940"/>
                  </a:lnTo>
                  <a:cubicBezTo>
                    <a:pt x="1495" y="4995"/>
                    <a:pt x="1550" y="5107"/>
                    <a:pt x="1532" y="5209"/>
                  </a:cubicBezTo>
                  <a:cubicBezTo>
                    <a:pt x="1439" y="5608"/>
                    <a:pt x="1402" y="6016"/>
                    <a:pt x="1420" y="6433"/>
                  </a:cubicBezTo>
                  <a:cubicBezTo>
                    <a:pt x="1430" y="6545"/>
                    <a:pt x="1355" y="6647"/>
                    <a:pt x="1244" y="6684"/>
                  </a:cubicBezTo>
                  <a:lnTo>
                    <a:pt x="205" y="7008"/>
                  </a:lnTo>
                  <a:cubicBezTo>
                    <a:pt x="75" y="7046"/>
                    <a:pt x="1" y="7194"/>
                    <a:pt x="47" y="7324"/>
                  </a:cubicBezTo>
                  <a:lnTo>
                    <a:pt x="558" y="8929"/>
                  </a:lnTo>
                  <a:cubicBezTo>
                    <a:pt x="588" y="9042"/>
                    <a:pt x="685" y="9106"/>
                    <a:pt x="791" y="9106"/>
                  </a:cubicBezTo>
                  <a:cubicBezTo>
                    <a:pt x="815" y="9106"/>
                    <a:pt x="839" y="9103"/>
                    <a:pt x="864" y="9096"/>
                  </a:cubicBezTo>
                  <a:lnTo>
                    <a:pt x="1903" y="8771"/>
                  </a:lnTo>
                  <a:cubicBezTo>
                    <a:pt x="1931" y="8761"/>
                    <a:pt x="1961" y="8757"/>
                    <a:pt x="1990" y="8757"/>
                  </a:cubicBezTo>
                  <a:cubicBezTo>
                    <a:pt x="2072" y="8757"/>
                    <a:pt x="2149" y="8795"/>
                    <a:pt x="2190" y="8864"/>
                  </a:cubicBezTo>
                  <a:cubicBezTo>
                    <a:pt x="2413" y="9216"/>
                    <a:pt x="2682" y="9532"/>
                    <a:pt x="2979" y="9810"/>
                  </a:cubicBezTo>
                  <a:cubicBezTo>
                    <a:pt x="3062" y="9884"/>
                    <a:pt x="3081" y="10005"/>
                    <a:pt x="3034" y="10107"/>
                  </a:cubicBezTo>
                  <a:lnTo>
                    <a:pt x="2524" y="11072"/>
                  </a:lnTo>
                  <a:cubicBezTo>
                    <a:pt x="2469" y="11192"/>
                    <a:pt x="2515" y="11341"/>
                    <a:pt x="2636" y="11406"/>
                  </a:cubicBezTo>
                  <a:lnTo>
                    <a:pt x="4129" y="12185"/>
                  </a:lnTo>
                  <a:cubicBezTo>
                    <a:pt x="4169" y="12205"/>
                    <a:pt x="4211" y="12214"/>
                    <a:pt x="4251" y="12214"/>
                  </a:cubicBezTo>
                  <a:cubicBezTo>
                    <a:pt x="4342" y="12214"/>
                    <a:pt x="4427" y="12166"/>
                    <a:pt x="4472" y="12083"/>
                  </a:cubicBezTo>
                  <a:lnTo>
                    <a:pt x="4973" y="11109"/>
                  </a:lnTo>
                  <a:cubicBezTo>
                    <a:pt x="5022" y="11028"/>
                    <a:pt x="5112" y="10975"/>
                    <a:pt x="5202" y="10975"/>
                  </a:cubicBezTo>
                  <a:cubicBezTo>
                    <a:pt x="5216" y="10975"/>
                    <a:pt x="5229" y="10976"/>
                    <a:pt x="5242" y="10979"/>
                  </a:cubicBezTo>
                  <a:cubicBezTo>
                    <a:pt x="5575" y="11056"/>
                    <a:pt x="5914" y="11095"/>
                    <a:pt x="6259" y="11095"/>
                  </a:cubicBezTo>
                  <a:cubicBezTo>
                    <a:pt x="6328" y="11095"/>
                    <a:pt x="6397" y="11093"/>
                    <a:pt x="6467" y="11090"/>
                  </a:cubicBezTo>
                  <a:cubicBezTo>
                    <a:pt x="6473" y="11090"/>
                    <a:pt x="6479" y="11089"/>
                    <a:pt x="6486" y="11089"/>
                  </a:cubicBezTo>
                  <a:cubicBezTo>
                    <a:pt x="6589" y="11089"/>
                    <a:pt x="6682" y="11161"/>
                    <a:pt x="6717" y="11266"/>
                  </a:cubicBezTo>
                  <a:lnTo>
                    <a:pt x="7042" y="12305"/>
                  </a:lnTo>
                  <a:cubicBezTo>
                    <a:pt x="7072" y="12409"/>
                    <a:pt x="7172" y="12477"/>
                    <a:pt x="7277" y="12477"/>
                  </a:cubicBezTo>
                  <a:cubicBezTo>
                    <a:pt x="7304" y="12477"/>
                    <a:pt x="7331" y="12473"/>
                    <a:pt x="7357" y="12463"/>
                  </a:cubicBezTo>
                  <a:lnTo>
                    <a:pt x="8962" y="11962"/>
                  </a:lnTo>
                  <a:cubicBezTo>
                    <a:pt x="9101" y="11916"/>
                    <a:pt x="9166" y="11777"/>
                    <a:pt x="9129" y="11647"/>
                  </a:cubicBezTo>
                  <a:lnTo>
                    <a:pt x="8805" y="10608"/>
                  </a:lnTo>
                  <a:cubicBezTo>
                    <a:pt x="8767" y="10497"/>
                    <a:pt x="8805" y="10385"/>
                    <a:pt x="8897" y="10320"/>
                  </a:cubicBezTo>
                  <a:cubicBezTo>
                    <a:pt x="9250" y="10098"/>
                    <a:pt x="9565" y="9829"/>
                    <a:pt x="9844" y="9532"/>
                  </a:cubicBezTo>
                  <a:cubicBezTo>
                    <a:pt x="9889" y="9480"/>
                    <a:pt x="9953" y="9454"/>
                    <a:pt x="10018" y="9454"/>
                  </a:cubicBezTo>
                  <a:cubicBezTo>
                    <a:pt x="10059" y="9454"/>
                    <a:pt x="10101" y="9464"/>
                    <a:pt x="10140" y="9485"/>
                  </a:cubicBezTo>
                  <a:lnTo>
                    <a:pt x="11105" y="9986"/>
                  </a:lnTo>
                  <a:cubicBezTo>
                    <a:pt x="11142" y="10006"/>
                    <a:pt x="11181" y="10015"/>
                    <a:pt x="11219" y="10015"/>
                  </a:cubicBezTo>
                  <a:cubicBezTo>
                    <a:pt x="11308" y="10015"/>
                    <a:pt x="11394" y="9965"/>
                    <a:pt x="11439" y="9875"/>
                  </a:cubicBezTo>
                  <a:lnTo>
                    <a:pt x="12218" y="8381"/>
                  </a:lnTo>
                  <a:cubicBezTo>
                    <a:pt x="12283" y="8252"/>
                    <a:pt x="12237" y="8103"/>
                    <a:pt x="12116" y="8038"/>
                  </a:cubicBezTo>
                  <a:lnTo>
                    <a:pt x="11142" y="7537"/>
                  </a:lnTo>
                  <a:cubicBezTo>
                    <a:pt x="11050" y="7491"/>
                    <a:pt x="10994" y="7380"/>
                    <a:pt x="11012" y="7268"/>
                  </a:cubicBezTo>
                  <a:cubicBezTo>
                    <a:pt x="11105" y="6869"/>
                    <a:pt x="11142" y="6461"/>
                    <a:pt x="11124" y="6044"/>
                  </a:cubicBezTo>
                  <a:cubicBezTo>
                    <a:pt x="11114" y="5932"/>
                    <a:pt x="11189" y="5830"/>
                    <a:pt x="11300" y="5803"/>
                  </a:cubicBezTo>
                  <a:lnTo>
                    <a:pt x="12339" y="5469"/>
                  </a:lnTo>
                  <a:cubicBezTo>
                    <a:pt x="12469" y="5431"/>
                    <a:pt x="12543" y="5292"/>
                    <a:pt x="12497" y="5153"/>
                  </a:cubicBezTo>
                  <a:lnTo>
                    <a:pt x="11996" y="3548"/>
                  </a:lnTo>
                  <a:cubicBezTo>
                    <a:pt x="11957" y="3441"/>
                    <a:pt x="11856" y="3372"/>
                    <a:pt x="11749" y="3372"/>
                  </a:cubicBezTo>
                  <a:cubicBezTo>
                    <a:pt x="11726" y="3372"/>
                    <a:pt x="11703" y="3375"/>
                    <a:pt x="11680" y="3381"/>
                  </a:cubicBezTo>
                  <a:lnTo>
                    <a:pt x="10641" y="3715"/>
                  </a:lnTo>
                  <a:cubicBezTo>
                    <a:pt x="10617" y="3721"/>
                    <a:pt x="10593" y="3724"/>
                    <a:pt x="10569" y="3724"/>
                  </a:cubicBezTo>
                  <a:cubicBezTo>
                    <a:pt x="10484" y="3724"/>
                    <a:pt x="10405" y="3686"/>
                    <a:pt x="10354" y="3613"/>
                  </a:cubicBezTo>
                  <a:cubicBezTo>
                    <a:pt x="10131" y="3261"/>
                    <a:pt x="9862" y="2945"/>
                    <a:pt x="9565" y="2676"/>
                  </a:cubicBezTo>
                  <a:cubicBezTo>
                    <a:pt x="9482" y="2593"/>
                    <a:pt x="9463" y="2472"/>
                    <a:pt x="9519" y="2379"/>
                  </a:cubicBezTo>
                  <a:lnTo>
                    <a:pt x="10020" y="1405"/>
                  </a:lnTo>
                  <a:cubicBezTo>
                    <a:pt x="10085" y="1285"/>
                    <a:pt x="10029" y="1136"/>
                    <a:pt x="9908" y="1071"/>
                  </a:cubicBezTo>
                  <a:lnTo>
                    <a:pt x="8415" y="292"/>
                  </a:lnTo>
                  <a:cubicBezTo>
                    <a:pt x="8376" y="273"/>
                    <a:pt x="8334" y="263"/>
                    <a:pt x="8295" y="263"/>
                  </a:cubicBezTo>
                  <a:cubicBezTo>
                    <a:pt x="8203" y="263"/>
                    <a:pt x="8117" y="313"/>
                    <a:pt x="8072" y="404"/>
                  </a:cubicBezTo>
                  <a:lnTo>
                    <a:pt x="7571" y="1368"/>
                  </a:lnTo>
                  <a:cubicBezTo>
                    <a:pt x="7530" y="1449"/>
                    <a:pt x="7441" y="1502"/>
                    <a:pt x="7345" y="1502"/>
                  </a:cubicBezTo>
                  <a:cubicBezTo>
                    <a:pt x="7330" y="1502"/>
                    <a:pt x="7316" y="1501"/>
                    <a:pt x="7302" y="1498"/>
                  </a:cubicBezTo>
                  <a:cubicBezTo>
                    <a:pt x="6951" y="1416"/>
                    <a:pt x="6592" y="1385"/>
                    <a:pt x="6227" y="1385"/>
                  </a:cubicBezTo>
                  <a:cubicBezTo>
                    <a:pt x="6177" y="1385"/>
                    <a:pt x="6127" y="1386"/>
                    <a:pt x="6077" y="1387"/>
                  </a:cubicBezTo>
                  <a:cubicBezTo>
                    <a:pt x="6071" y="1387"/>
                    <a:pt x="6065" y="1388"/>
                    <a:pt x="6058" y="1388"/>
                  </a:cubicBezTo>
                  <a:cubicBezTo>
                    <a:pt x="5955" y="1388"/>
                    <a:pt x="5862" y="1316"/>
                    <a:pt x="5836" y="1211"/>
                  </a:cubicBezTo>
                  <a:lnTo>
                    <a:pt x="5502" y="172"/>
                  </a:lnTo>
                  <a:cubicBezTo>
                    <a:pt x="5473" y="68"/>
                    <a:pt x="5378" y="0"/>
                    <a:pt x="52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3">
              <a:extLst>
                <a:ext uri="{FF2B5EF4-FFF2-40B4-BE49-F238E27FC236}">
                  <a16:creationId xmlns:a16="http://schemas.microsoft.com/office/drawing/2014/main" id="{A2ABD821-3187-02DF-8D44-134300EED482}"/>
                </a:ext>
              </a:extLst>
            </p:cNvPr>
            <p:cNvSpPr/>
            <p:nvPr/>
          </p:nvSpPr>
          <p:spPr>
            <a:xfrm>
              <a:off x="1941325" y="2531675"/>
              <a:ext cx="316800" cy="314825"/>
            </a:xfrm>
            <a:custGeom>
              <a:avLst/>
              <a:gdLst/>
              <a:ahLst/>
              <a:cxnLst/>
              <a:rect l="l" t="t" r="r" b="b"/>
              <a:pathLst>
                <a:path w="12672" h="12593" extrusionOk="0">
                  <a:moveTo>
                    <a:pt x="6345" y="3455"/>
                  </a:moveTo>
                  <a:cubicBezTo>
                    <a:pt x="6902" y="3455"/>
                    <a:pt x="7440" y="3613"/>
                    <a:pt x="7904" y="3928"/>
                  </a:cubicBezTo>
                  <a:cubicBezTo>
                    <a:pt x="8600" y="4383"/>
                    <a:pt x="9054" y="5115"/>
                    <a:pt x="9156" y="5941"/>
                  </a:cubicBezTo>
                  <a:cubicBezTo>
                    <a:pt x="9323" y="7305"/>
                    <a:pt x="8451" y="8613"/>
                    <a:pt x="7134" y="8993"/>
                  </a:cubicBezTo>
                  <a:cubicBezTo>
                    <a:pt x="6875" y="9068"/>
                    <a:pt x="6610" y="9105"/>
                    <a:pt x="6347" y="9105"/>
                  </a:cubicBezTo>
                  <a:cubicBezTo>
                    <a:pt x="5799" y="9105"/>
                    <a:pt x="5257" y="8945"/>
                    <a:pt x="4787" y="8631"/>
                  </a:cubicBezTo>
                  <a:cubicBezTo>
                    <a:pt x="4100" y="8177"/>
                    <a:pt x="3646" y="7444"/>
                    <a:pt x="3544" y="6618"/>
                  </a:cubicBezTo>
                  <a:cubicBezTo>
                    <a:pt x="3377" y="5255"/>
                    <a:pt x="4249" y="3937"/>
                    <a:pt x="5566" y="3566"/>
                  </a:cubicBezTo>
                  <a:cubicBezTo>
                    <a:pt x="5826" y="3492"/>
                    <a:pt x="6086" y="3455"/>
                    <a:pt x="6345" y="3455"/>
                  </a:cubicBezTo>
                  <a:close/>
                  <a:moveTo>
                    <a:pt x="6349" y="3339"/>
                  </a:moveTo>
                  <a:cubicBezTo>
                    <a:pt x="6075" y="3339"/>
                    <a:pt x="5799" y="3377"/>
                    <a:pt x="5529" y="3455"/>
                  </a:cubicBezTo>
                  <a:cubicBezTo>
                    <a:pt x="4156" y="3844"/>
                    <a:pt x="3256" y="5208"/>
                    <a:pt x="3423" y="6627"/>
                  </a:cubicBezTo>
                  <a:cubicBezTo>
                    <a:pt x="3534" y="7490"/>
                    <a:pt x="4008" y="8251"/>
                    <a:pt x="4722" y="8733"/>
                  </a:cubicBezTo>
                  <a:cubicBezTo>
                    <a:pt x="5214" y="9049"/>
                    <a:pt x="5770" y="9216"/>
                    <a:pt x="6345" y="9216"/>
                  </a:cubicBezTo>
                  <a:cubicBezTo>
                    <a:pt x="6624" y="9216"/>
                    <a:pt x="6893" y="9179"/>
                    <a:pt x="7162" y="9104"/>
                  </a:cubicBezTo>
                  <a:cubicBezTo>
                    <a:pt x="8535" y="8715"/>
                    <a:pt x="9444" y="7342"/>
                    <a:pt x="9267" y="5932"/>
                  </a:cubicBezTo>
                  <a:cubicBezTo>
                    <a:pt x="9165" y="5069"/>
                    <a:pt x="8692" y="4299"/>
                    <a:pt x="7969" y="3826"/>
                  </a:cubicBezTo>
                  <a:cubicBezTo>
                    <a:pt x="7485" y="3506"/>
                    <a:pt x="6922" y="3339"/>
                    <a:pt x="6349" y="3339"/>
                  </a:cubicBezTo>
                  <a:close/>
                  <a:moveTo>
                    <a:pt x="5334" y="113"/>
                  </a:moveTo>
                  <a:cubicBezTo>
                    <a:pt x="5415" y="113"/>
                    <a:pt x="5488" y="165"/>
                    <a:pt x="5510" y="245"/>
                  </a:cubicBezTo>
                  <a:lnTo>
                    <a:pt x="5844" y="1284"/>
                  </a:lnTo>
                  <a:cubicBezTo>
                    <a:pt x="5881" y="1423"/>
                    <a:pt x="6011" y="1507"/>
                    <a:pt x="6141" y="1507"/>
                  </a:cubicBezTo>
                  <a:cubicBezTo>
                    <a:pt x="6210" y="1504"/>
                    <a:pt x="6279" y="1502"/>
                    <a:pt x="6348" y="1502"/>
                  </a:cubicBezTo>
                  <a:cubicBezTo>
                    <a:pt x="6687" y="1502"/>
                    <a:pt x="7025" y="1539"/>
                    <a:pt x="7356" y="1609"/>
                  </a:cubicBezTo>
                  <a:cubicBezTo>
                    <a:pt x="7377" y="1613"/>
                    <a:pt x="7397" y="1615"/>
                    <a:pt x="7417" y="1615"/>
                  </a:cubicBezTo>
                  <a:cubicBezTo>
                    <a:pt x="7528" y="1615"/>
                    <a:pt x="7636" y="1553"/>
                    <a:pt x="7690" y="1451"/>
                  </a:cubicBezTo>
                  <a:lnTo>
                    <a:pt x="8191" y="477"/>
                  </a:lnTo>
                  <a:cubicBezTo>
                    <a:pt x="8223" y="414"/>
                    <a:pt x="8289" y="377"/>
                    <a:pt x="8357" y="377"/>
                  </a:cubicBezTo>
                  <a:cubicBezTo>
                    <a:pt x="8389" y="377"/>
                    <a:pt x="8421" y="385"/>
                    <a:pt x="8451" y="403"/>
                  </a:cubicBezTo>
                  <a:lnTo>
                    <a:pt x="9945" y="1173"/>
                  </a:lnTo>
                  <a:cubicBezTo>
                    <a:pt x="10047" y="1228"/>
                    <a:pt x="10084" y="1340"/>
                    <a:pt x="10028" y="1433"/>
                  </a:cubicBezTo>
                  <a:lnTo>
                    <a:pt x="9527" y="2407"/>
                  </a:lnTo>
                  <a:cubicBezTo>
                    <a:pt x="9462" y="2527"/>
                    <a:pt x="9490" y="2676"/>
                    <a:pt x="9592" y="2768"/>
                  </a:cubicBezTo>
                  <a:cubicBezTo>
                    <a:pt x="9889" y="3047"/>
                    <a:pt x="10149" y="3353"/>
                    <a:pt x="10371" y="3696"/>
                  </a:cubicBezTo>
                  <a:cubicBezTo>
                    <a:pt x="10429" y="3790"/>
                    <a:pt x="10525" y="3838"/>
                    <a:pt x="10626" y="3838"/>
                  </a:cubicBezTo>
                  <a:cubicBezTo>
                    <a:pt x="10656" y="3838"/>
                    <a:pt x="10685" y="3834"/>
                    <a:pt x="10715" y="3826"/>
                  </a:cubicBezTo>
                  <a:lnTo>
                    <a:pt x="11763" y="3492"/>
                  </a:lnTo>
                  <a:cubicBezTo>
                    <a:pt x="11780" y="3489"/>
                    <a:pt x="11797" y="3486"/>
                    <a:pt x="11814" y="3486"/>
                  </a:cubicBezTo>
                  <a:cubicBezTo>
                    <a:pt x="11843" y="3486"/>
                    <a:pt x="11873" y="3493"/>
                    <a:pt x="11902" y="3511"/>
                  </a:cubicBezTo>
                  <a:cubicBezTo>
                    <a:pt x="11948" y="3529"/>
                    <a:pt x="11986" y="3575"/>
                    <a:pt x="12004" y="3622"/>
                  </a:cubicBezTo>
                  <a:lnTo>
                    <a:pt x="12505" y="5227"/>
                  </a:lnTo>
                  <a:cubicBezTo>
                    <a:pt x="12542" y="5329"/>
                    <a:pt x="12486" y="5440"/>
                    <a:pt x="12384" y="5468"/>
                  </a:cubicBezTo>
                  <a:lnTo>
                    <a:pt x="11345" y="5793"/>
                  </a:lnTo>
                  <a:cubicBezTo>
                    <a:pt x="11206" y="5839"/>
                    <a:pt x="11123" y="5960"/>
                    <a:pt x="11123" y="6099"/>
                  </a:cubicBezTo>
                  <a:cubicBezTo>
                    <a:pt x="11141" y="6507"/>
                    <a:pt x="11104" y="6915"/>
                    <a:pt x="11021" y="7305"/>
                  </a:cubicBezTo>
                  <a:cubicBezTo>
                    <a:pt x="10993" y="7444"/>
                    <a:pt x="11058" y="7583"/>
                    <a:pt x="11178" y="7648"/>
                  </a:cubicBezTo>
                  <a:lnTo>
                    <a:pt x="12153" y="8149"/>
                  </a:lnTo>
                  <a:cubicBezTo>
                    <a:pt x="12245" y="8195"/>
                    <a:pt x="12282" y="8316"/>
                    <a:pt x="12236" y="8409"/>
                  </a:cubicBezTo>
                  <a:lnTo>
                    <a:pt x="11457" y="9902"/>
                  </a:lnTo>
                  <a:cubicBezTo>
                    <a:pt x="11429" y="9949"/>
                    <a:pt x="11392" y="9986"/>
                    <a:pt x="11345" y="10004"/>
                  </a:cubicBezTo>
                  <a:cubicBezTo>
                    <a:pt x="11325" y="10008"/>
                    <a:pt x="11306" y="10010"/>
                    <a:pt x="11288" y="10010"/>
                  </a:cubicBezTo>
                  <a:cubicBezTo>
                    <a:pt x="11256" y="10010"/>
                    <a:pt x="11226" y="10003"/>
                    <a:pt x="11197" y="9986"/>
                  </a:cubicBezTo>
                  <a:lnTo>
                    <a:pt x="10232" y="9485"/>
                  </a:lnTo>
                  <a:cubicBezTo>
                    <a:pt x="10185" y="9461"/>
                    <a:pt x="10135" y="9450"/>
                    <a:pt x="10087" y="9450"/>
                  </a:cubicBezTo>
                  <a:cubicBezTo>
                    <a:pt x="10002" y="9450"/>
                    <a:pt x="9920" y="9485"/>
                    <a:pt x="9861" y="9550"/>
                  </a:cubicBezTo>
                  <a:cubicBezTo>
                    <a:pt x="9583" y="9846"/>
                    <a:pt x="9277" y="10106"/>
                    <a:pt x="8933" y="10329"/>
                  </a:cubicBezTo>
                  <a:cubicBezTo>
                    <a:pt x="8822" y="10403"/>
                    <a:pt x="8767" y="10542"/>
                    <a:pt x="8813" y="10681"/>
                  </a:cubicBezTo>
                  <a:lnTo>
                    <a:pt x="9138" y="11720"/>
                  </a:lnTo>
                  <a:cubicBezTo>
                    <a:pt x="9165" y="11813"/>
                    <a:pt x="9110" y="11924"/>
                    <a:pt x="9008" y="11952"/>
                  </a:cubicBezTo>
                  <a:lnTo>
                    <a:pt x="7403" y="12462"/>
                  </a:lnTo>
                  <a:cubicBezTo>
                    <a:pt x="7381" y="12470"/>
                    <a:pt x="7359" y="12474"/>
                    <a:pt x="7338" y="12474"/>
                  </a:cubicBezTo>
                  <a:cubicBezTo>
                    <a:pt x="7258" y="12474"/>
                    <a:pt x="7184" y="12422"/>
                    <a:pt x="7162" y="12342"/>
                  </a:cubicBezTo>
                  <a:lnTo>
                    <a:pt x="6837" y="11303"/>
                  </a:lnTo>
                  <a:cubicBezTo>
                    <a:pt x="6791" y="11173"/>
                    <a:pt x="6670" y="11090"/>
                    <a:pt x="6540" y="11090"/>
                  </a:cubicBezTo>
                  <a:lnTo>
                    <a:pt x="6531" y="11090"/>
                  </a:lnTo>
                  <a:cubicBezTo>
                    <a:pt x="6463" y="11093"/>
                    <a:pt x="6395" y="11094"/>
                    <a:pt x="6327" y="11094"/>
                  </a:cubicBezTo>
                  <a:cubicBezTo>
                    <a:pt x="5987" y="11094"/>
                    <a:pt x="5650" y="11056"/>
                    <a:pt x="5325" y="10978"/>
                  </a:cubicBezTo>
                  <a:cubicBezTo>
                    <a:pt x="5304" y="10974"/>
                    <a:pt x="5282" y="10972"/>
                    <a:pt x="5261" y="10972"/>
                  </a:cubicBezTo>
                  <a:cubicBezTo>
                    <a:pt x="5145" y="10972"/>
                    <a:pt x="5038" y="11035"/>
                    <a:pt x="4991" y="11145"/>
                  </a:cubicBezTo>
                  <a:lnTo>
                    <a:pt x="4481" y="12110"/>
                  </a:lnTo>
                  <a:cubicBezTo>
                    <a:pt x="4462" y="12156"/>
                    <a:pt x="4425" y="12193"/>
                    <a:pt x="4369" y="12203"/>
                  </a:cubicBezTo>
                  <a:cubicBezTo>
                    <a:pt x="4352" y="12210"/>
                    <a:pt x="4333" y="12213"/>
                    <a:pt x="4314" y="12213"/>
                  </a:cubicBezTo>
                  <a:cubicBezTo>
                    <a:pt x="4283" y="12213"/>
                    <a:pt x="4253" y="12205"/>
                    <a:pt x="4230" y="12193"/>
                  </a:cubicBezTo>
                  <a:lnTo>
                    <a:pt x="2727" y="11414"/>
                  </a:lnTo>
                  <a:cubicBezTo>
                    <a:pt x="2681" y="11386"/>
                    <a:pt x="2644" y="11349"/>
                    <a:pt x="2635" y="11303"/>
                  </a:cubicBezTo>
                  <a:cubicBezTo>
                    <a:pt x="2616" y="11247"/>
                    <a:pt x="2625" y="11201"/>
                    <a:pt x="2644" y="11154"/>
                  </a:cubicBezTo>
                  <a:lnTo>
                    <a:pt x="3145" y="10190"/>
                  </a:lnTo>
                  <a:cubicBezTo>
                    <a:pt x="3210" y="10060"/>
                    <a:pt x="3191" y="9911"/>
                    <a:pt x="3089" y="9819"/>
                  </a:cubicBezTo>
                  <a:cubicBezTo>
                    <a:pt x="2783" y="9550"/>
                    <a:pt x="2523" y="9234"/>
                    <a:pt x="2310" y="8891"/>
                  </a:cubicBezTo>
                  <a:cubicBezTo>
                    <a:pt x="2254" y="8806"/>
                    <a:pt x="2154" y="8754"/>
                    <a:pt x="2053" y="8754"/>
                  </a:cubicBezTo>
                  <a:cubicBezTo>
                    <a:pt x="2021" y="8754"/>
                    <a:pt x="1989" y="8759"/>
                    <a:pt x="1957" y="8770"/>
                  </a:cubicBezTo>
                  <a:lnTo>
                    <a:pt x="918" y="9095"/>
                  </a:lnTo>
                  <a:cubicBezTo>
                    <a:pt x="898" y="9102"/>
                    <a:pt x="878" y="9106"/>
                    <a:pt x="858" y="9106"/>
                  </a:cubicBezTo>
                  <a:cubicBezTo>
                    <a:pt x="776" y="9106"/>
                    <a:pt x="700" y="9049"/>
                    <a:pt x="677" y="8974"/>
                  </a:cubicBezTo>
                  <a:lnTo>
                    <a:pt x="167" y="7360"/>
                  </a:lnTo>
                  <a:cubicBezTo>
                    <a:pt x="130" y="7258"/>
                    <a:pt x="195" y="7156"/>
                    <a:pt x="288" y="7119"/>
                  </a:cubicBezTo>
                  <a:lnTo>
                    <a:pt x="1327" y="6794"/>
                  </a:lnTo>
                  <a:cubicBezTo>
                    <a:pt x="1466" y="6748"/>
                    <a:pt x="1549" y="6627"/>
                    <a:pt x="1549" y="6488"/>
                  </a:cubicBezTo>
                  <a:cubicBezTo>
                    <a:pt x="1531" y="6080"/>
                    <a:pt x="1568" y="5672"/>
                    <a:pt x="1651" y="5282"/>
                  </a:cubicBezTo>
                  <a:cubicBezTo>
                    <a:pt x="1679" y="5143"/>
                    <a:pt x="1614" y="5004"/>
                    <a:pt x="1494" y="4948"/>
                  </a:cubicBezTo>
                  <a:lnTo>
                    <a:pt x="520" y="4438"/>
                  </a:lnTo>
                  <a:cubicBezTo>
                    <a:pt x="473" y="4420"/>
                    <a:pt x="445" y="4383"/>
                    <a:pt x="427" y="4327"/>
                  </a:cubicBezTo>
                  <a:cubicBezTo>
                    <a:pt x="417" y="4280"/>
                    <a:pt x="417" y="4225"/>
                    <a:pt x="445" y="4178"/>
                  </a:cubicBezTo>
                  <a:lnTo>
                    <a:pt x="1215" y="2685"/>
                  </a:lnTo>
                  <a:cubicBezTo>
                    <a:pt x="1243" y="2639"/>
                    <a:pt x="1280" y="2601"/>
                    <a:pt x="1336" y="2592"/>
                  </a:cubicBezTo>
                  <a:cubicBezTo>
                    <a:pt x="1354" y="2585"/>
                    <a:pt x="1371" y="2582"/>
                    <a:pt x="1389" y="2582"/>
                  </a:cubicBezTo>
                  <a:cubicBezTo>
                    <a:pt x="1418" y="2582"/>
                    <a:pt x="1446" y="2590"/>
                    <a:pt x="1475" y="2601"/>
                  </a:cubicBezTo>
                  <a:lnTo>
                    <a:pt x="2449" y="3102"/>
                  </a:lnTo>
                  <a:cubicBezTo>
                    <a:pt x="2494" y="3126"/>
                    <a:pt x="2542" y="3138"/>
                    <a:pt x="2590" y="3138"/>
                  </a:cubicBezTo>
                  <a:cubicBezTo>
                    <a:pt x="2672" y="3138"/>
                    <a:pt x="2752" y="3105"/>
                    <a:pt x="2811" y="3047"/>
                  </a:cubicBezTo>
                  <a:cubicBezTo>
                    <a:pt x="3089" y="2741"/>
                    <a:pt x="3395" y="2481"/>
                    <a:pt x="3739" y="2258"/>
                  </a:cubicBezTo>
                  <a:cubicBezTo>
                    <a:pt x="3859" y="2184"/>
                    <a:pt x="3906" y="2045"/>
                    <a:pt x="3868" y="1915"/>
                  </a:cubicBezTo>
                  <a:lnTo>
                    <a:pt x="3534" y="876"/>
                  </a:lnTo>
                  <a:cubicBezTo>
                    <a:pt x="3525" y="820"/>
                    <a:pt x="3525" y="774"/>
                    <a:pt x="3553" y="728"/>
                  </a:cubicBezTo>
                  <a:cubicBezTo>
                    <a:pt x="3572" y="681"/>
                    <a:pt x="3609" y="644"/>
                    <a:pt x="3664" y="635"/>
                  </a:cubicBezTo>
                  <a:lnTo>
                    <a:pt x="5269" y="125"/>
                  </a:lnTo>
                  <a:cubicBezTo>
                    <a:pt x="5291" y="117"/>
                    <a:pt x="5313" y="113"/>
                    <a:pt x="5334" y="113"/>
                  </a:cubicBezTo>
                  <a:close/>
                  <a:moveTo>
                    <a:pt x="5330" y="1"/>
                  </a:moveTo>
                  <a:cubicBezTo>
                    <a:pt x="5300" y="1"/>
                    <a:pt x="5270" y="5"/>
                    <a:pt x="5241" y="13"/>
                  </a:cubicBezTo>
                  <a:lnTo>
                    <a:pt x="3627" y="523"/>
                  </a:lnTo>
                  <a:cubicBezTo>
                    <a:pt x="3553" y="551"/>
                    <a:pt x="3488" y="598"/>
                    <a:pt x="3451" y="672"/>
                  </a:cubicBezTo>
                  <a:cubicBezTo>
                    <a:pt x="3405" y="746"/>
                    <a:pt x="3405" y="830"/>
                    <a:pt x="3423" y="913"/>
                  </a:cubicBezTo>
                  <a:lnTo>
                    <a:pt x="3757" y="1952"/>
                  </a:lnTo>
                  <a:cubicBezTo>
                    <a:pt x="3785" y="2036"/>
                    <a:pt x="3748" y="2119"/>
                    <a:pt x="3683" y="2165"/>
                  </a:cubicBezTo>
                  <a:cubicBezTo>
                    <a:pt x="3330" y="2388"/>
                    <a:pt x="3006" y="2657"/>
                    <a:pt x="2727" y="2963"/>
                  </a:cubicBezTo>
                  <a:cubicBezTo>
                    <a:pt x="2693" y="3003"/>
                    <a:pt x="2645" y="3022"/>
                    <a:pt x="2596" y="3022"/>
                  </a:cubicBezTo>
                  <a:cubicBezTo>
                    <a:pt x="2565" y="3022"/>
                    <a:pt x="2533" y="3015"/>
                    <a:pt x="2505" y="3000"/>
                  </a:cubicBezTo>
                  <a:lnTo>
                    <a:pt x="1531" y="2499"/>
                  </a:lnTo>
                  <a:cubicBezTo>
                    <a:pt x="1486" y="2477"/>
                    <a:pt x="1437" y="2465"/>
                    <a:pt x="1390" y="2465"/>
                  </a:cubicBezTo>
                  <a:cubicBezTo>
                    <a:pt x="1359" y="2465"/>
                    <a:pt x="1328" y="2470"/>
                    <a:pt x="1299" y="2481"/>
                  </a:cubicBezTo>
                  <a:cubicBezTo>
                    <a:pt x="1225" y="2499"/>
                    <a:pt x="1160" y="2555"/>
                    <a:pt x="1123" y="2629"/>
                  </a:cubicBezTo>
                  <a:lnTo>
                    <a:pt x="343" y="4132"/>
                  </a:lnTo>
                  <a:cubicBezTo>
                    <a:pt x="306" y="4206"/>
                    <a:pt x="297" y="4290"/>
                    <a:pt x="315" y="4364"/>
                  </a:cubicBezTo>
                  <a:cubicBezTo>
                    <a:pt x="343" y="4447"/>
                    <a:pt x="399" y="4503"/>
                    <a:pt x="473" y="4550"/>
                  </a:cubicBezTo>
                  <a:lnTo>
                    <a:pt x="1438" y="5050"/>
                  </a:lnTo>
                  <a:cubicBezTo>
                    <a:pt x="1512" y="5088"/>
                    <a:pt x="1559" y="5171"/>
                    <a:pt x="1540" y="5255"/>
                  </a:cubicBezTo>
                  <a:cubicBezTo>
                    <a:pt x="1447" y="5663"/>
                    <a:pt x="1410" y="6080"/>
                    <a:pt x="1429" y="6498"/>
                  </a:cubicBezTo>
                  <a:cubicBezTo>
                    <a:pt x="1438" y="6581"/>
                    <a:pt x="1382" y="6655"/>
                    <a:pt x="1299" y="6683"/>
                  </a:cubicBezTo>
                  <a:lnTo>
                    <a:pt x="260" y="7008"/>
                  </a:lnTo>
                  <a:cubicBezTo>
                    <a:pt x="93" y="7063"/>
                    <a:pt x="0" y="7230"/>
                    <a:pt x="56" y="7397"/>
                  </a:cubicBezTo>
                  <a:lnTo>
                    <a:pt x="566" y="9002"/>
                  </a:lnTo>
                  <a:cubicBezTo>
                    <a:pt x="604" y="9138"/>
                    <a:pt x="728" y="9219"/>
                    <a:pt x="863" y="9219"/>
                  </a:cubicBezTo>
                  <a:cubicBezTo>
                    <a:pt x="894" y="9219"/>
                    <a:pt x="925" y="9215"/>
                    <a:pt x="956" y="9206"/>
                  </a:cubicBezTo>
                  <a:lnTo>
                    <a:pt x="1995" y="8882"/>
                  </a:lnTo>
                  <a:cubicBezTo>
                    <a:pt x="2016" y="8875"/>
                    <a:pt x="2037" y="8871"/>
                    <a:pt x="2058" y="8871"/>
                  </a:cubicBezTo>
                  <a:cubicBezTo>
                    <a:pt x="2118" y="8871"/>
                    <a:pt x="2173" y="8901"/>
                    <a:pt x="2208" y="8956"/>
                  </a:cubicBezTo>
                  <a:cubicBezTo>
                    <a:pt x="2431" y="9299"/>
                    <a:pt x="2700" y="9624"/>
                    <a:pt x="3006" y="9902"/>
                  </a:cubicBezTo>
                  <a:cubicBezTo>
                    <a:pt x="3071" y="9958"/>
                    <a:pt x="3080" y="10051"/>
                    <a:pt x="3043" y="10134"/>
                  </a:cubicBezTo>
                  <a:lnTo>
                    <a:pt x="2542" y="11099"/>
                  </a:lnTo>
                  <a:cubicBezTo>
                    <a:pt x="2505" y="11173"/>
                    <a:pt x="2495" y="11257"/>
                    <a:pt x="2523" y="11331"/>
                  </a:cubicBezTo>
                  <a:cubicBezTo>
                    <a:pt x="2542" y="11414"/>
                    <a:pt x="2598" y="11479"/>
                    <a:pt x="2672" y="11516"/>
                  </a:cubicBezTo>
                  <a:lnTo>
                    <a:pt x="4175" y="12296"/>
                  </a:lnTo>
                  <a:cubicBezTo>
                    <a:pt x="4218" y="12317"/>
                    <a:pt x="4265" y="12326"/>
                    <a:pt x="4311" y="12326"/>
                  </a:cubicBezTo>
                  <a:cubicBezTo>
                    <a:pt x="4343" y="12326"/>
                    <a:pt x="4376" y="12322"/>
                    <a:pt x="4406" y="12314"/>
                  </a:cubicBezTo>
                  <a:cubicBezTo>
                    <a:pt x="4490" y="12286"/>
                    <a:pt x="4546" y="12231"/>
                    <a:pt x="4592" y="12156"/>
                  </a:cubicBezTo>
                  <a:lnTo>
                    <a:pt x="5093" y="11192"/>
                  </a:lnTo>
                  <a:cubicBezTo>
                    <a:pt x="5125" y="11128"/>
                    <a:pt x="5190" y="11085"/>
                    <a:pt x="5260" y="11085"/>
                  </a:cubicBezTo>
                  <a:cubicBezTo>
                    <a:pt x="5272" y="11085"/>
                    <a:pt x="5285" y="11087"/>
                    <a:pt x="5297" y="11090"/>
                  </a:cubicBezTo>
                  <a:cubicBezTo>
                    <a:pt x="5637" y="11167"/>
                    <a:pt x="5984" y="11206"/>
                    <a:pt x="6331" y="11206"/>
                  </a:cubicBezTo>
                  <a:cubicBezTo>
                    <a:pt x="6401" y="11206"/>
                    <a:pt x="6471" y="11204"/>
                    <a:pt x="6540" y="11201"/>
                  </a:cubicBezTo>
                  <a:cubicBezTo>
                    <a:pt x="6624" y="11201"/>
                    <a:pt x="6698" y="11257"/>
                    <a:pt x="6726" y="11340"/>
                  </a:cubicBezTo>
                  <a:lnTo>
                    <a:pt x="7050" y="12379"/>
                  </a:lnTo>
                  <a:cubicBezTo>
                    <a:pt x="7097" y="12509"/>
                    <a:pt x="7217" y="12592"/>
                    <a:pt x="7347" y="12592"/>
                  </a:cubicBezTo>
                  <a:cubicBezTo>
                    <a:pt x="7375" y="12592"/>
                    <a:pt x="7403" y="12583"/>
                    <a:pt x="7440" y="12583"/>
                  </a:cubicBezTo>
                  <a:lnTo>
                    <a:pt x="9045" y="12073"/>
                  </a:lnTo>
                  <a:cubicBezTo>
                    <a:pt x="9212" y="12017"/>
                    <a:pt x="9295" y="11850"/>
                    <a:pt x="9249" y="11683"/>
                  </a:cubicBezTo>
                  <a:lnTo>
                    <a:pt x="8924" y="10644"/>
                  </a:lnTo>
                  <a:cubicBezTo>
                    <a:pt x="8896" y="10561"/>
                    <a:pt x="8924" y="10477"/>
                    <a:pt x="8998" y="10431"/>
                  </a:cubicBezTo>
                  <a:cubicBezTo>
                    <a:pt x="9342" y="10208"/>
                    <a:pt x="9666" y="9939"/>
                    <a:pt x="9945" y="9633"/>
                  </a:cubicBezTo>
                  <a:cubicBezTo>
                    <a:pt x="9979" y="9593"/>
                    <a:pt x="10032" y="9570"/>
                    <a:pt x="10085" y="9570"/>
                  </a:cubicBezTo>
                  <a:cubicBezTo>
                    <a:pt x="10117" y="9570"/>
                    <a:pt x="10149" y="9578"/>
                    <a:pt x="10177" y="9596"/>
                  </a:cubicBezTo>
                  <a:lnTo>
                    <a:pt x="11141" y="10097"/>
                  </a:lnTo>
                  <a:cubicBezTo>
                    <a:pt x="11186" y="10119"/>
                    <a:pt x="11235" y="10132"/>
                    <a:pt x="11282" y="10132"/>
                  </a:cubicBezTo>
                  <a:cubicBezTo>
                    <a:pt x="11313" y="10132"/>
                    <a:pt x="11344" y="10126"/>
                    <a:pt x="11373" y="10115"/>
                  </a:cubicBezTo>
                  <a:cubicBezTo>
                    <a:pt x="11457" y="10088"/>
                    <a:pt x="11522" y="10032"/>
                    <a:pt x="11559" y="9967"/>
                  </a:cubicBezTo>
                  <a:lnTo>
                    <a:pt x="12338" y="8464"/>
                  </a:lnTo>
                  <a:cubicBezTo>
                    <a:pt x="12412" y="8316"/>
                    <a:pt x="12357" y="8130"/>
                    <a:pt x="12208" y="8047"/>
                  </a:cubicBezTo>
                  <a:lnTo>
                    <a:pt x="11234" y="7546"/>
                  </a:lnTo>
                  <a:cubicBezTo>
                    <a:pt x="11160" y="7509"/>
                    <a:pt x="11123" y="7416"/>
                    <a:pt x="11141" y="7342"/>
                  </a:cubicBezTo>
                  <a:cubicBezTo>
                    <a:pt x="11225" y="6934"/>
                    <a:pt x="11262" y="6516"/>
                    <a:pt x="11243" y="6099"/>
                  </a:cubicBezTo>
                  <a:cubicBezTo>
                    <a:pt x="11243" y="6015"/>
                    <a:pt x="11299" y="5941"/>
                    <a:pt x="11383" y="5913"/>
                  </a:cubicBezTo>
                  <a:lnTo>
                    <a:pt x="12422" y="5588"/>
                  </a:lnTo>
                  <a:cubicBezTo>
                    <a:pt x="12579" y="5533"/>
                    <a:pt x="12672" y="5357"/>
                    <a:pt x="12616" y="5199"/>
                  </a:cubicBezTo>
                  <a:lnTo>
                    <a:pt x="12115" y="3585"/>
                  </a:lnTo>
                  <a:cubicBezTo>
                    <a:pt x="12088" y="3511"/>
                    <a:pt x="12032" y="3446"/>
                    <a:pt x="11958" y="3408"/>
                  </a:cubicBezTo>
                  <a:cubicBezTo>
                    <a:pt x="11913" y="3386"/>
                    <a:pt x="11864" y="3374"/>
                    <a:pt x="11817" y="3374"/>
                  </a:cubicBezTo>
                  <a:cubicBezTo>
                    <a:pt x="11786" y="3374"/>
                    <a:pt x="11755" y="3379"/>
                    <a:pt x="11726" y="3390"/>
                  </a:cubicBezTo>
                  <a:lnTo>
                    <a:pt x="10687" y="3715"/>
                  </a:lnTo>
                  <a:cubicBezTo>
                    <a:pt x="10668" y="3721"/>
                    <a:pt x="10648" y="3724"/>
                    <a:pt x="10629" y="3724"/>
                  </a:cubicBezTo>
                  <a:cubicBezTo>
                    <a:pt x="10563" y="3724"/>
                    <a:pt x="10500" y="3690"/>
                    <a:pt x="10464" y="3640"/>
                  </a:cubicBezTo>
                  <a:cubicBezTo>
                    <a:pt x="10242" y="3288"/>
                    <a:pt x="9972" y="2972"/>
                    <a:pt x="9666" y="2685"/>
                  </a:cubicBezTo>
                  <a:cubicBezTo>
                    <a:pt x="9611" y="2629"/>
                    <a:pt x="9592" y="2536"/>
                    <a:pt x="9629" y="2462"/>
                  </a:cubicBezTo>
                  <a:lnTo>
                    <a:pt x="10130" y="1488"/>
                  </a:lnTo>
                  <a:cubicBezTo>
                    <a:pt x="10214" y="1340"/>
                    <a:pt x="10158" y="1154"/>
                    <a:pt x="10000" y="1080"/>
                  </a:cubicBezTo>
                  <a:lnTo>
                    <a:pt x="8507" y="301"/>
                  </a:lnTo>
                  <a:cubicBezTo>
                    <a:pt x="8459" y="276"/>
                    <a:pt x="8409" y="264"/>
                    <a:pt x="8361" y="264"/>
                  </a:cubicBezTo>
                  <a:cubicBezTo>
                    <a:pt x="8247" y="264"/>
                    <a:pt x="8141" y="327"/>
                    <a:pt x="8089" y="431"/>
                  </a:cubicBezTo>
                  <a:lnTo>
                    <a:pt x="7588" y="1395"/>
                  </a:lnTo>
                  <a:cubicBezTo>
                    <a:pt x="7549" y="1459"/>
                    <a:pt x="7483" y="1502"/>
                    <a:pt x="7412" y="1502"/>
                  </a:cubicBezTo>
                  <a:cubicBezTo>
                    <a:pt x="7400" y="1502"/>
                    <a:pt x="7387" y="1500"/>
                    <a:pt x="7375" y="1497"/>
                  </a:cubicBezTo>
                  <a:cubicBezTo>
                    <a:pt x="7043" y="1420"/>
                    <a:pt x="6697" y="1382"/>
                    <a:pt x="6350" y="1382"/>
                  </a:cubicBezTo>
                  <a:cubicBezTo>
                    <a:pt x="6280" y="1382"/>
                    <a:pt x="6211" y="1383"/>
                    <a:pt x="6141" y="1386"/>
                  </a:cubicBezTo>
                  <a:cubicBezTo>
                    <a:pt x="6058" y="1386"/>
                    <a:pt x="5974" y="1340"/>
                    <a:pt x="5956" y="1256"/>
                  </a:cubicBezTo>
                  <a:lnTo>
                    <a:pt x="5622" y="217"/>
                  </a:lnTo>
                  <a:cubicBezTo>
                    <a:pt x="5584" y="81"/>
                    <a:pt x="5460" y="1"/>
                    <a:pt x="5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3">
              <a:extLst>
                <a:ext uri="{FF2B5EF4-FFF2-40B4-BE49-F238E27FC236}">
                  <a16:creationId xmlns:a16="http://schemas.microsoft.com/office/drawing/2014/main" id="{9B073175-B130-840A-5A86-B3BFBB763FB0}"/>
                </a:ext>
              </a:extLst>
            </p:cNvPr>
            <p:cNvSpPr/>
            <p:nvPr/>
          </p:nvSpPr>
          <p:spPr>
            <a:xfrm>
              <a:off x="2050775" y="2414100"/>
              <a:ext cx="126425" cy="126275"/>
            </a:xfrm>
            <a:custGeom>
              <a:avLst/>
              <a:gdLst/>
              <a:ahLst/>
              <a:cxnLst/>
              <a:rect l="l" t="t" r="r" b="b"/>
              <a:pathLst>
                <a:path w="5057" h="5051" extrusionOk="0">
                  <a:moveTo>
                    <a:pt x="2540" y="1452"/>
                  </a:moveTo>
                  <a:cubicBezTo>
                    <a:pt x="2602" y="1452"/>
                    <a:pt x="2665" y="1458"/>
                    <a:pt x="2728" y="1469"/>
                  </a:cubicBezTo>
                  <a:cubicBezTo>
                    <a:pt x="3034" y="1534"/>
                    <a:pt x="3303" y="1720"/>
                    <a:pt x="3452" y="1989"/>
                  </a:cubicBezTo>
                  <a:cubicBezTo>
                    <a:pt x="3609" y="2258"/>
                    <a:pt x="3637" y="2583"/>
                    <a:pt x="3535" y="2879"/>
                  </a:cubicBezTo>
                  <a:cubicBezTo>
                    <a:pt x="3382" y="3306"/>
                    <a:pt x="2971" y="3586"/>
                    <a:pt x="2537" y="3586"/>
                  </a:cubicBezTo>
                  <a:cubicBezTo>
                    <a:pt x="2471" y="3586"/>
                    <a:pt x="2405" y="3579"/>
                    <a:pt x="2338" y="3566"/>
                  </a:cubicBezTo>
                  <a:cubicBezTo>
                    <a:pt x="2032" y="3510"/>
                    <a:pt x="1763" y="3325"/>
                    <a:pt x="1606" y="3046"/>
                  </a:cubicBezTo>
                  <a:cubicBezTo>
                    <a:pt x="1448" y="2777"/>
                    <a:pt x="1420" y="2453"/>
                    <a:pt x="1531" y="2156"/>
                  </a:cubicBezTo>
                  <a:cubicBezTo>
                    <a:pt x="1678" y="1733"/>
                    <a:pt x="2095" y="1452"/>
                    <a:pt x="2540" y="1452"/>
                  </a:cubicBezTo>
                  <a:close/>
                  <a:moveTo>
                    <a:pt x="2538" y="1339"/>
                  </a:moveTo>
                  <a:cubicBezTo>
                    <a:pt x="2047" y="1339"/>
                    <a:pt x="1591" y="1647"/>
                    <a:pt x="1420" y="2119"/>
                  </a:cubicBezTo>
                  <a:cubicBezTo>
                    <a:pt x="1299" y="2443"/>
                    <a:pt x="1336" y="2805"/>
                    <a:pt x="1503" y="3111"/>
                  </a:cubicBezTo>
                  <a:cubicBezTo>
                    <a:pt x="1680" y="3408"/>
                    <a:pt x="1977" y="3622"/>
                    <a:pt x="2320" y="3687"/>
                  </a:cubicBezTo>
                  <a:cubicBezTo>
                    <a:pt x="2385" y="3696"/>
                    <a:pt x="2459" y="3705"/>
                    <a:pt x="2533" y="3705"/>
                  </a:cubicBezTo>
                  <a:cubicBezTo>
                    <a:pt x="3016" y="3705"/>
                    <a:pt x="3470" y="3390"/>
                    <a:pt x="3646" y="2917"/>
                  </a:cubicBezTo>
                  <a:cubicBezTo>
                    <a:pt x="3758" y="2592"/>
                    <a:pt x="3730" y="2230"/>
                    <a:pt x="3554" y="1933"/>
                  </a:cubicBezTo>
                  <a:cubicBezTo>
                    <a:pt x="3387" y="1636"/>
                    <a:pt x="3090" y="1423"/>
                    <a:pt x="2747" y="1358"/>
                  </a:cubicBezTo>
                  <a:cubicBezTo>
                    <a:pt x="2677" y="1346"/>
                    <a:pt x="2607" y="1339"/>
                    <a:pt x="2538" y="1339"/>
                  </a:cubicBezTo>
                  <a:close/>
                  <a:moveTo>
                    <a:pt x="2580" y="115"/>
                  </a:moveTo>
                  <a:lnTo>
                    <a:pt x="3229" y="226"/>
                  </a:lnTo>
                  <a:cubicBezTo>
                    <a:pt x="3247" y="226"/>
                    <a:pt x="3266" y="245"/>
                    <a:pt x="3257" y="273"/>
                  </a:cubicBezTo>
                  <a:lnTo>
                    <a:pt x="3192" y="690"/>
                  </a:lnTo>
                  <a:cubicBezTo>
                    <a:pt x="3183" y="755"/>
                    <a:pt x="3220" y="829"/>
                    <a:pt x="3275" y="857"/>
                  </a:cubicBezTo>
                  <a:cubicBezTo>
                    <a:pt x="3424" y="922"/>
                    <a:pt x="3554" y="996"/>
                    <a:pt x="3674" y="1098"/>
                  </a:cubicBezTo>
                  <a:cubicBezTo>
                    <a:pt x="3702" y="1122"/>
                    <a:pt x="3735" y="1133"/>
                    <a:pt x="3767" y="1133"/>
                  </a:cubicBezTo>
                  <a:cubicBezTo>
                    <a:pt x="3799" y="1133"/>
                    <a:pt x="3832" y="1122"/>
                    <a:pt x="3860" y="1098"/>
                  </a:cubicBezTo>
                  <a:lnTo>
                    <a:pt x="4212" y="848"/>
                  </a:lnTo>
                  <a:lnTo>
                    <a:pt x="4240" y="848"/>
                  </a:lnTo>
                  <a:cubicBezTo>
                    <a:pt x="4249" y="848"/>
                    <a:pt x="4259" y="857"/>
                    <a:pt x="4259" y="857"/>
                  </a:cubicBezTo>
                  <a:lnTo>
                    <a:pt x="4648" y="1395"/>
                  </a:lnTo>
                  <a:cubicBezTo>
                    <a:pt x="4658" y="1404"/>
                    <a:pt x="4658" y="1414"/>
                    <a:pt x="4658" y="1423"/>
                  </a:cubicBezTo>
                  <a:cubicBezTo>
                    <a:pt x="4658" y="1432"/>
                    <a:pt x="4648" y="1442"/>
                    <a:pt x="4639" y="1451"/>
                  </a:cubicBezTo>
                  <a:lnTo>
                    <a:pt x="4296" y="1701"/>
                  </a:lnTo>
                  <a:cubicBezTo>
                    <a:pt x="4240" y="1738"/>
                    <a:pt x="4212" y="1813"/>
                    <a:pt x="4240" y="1878"/>
                  </a:cubicBezTo>
                  <a:cubicBezTo>
                    <a:pt x="4296" y="2026"/>
                    <a:pt x="4333" y="2174"/>
                    <a:pt x="4351" y="2332"/>
                  </a:cubicBezTo>
                  <a:cubicBezTo>
                    <a:pt x="4351" y="2397"/>
                    <a:pt x="4407" y="2453"/>
                    <a:pt x="4481" y="2462"/>
                  </a:cubicBezTo>
                  <a:lnTo>
                    <a:pt x="4899" y="2536"/>
                  </a:lnTo>
                  <a:cubicBezTo>
                    <a:pt x="4917" y="2536"/>
                    <a:pt x="4936" y="2555"/>
                    <a:pt x="4927" y="2573"/>
                  </a:cubicBezTo>
                  <a:lnTo>
                    <a:pt x="4825" y="3223"/>
                  </a:lnTo>
                  <a:cubicBezTo>
                    <a:pt x="4825" y="3241"/>
                    <a:pt x="4815" y="3251"/>
                    <a:pt x="4806" y="3251"/>
                  </a:cubicBezTo>
                  <a:cubicBezTo>
                    <a:pt x="4797" y="3260"/>
                    <a:pt x="4787" y="3260"/>
                    <a:pt x="4778" y="3260"/>
                  </a:cubicBezTo>
                  <a:lnTo>
                    <a:pt x="4361" y="3195"/>
                  </a:lnTo>
                  <a:cubicBezTo>
                    <a:pt x="4349" y="3192"/>
                    <a:pt x="4338" y="3190"/>
                    <a:pt x="4326" y="3190"/>
                  </a:cubicBezTo>
                  <a:cubicBezTo>
                    <a:pt x="4271" y="3190"/>
                    <a:pt x="4217" y="3225"/>
                    <a:pt x="4194" y="3278"/>
                  </a:cubicBezTo>
                  <a:cubicBezTo>
                    <a:pt x="4129" y="3418"/>
                    <a:pt x="4045" y="3557"/>
                    <a:pt x="3953" y="3677"/>
                  </a:cubicBezTo>
                  <a:cubicBezTo>
                    <a:pt x="3906" y="3733"/>
                    <a:pt x="3906" y="3807"/>
                    <a:pt x="3953" y="3863"/>
                  </a:cubicBezTo>
                  <a:lnTo>
                    <a:pt x="4194" y="4206"/>
                  </a:lnTo>
                  <a:cubicBezTo>
                    <a:pt x="4212" y="4225"/>
                    <a:pt x="4203" y="4252"/>
                    <a:pt x="4184" y="4262"/>
                  </a:cubicBezTo>
                  <a:lnTo>
                    <a:pt x="3656" y="4651"/>
                  </a:lnTo>
                  <a:cubicBezTo>
                    <a:pt x="3648" y="4655"/>
                    <a:pt x="3639" y="4657"/>
                    <a:pt x="3630" y="4657"/>
                  </a:cubicBezTo>
                  <a:cubicBezTo>
                    <a:pt x="3617" y="4657"/>
                    <a:pt x="3605" y="4653"/>
                    <a:pt x="3600" y="4642"/>
                  </a:cubicBezTo>
                  <a:lnTo>
                    <a:pt x="3350" y="4299"/>
                  </a:lnTo>
                  <a:cubicBezTo>
                    <a:pt x="3324" y="4253"/>
                    <a:pt x="3279" y="4231"/>
                    <a:pt x="3233" y="4231"/>
                  </a:cubicBezTo>
                  <a:cubicBezTo>
                    <a:pt x="3213" y="4231"/>
                    <a:pt x="3193" y="4235"/>
                    <a:pt x="3173" y="4243"/>
                  </a:cubicBezTo>
                  <a:cubicBezTo>
                    <a:pt x="3025" y="4299"/>
                    <a:pt x="2876" y="4336"/>
                    <a:pt x="2719" y="4345"/>
                  </a:cubicBezTo>
                  <a:cubicBezTo>
                    <a:pt x="2654" y="4354"/>
                    <a:pt x="2598" y="4410"/>
                    <a:pt x="2580" y="4475"/>
                  </a:cubicBezTo>
                  <a:lnTo>
                    <a:pt x="2515" y="4902"/>
                  </a:lnTo>
                  <a:cubicBezTo>
                    <a:pt x="2515" y="4911"/>
                    <a:pt x="2505" y="4920"/>
                    <a:pt x="2496" y="4920"/>
                  </a:cubicBezTo>
                  <a:cubicBezTo>
                    <a:pt x="2496" y="4930"/>
                    <a:pt x="2478" y="4930"/>
                    <a:pt x="2468" y="4930"/>
                  </a:cubicBezTo>
                  <a:lnTo>
                    <a:pt x="1819" y="4828"/>
                  </a:lnTo>
                  <a:cubicBezTo>
                    <a:pt x="1810" y="4828"/>
                    <a:pt x="1800" y="4818"/>
                    <a:pt x="1800" y="4809"/>
                  </a:cubicBezTo>
                  <a:cubicBezTo>
                    <a:pt x="1791" y="4800"/>
                    <a:pt x="1791" y="4790"/>
                    <a:pt x="1791" y="4781"/>
                  </a:cubicBezTo>
                  <a:lnTo>
                    <a:pt x="1856" y="4364"/>
                  </a:lnTo>
                  <a:cubicBezTo>
                    <a:pt x="1865" y="4290"/>
                    <a:pt x="1828" y="4225"/>
                    <a:pt x="1772" y="4197"/>
                  </a:cubicBezTo>
                  <a:cubicBezTo>
                    <a:pt x="1624" y="4132"/>
                    <a:pt x="1494" y="4048"/>
                    <a:pt x="1374" y="3956"/>
                  </a:cubicBezTo>
                  <a:cubicBezTo>
                    <a:pt x="1346" y="3928"/>
                    <a:pt x="1309" y="3918"/>
                    <a:pt x="1281" y="3918"/>
                  </a:cubicBezTo>
                  <a:cubicBezTo>
                    <a:pt x="1244" y="3918"/>
                    <a:pt x="1216" y="3928"/>
                    <a:pt x="1188" y="3946"/>
                  </a:cubicBezTo>
                  <a:lnTo>
                    <a:pt x="845" y="4197"/>
                  </a:lnTo>
                  <a:cubicBezTo>
                    <a:pt x="836" y="4206"/>
                    <a:pt x="817" y="4206"/>
                    <a:pt x="808" y="4206"/>
                  </a:cubicBezTo>
                  <a:cubicBezTo>
                    <a:pt x="798" y="4206"/>
                    <a:pt x="789" y="4197"/>
                    <a:pt x="789" y="4187"/>
                  </a:cubicBezTo>
                  <a:lnTo>
                    <a:pt x="400" y="3659"/>
                  </a:lnTo>
                  <a:cubicBezTo>
                    <a:pt x="390" y="3649"/>
                    <a:pt x="390" y="3640"/>
                    <a:pt x="390" y="3631"/>
                  </a:cubicBezTo>
                  <a:cubicBezTo>
                    <a:pt x="390" y="3612"/>
                    <a:pt x="400" y="3603"/>
                    <a:pt x="409" y="3603"/>
                  </a:cubicBezTo>
                  <a:lnTo>
                    <a:pt x="752" y="3353"/>
                  </a:lnTo>
                  <a:cubicBezTo>
                    <a:pt x="808" y="3306"/>
                    <a:pt x="836" y="3241"/>
                    <a:pt x="808" y="3176"/>
                  </a:cubicBezTo>
                  <a:cubicBezTo>
                    <a:pt x="752" y="3028"/>
                    <a:pt x="715" y="2879"/>
                    <a:pt x="696" y="2722"/>
                  </a:cubicBezTo>
                  <a:cubicBezTo>
                    <a:pt x="696" y="2657"/>
                    <a:pt x="641" y="2601"/>
                    <a:pt x="567" y="2583"/>
                  </a:cubicBezTo>
                  <a:lnTo>
                    <a:pt x="149" y="2518"/>
                  </a:lnTo>
                  <a:cubicBezTo>
                    <a:pt x="140" y="2518"/>
                    <a:pt x="131" y="2508"/>
                    <a:pt x="121" y="2499"/>
                  </a:cubicBezTo>
                  <a:cubicBezTo>
                    <a:pt x="121" y="2490"/>
                    <a:pt x="121" y="2481"/>
                    <a:pt x="121" y="2471"/>
                  </a:cubicBezTo>
                  <a:lnTo>
                    <a:pt x="223" y="1822"/>
                  </a:lnTo>
                  <a:cubicBezTo>
                    <a:pt x="223" y="1813"/>
                    <a:pt x="233" y="1803"/>
                    <a:pt x="242" y="1794"/>
                  </a:cubicBezTo>
                  <a:lnTo>
                    <a:pt x="270" y="1794"/>
                  </a:lnTo>
                  <a:lnTo>
                    <a:pt x="687" y="1859"/>
                  </a:lnTo>
                  <a:cubicBezTo>
                    <a:pt x="694" y="1860"/>
                    <a:pt x="700" y="1860"/>
                    <a:pt x="707" y="1860"/>
                  </a:cubicBezTo>
                  <a:cubicBezTo>
                    <a:pt x="767" y="1860"/>
                    <a:pt x="829" y="1825"/>
                    <a:pt x="854" y="1766"/>
                  </a:cubicBezTo>
                  <a:cubicBezTo>
                    <a:pt x="919" y="1627"/>
                    <a:pt x="1003" y="1497"/>
                    <a:pt x="1095" y="1377"/>
                  </a:cubicBezTo>
                  <a:cubicBezTo>
                    <a:pt x="1142" y="1321"/>
                    <a:pt x="1142" y="1247"/>
                    <a:pt x="1105" y="1191"/>
                  </a:cubicBezTo>
                  <a:lnTo>
                    <a:pt x="854" y="839"/>
                  </a:lnTo>
                  <a:cubicBezTo>
                    <a:pt x="836" y="820"/>
                    <a:pt x="845" y="801"/>
                    <a:pt x="863" y="783"/>
                  </a:cubicBezTo>
                  <a:lnTo>
                    <a:pt x="1392" y="403"/>
                  </a:lnTo>
                  <a:cubicBezTo>
                    <a:pt x="1399" y="396"/>
                    <a:pt x="1408" y="392"/>
                    <a:pt x="1416" y="392"/>
                  </a:cubicBezTo>
                  <a:cubicBezTo>
                    <a:pt x="1429" y="392"/>
                    <a:pt x="1442" y="400"/>
                    <a:pt x="1448" y="412"/>
                  </a:cubicBezTo>
                  <a:lnTo>
                    <a:pt x="1698" y="755"/>
                  </a:lnTo>
                  <a:cubicBezTo>
                    <a:pt x="1733" y="797"/>
                    <a:pt x="1778" y="818"/>
                    <a:pt x="1826" y="818"/>
                  </a:cubicBezTo>
                  <a:cubicBezTo>
                    <a:pt x="1842" y="818"/>
                    <a:pt x="1858" y="815"/>
                    <a:pt x="1875" y="811"/>
                  </a:cubicBezTo>
                  <a:cubicBezTo>
                    <a:pt x="2023" y="755"/>
                    <a:pt x="2171" y="718"/>
                    <a:pt x="2329" y="699"/>
                  </a:cubicBezTo>
                  <a:cubicBezTo>
                    <a:pt x="2394" y="690"/>
                    <a:pt x="2450" y="644"/>
                    <a:pt x="2468" y="570"/>
                  </a:cubicBezTo>
                  <a:lnTo>
                    <a:pt x="2533" y="152"/>
                  </a:lnTo>
                  <a:cubicBezTo>
                    <a:pt x="2533" y="134"/>
                    <a:pt x="2561" y="115"/>
                    <a:pt x="2580" y="115"/>
                  </a:cubicBezTo>
                  <a:close/>
                  <a:moveTo>
                    <a:pt x="2565" y="0"/>
                  </a:moveTo>
                  <a:cubicBezTo>
                    <a:pt x="2533" y="0"/>
                    <a:pt x="2505" y="11"/>
                    <a:pt x="2478" y="32"/>
                  </a:cubicBezTo>
                  <a:cubicBezTo>
                    <a:pt x="2440" y="50"/>
                    <a:pt x="2422" y="87"/>
                    <a:pt x="2413" y="134"/>
                  </a:cubicBezTo>
                  <a:lnTo>
                    <a:pt x="2348" y="551"/>
                  </a:lnTo>
                  <a:cubicBezTo>
                    <a:pt x="2348" y="570"/>
                    <a:pt x="2329" y="579"/>
                    <a:pt x="2311" y="579"/>
                  </a:cubicBezTo>
                  <a:cubicBezTo>
                    <a:pt x="2153" y="597"/>
                    <a:pt x="1986" y="644"/>
                    <a:pt x="1837" y="699"/>
                  </a:cubicBezTo>
                  <a:cubicBezTo>
                    <a:pt x="1819" y="699"/>
                    <a:pt x="1800" y="699"/>
                    <a:pt x="1791" y="681"/>
                  </a:cubicBezTo>
                  <a:lnTo>
                    <a:pt x="1541" y="338"/>
                  </a:lnTo>
                  <a:cubicBezTo>
                    <a:pt x="1512" y="297"/>
                    <a:pt x="1461" y="275"/>
                    <a:pt x="1412" y="275"/>
                  </a:cubicBezTo>
                  <a:cubicBezTo>
                    <a:pt x="1382" y="275"/>
                    <a:pt x="1352" y="283"/>
                    <a:pt x="1327" y="301"/>
                  </a:cubicBezTo>
                  <a:lnTo>
                    <a:pt x="789" y="690"/>
                  </a:lnTo>
                  <a:cubicBezTo>
                    <a:pt x="724" y="737"/>
                    <a:pt x="706" y="839"/>
                    <a:pt x="752" y="904"/>
                  </a:cubicBezTo>
                  <a:lnTo>
                    <a:pt x="1003" y="1256"/>
                  </a:lnTo>
                  <a:cubicBezTo>
                    <a:pt x="1021" y="1265"/>
                    <a:pt x="1021" y="1284"/>
                    <a:pt x="1003" y="1302"/>
                  </a:cubicBezTo>
                  <a:cubicBezTo>
                    <a:pt x="900" y="1423"/>
                    <a:pt x="817" y="1571"/>
                    <a:pt x="743" y="1720"/>
                  </a:cubicBezTo>
                  <a:cubicBezTo>
                    <a:pt x="743" y="1729"/>
                    <a:pt x="724" y="1738"/>
                    <a:pt x="706" y="1738"/>
                  </a:cubicBezTo>
                  <a:lnTo>
                    <a:pt x="288" y="1673"/>
                  </a:lnTo>
                  <a:cubicBezTo>
                    <a:pt x="277" y="1671"/>
                    <a:pt x="266" y="1670"/>
                    <a:pt x="255" y="1670"/>
                  </a:cubicBezTo>
                  <a:cubicBezTo>
                    <a:pt x="223" y="1670"/>
                    <a:pt x="195" y="1680"/>
                    <a:pt x="168" y="1701"/>
                  </a:cubicBezTo>
                  <a:cubicBezTo>
                    <a:pt x="140" y="1720"/>
                    <a:pt x="112" y="1757"/>
                    <a:pt x="103" y="1803"/>
                  </a:cubicBezTo>
                  <a:lnTo>
                    <a:pt x="1" y="2453"/>
                  </a:lnTo>
                  <a:cubicBezTo>
                    <a:pt x="1" y="2490"/>
                    <a:pt x="10" y="2536"/>
                    <a:pt x="28" y="2564"/>
                  </a:cubicBezTo>
                  <a:cubicBezTo>
                    <a:pt x="56" y="2601"/>
                    <a:pt x="93" y="2620"/>
                    <a:pt x="131" y="2629"/>
                  </a:cubicBezTo>
                  <a:lnTo>
                    <a:pt x="548" y="2694"/>
                  </a:lnTo>
                  <a:cubicBezTo>
                    <a:pt x="567" y="2703"/>
                    <a:pt x="585" y="2712"/>
                    <a:pt x="585" y="2731"/>
                  </a:cubicBezTo>
                  <a:cubicBezTo>
                    <a:pt x="604" y="2898"/>
                    <a:pt x="641" y="3056"/>
                    <a:pt x="696" y="3213"/>
                  </a:cubicBezTo>
                  <a:cubicBezTo>
                    <a:pt x="706" y="3223"/>
                    <a:pt x="696" y="3241"/>
                    <a:pt x="687" y="3251"/>
                  </a:cubicBezTo>
                  <a:lnTo>
                    <a:pt x="344" y="3501"/>
                  </a:lnTo>
                  <a:cubicBezTo>
                    <a:pt x="307" y="3529"/>
                    <a:pt x="288" y="3566"/>
                    <a:pt x="279" y="3603"/>
                  </a:cubicBezTo>
                  <a:cubicBezTo>
                    <a:pt x="270" y="3649"/>
                    <a:pt x="279" y="3687"/>
                    <a:pt x="307" y="3724"/>
                  </a:cubicBezTo>
                  <a:lnTo>
                    <a:pt x="696" y="4252"/>
                  </a:lnTo>
                  <a:cubicBezTo>
                    <a:pt x="715" y="4290"/>
                    <a:pt x="752" y="4308"/>
                    <a:pt x="798" y="4317"/>
                  </a:cubicBezTo>
                  <a:cubicBezTo>
                    <a:pt x="808" y="4320"/>
                    <a:pt x="817" y="4321"/>
                    <a:pt x="826" y="4321"/>
                  </a:cubicBezTo>
                  <a:cubicBezTo>
                    <a:pt x="854" y="4321"/>
                    <a:pt x="882" y="4310"/>
                    <a:pt x="910" y="4290"/>
                  </a:cubicBezTo>
                  <a:lnTo>
                    <a:pt x="1253" y="4039"/>
                  </a:lnTo>
                  <a:cubicBezTo>
                    <a:pt x="1262" y="4034"/>
                    <a:pt x="1272" y="4032"/>
                    <a:pt x="1280" y="4032"/>
                  </a:cubicBezTo>
                  <a:cubicBezTo>
                    <a:pt x="1288" y="4032"/>
                    <a:pt x="1295" y="4034"/>
                    <a:pt x="1299" y="4039"/>
                  </a:cubicBezTo>
                  <a:cubicBezTo>
                    <a:pt x="1429" y="4141"/>
                    <a:pt x="1568" y="4234"/>
                    <a:pt x="1726" y="4299"/>
                  </a:cubicBezTo>
                  <a:cubicBezTo>
                    <a:pt x="1735" y="4308"/>
                    <a:pt x="1745" y="4327"/>
                    <a:pt x="1745" y="4345"/>
                  </a:cubicBezTo>
                  <a:lnTo>
                    <a:pt x="1670" y="4763"/>
                  </a:lnTo>
                  <a:cubicBezTo>
                    <a:pt x="1670" y="4800"/>
                    <a:pt x="1680" y="4846"/>
                    <a:pt x="1698" y="4874"/>
                  </a:cubicBezTo>
                  <a:cubicBezTo>
                    <a:pt x="1726" y="4911"/>
                    <a:pt x="1763" y="4930"/>
                    <a:pt x="1800" y="4939"/>
                  </a:cubicBezTo>
                  <a:lnTo>
                    <a:pt x="2450" y="5041"/>
                  </a:lnTo>
                  <a:cubicBezTo>
                    <a:pt x="2459" y="5041"/>
                    <a:pt x="2468" y="5050"/>
                    <a:pt x="2478" y="5050"/>
                  </a:cubicBezTo>
                  <a:cubicBezTo>
                    <a:pt x="2515" y="5050"/>
                    <a:pt x="2542" y="5041"/>
                    <a:pt x="2570" y="5013"/>
                  </a:cubicBezTo>
                  <a:cubicBezTo>
                    <a:pt x="2598" y="4995"/>
                    <a:pt x="2626" y="4957"/>
                    <a:pt x="2635" y="4911"/>
                  </a:cubicBezTo>
                  <a:lnTo>
                    <a:pt x="2700" y="4494"/>
                  </a:lnTo>
                  <a:cubicBezTo>
                    <a:pt x="2700" y="4475"/>
                    <a:pt x="2719" y="4466"/>
                    <a:pt x="2728" y="4466"/>
                  </a:cubicBezTo>
                  <a:cubicBezTo>
                    <a:pt x="2895" y="4447"/>
                    <a:pt x="3062" y="4401"/>
                    <a:pt x="3210" y="4345"/>
                  </a:cubicBezTo>
                  <a:cubicBezTo>
                    <a:pt x="3229" y="4345"/>
                    <a:pt x="3247" y="4345"/>
                    <a:pt x="3257" y="4364"/>
                  </a:cubicBezTo>
                  <a:lnTo>
                    <a:pt x="3507" y="4707"/>
                  </a:lnTo>
                  <a:cubicBezTo>
                    <a:pt x="3536" y="4747"/>
                    <a:pt x="3587" y="4770"/>
                    <a:pt x="3636" y="4770"/>
                  </a:cubicBezTo>
                  <a:cubicBezTo>
                    <a:pt x="3666" y="4770"/>
                    <a:pt x="3696" y="4762"/>
                    <a:pt x="3721" y="4744"/>
                  </a:cubicBezTo>
                  <a:lnTo>
                    <a:pt x="4259" y="4354"/>
                  </a:lnTo>
                  <a:cubicBezTo>
                    <a:pt x="4324" y="4299"/>
                    <a:pt x="4342" y="4206"/>
                    <a:pt x="4286" y="4132"/>
                  </a:cubicBezTo>
                  <a:lnTo>
                    <a:pt x="4036" y="3789"/>
                  </a:lnTo>
                  <a:cubicBezTo>
                    <a:pt x="4027" y="3779"/>
                    <a:pt x="4027" y="3761"/>
                    <a:pt x="4036" y="3742"/>
                  </a:cubicBezTo>
                  <a:cubicBezTo>
                    <a:pt x="4147" y="3622"/>
                    <a:pt x="4231" y="3473"/>
                    <a:pt x="4296" y="3325"/>
                  </a:cubicBezTo>
                  <a:cubicBezTo>
                    <a:pt x="4303" y="3311"/>
                    <a:pt x="4314" y="3303"/>
                    <a:pt x="4327" y="3303"/>
                  </a:cubicBezTo>
                  <a:cubicBezTo>
                    <a:pt x="4332" y="3303"/>
                    <a:pt x="4337" y="3304"/>
                    <a:pt x="4342" y="3306"/>
                  </a:cubicBezTo>
                  <a:lnTo>
                    <a:pt x="4760" y="3371"/>
                  </a:lnTo>
                  <a:cubicBezTo>
                    <a:pt x="4771" y="3373"/>
                    <a:pt x="4782" y="3375"/>
                    <a:pt x="4793" y="3375"/>
                  </a:cubicBezTo>
                  <a:cubicBezTo>
                    <a:pt x="4825" y="3375"/>
                    <a:pt x="4852" y="3364"/>
                    <a:pt x="4880" y="3343"/>
                  </a:cubicBezTo>
                  <a:cubicBezTo>
                    <a:pt x="4908" y="3315"/>
                    <a:pt x="4936" y="3278"/>
                    <a:pt x="4936" y="3241"/>
                  </a:cubicBezTo>
                  <a:lnTo>
                    <a:pt x="5047" y="2592"/>
                  </a:lnTo>
                  <a:cubicBezTo>
                    <a:pt x="5056" y="2508"/>
                    <a:pt x="5001" y="2425"/>
                    <a:pt x="4917" y="2416"/>
                  </a:cubicBezTo>
                  <a:lnTo>
                    <a:pt x="4491" y="2351"/>
                  </a:lnTo>
                  <a:cubicBezTo>
                    <a:pt x="4481" y="2341"/>
                    <a:pt x="4463" y="2332"/>
                    <a:pt x="4463" y="2314"/>
                  </a:cubicBezTo>
                  <a:cubicBezTo>
                    <a:pt x="4444" y="2147"/>
                    <a:pt x="4407" y="1989"/>
                    <a:pt x="4351" y="1831"/>
                  </a:cubicBezTo>
                  <a:cubicBezTo>
                    <a:pt x="4342" y="1822"/>
                    <a:pt x="4351" y="1803"/>
                    <a:pt x="4361" y="1794"/>
                  </a:cubicBezTo>
                  <a:lnTo>
                    <a:pt x="4704" y="1544"/>
                  </a:lnTo>
                  <a:cubicBezTo>
                    <a:pt x="4741" y="1516"/>
                    <a:pt x="4760" y="1479"/>
                    <a:pt x="4769" y="1442"/>
                  </a:cubicBezTo>
                  <a:cubicBezTo>
                    <a:pt x="4778" y="1395"/>
                    <a:pt x="4769" y="1358"/>
                    <a:pt x="4741" y="1321"/>
                  </a:cubicBezTo>
                  <a:lnTo>
                    <a:pt x="4351" y="792"/>
                  </a:lnTo>
                  <a:cubicBezTo>
                    <a:pt x="4333" y="755"/>
                    <a:pt x="4296" y="737"/>
                    <a:pt x="4249" y="727"/>
                  </a:cubicBezTo>
                  <a:cubicBezTo>
                    <a:pt x="4240" y="725"/>
                    <a:pt x="4230" y="724"/>
                    <a:pt x="4220" y="724"/>
                  </a:cubicBezTo>
                  <a:cubicBezTo>
                    <a:pt x="4190" y="724"/>
                    <a:pt x="4159" y="734"/>
                    <a:pt x="4138" y="755"/>
                  </a:cubicBezTo>
                  <a:lnTo>
                    <a:pt x="3795" y="1006"/>
                  </a:lnTo>
                  <a:cubicBezTo>
                    <a:pt x="3786" y="1010"/>
                    <a:pt x="3776" y="1013"/>
                    <a:pt x="3768" y="1013"/>
                  </a:cubicBezTo>
                  <a:cubicBezTo>
                    <a:pt x="3760" y="1013"/>
                    <a:pt x="3753" y="1010"/>
                    <a:pt x="3748" y="1006"/>
                  </a:cubicBezTo>
                  <a:cubicBezTo>
                    <a:pt x="3619" y="904"/>
                    <a:pt x="3479" y="811"/>
                    <a:pt x="3322" y="746"/>
                  </a:cubicBezTo>
                  <a:cubicBezTo>
                    <a:pt x="3312" y="737"/>
                    <a:pt x="3303" y="718"/>
                    <a:pt x="3303" y="709"/>
                  </a:cubicBezTo>
                  <a:lnTo>
                    <a:pt x="3368" y="282"/>
                  </a:lnTo>
                  <a:cubicBezTo>
                    <a:pt x="3387" y="199"/>
                    <a:pt x="3331" y="124"/>
                    <a:pt x="3247" y="106"/>
                  </a:cubicBezTo>
                  <a:lnTo>
                    <a:pt x="2598" y="4"/>
                  </a:lnTo>
                  <a:cubicBezTo>
                    <a:pt x="2587" y="1"/>
                    <a:pt x="2576" y="0"/>
                    <a:pt x="2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3">
              <a:extLst>
                <a:ext uri="{FF2B5EF4-FFF2-40B4-BE49-F238E27FC236}">
                  <a16:creationId xmlns:a16="http://schemas.microsoft.com/office/drawing/2014/main" id="{F5D7FB71-9688-6EE6-1656-A34FF21B4ED5}"/>
                </a:ext>
              </a:extLst>
            </p:cNvPr>
            <p:cNvSpPr/>
            <p:nvPr/>
          </p:nvSpPr>
          <p:spPr>
            <a:xfrm>
              <a:off x="2058200" y="2676025"/>
              <a:ext cx="27400" cy="28550"/>
            </a:xfrm>
            <a:custGeom>
              <a:avLst/>
              <a:gdLst/>
              <a:ahLst/>
              <a:cxnLst/>
              <a:rect l="l" t="t" r="r" b="b"/>
              <a:pathLst>
                <a:path w="1096" h="1142" extrusionOk="0">
                  <a:moveTo>
                    <a:pt x="956" y="0"/>
                  </a:moveTo>
                  <a:cubicBezTo>
                    <a:pt x="937" y="0"/>
                    <a:pt x="910" y="9"/>
                    <a:pt x="891" y="19"/>
                  </a:cubicBezTo>
                  <a:lnTo>
                    <a:pt x="75" y="445"/>
                  </a:lnTo>
                  <a:cubicBezTo>
                    <a:pt x="28" y="473"/>
                    <a:pt x="0" y="520"/>
                    <a:pt x="0" y="566"/>
                  </a:cubicBezTo>
                  <a:cubicBezTo>
                    <a:pt x="0" y="612"/>
                    <a:pt x="38" y="659"/>
                    <a:pt x="75" y="687"/>
                  </a:cubicBezTo>
                  <a:lnTo>
                    <a:pt x="84" y="687"/>
                  </a:lnTo>
                  <a:lnTo>
                    <a:pt x="891" y="1132"/>
                  </a:lnTo>
                  <a:cubicBezTo>
                    <a:pt x="910" y="1141"/>
                    <a:pt x="937" y="1141"/>
                    <a:pt x="956" y="1141"/>
                  </a:cubicBezTo>
                  <a:cubicBezTo>
                    <a:pt x="1030" y="1141"/>
                    <a:pt x="1086" y="1085"/>
                    <a:pt x="1086" y="1011"/>
                  </a:cubicBezTo>
                  <a:cubicBezTo>
                    <a:pt x="1086" y="956"/>
                    <a:pt x="1067" y="909"/>
                    <a:pt x="1021" y="891"/>
                  </a:cubicBezTo>
                  <a:lnTo>
                    <a:pt x="427" y="566"/>
                  </a:lnTo>
                  <a:lnTo>
                    <a:pt x="1021" y="260"/>
                  </a:lnTo>
                  <a:cubicBezTo>
                    <a:pt x="1067" y="232"/>
                    <a:pt x="1095" y="186"/>
                    <a:pt x="1095" y="139"/>
                  </a:cubicBezTo>
                  <a:cubicBezTo>
                    <a:pt x="1095" y="65"/>
                    <a:pt x="1030" y="0"/>
                    <a:pt x="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3">
              <a:extLst>
                <a:ext uri="{FF2B5EF4-FFF2-40B4-BE49-F238E27FC236}">
                  <a16:creationId xmlns:a16="http://schemas.microsoft.com/office/drawing/2014/main" id="{021CC791-C154-B11A-531D-71CD0E1372C7}"/>
                </a:ext>
              </a:extLst>
            </p:cNvPr>
            <p:cNvSpPr/>
            <p:nvPr/>
          </p:nvSpPr>
          <p:spPr>
            <a:xfrm>
              <a:off x="2088825" y="2662325"/>
              <a:ext cx="22975" cy="53375"/>
            </a:xfrm>
            <a:custGeom>
              <a:avLst/>
              <a:gdLst/>
              <a:ahLst/>
              <a:cxnLst/>
              <a:rect l="l" t="t" r="r" b="b"/>
              <a:pathLst>
                <a:path w="919" h="2135" extrusionOk="0">
                  <a:moveTo>
                    <a:pt x="751" y="1"/>
                  </a:moveTo>
                  <a:cubicBezTo>
                    <a:pt x="677" y="1"/>
                    <a:pt x="612" y="47"/>
                    <a:pt x="584" y="121"/>
                  </a:cubicBezTo>
                  <a:lnTo>
                    <a:pt x="9" y="1921"/>
                  </a:lnTo>
                  <a:cubicBezTo>
                    <a:pt x="0" y="1930"/>
                    <a:pt x="0" y="1949"/>
                    <a:pt x="0" y="1967"/>
                  </a:cubicBezTo>
                  <a:cubicBezTo>
                    <a:pt x="0" y="2042"/>
                    <a:pt x="46" y="2107"/>
                    <a:pt x="121" y="2134"/>
                  </a:cubicBezTo>
                  <a:lnTo>
                    <a:pt x="167" y="2134"/>
                  </a:lnTo>
                  <a:cubicBezTo>
                    <a:pt x="241" y="2134"/>
                    <a:pt x="306" y="2088"/>
                    <a:pt x="325" y="2023"/>
                  </a:cubicBezTo>
                  <a:lnTo>
                    <a:pt x="909" y="242"/>
                  </a:lnTo>
                  <a:cubicBezTo>
                    <a:pt x="909" y="223"/>
                    <a:pt x="918" y="205"/>
                    <a:pt x="918" y="186"/>
                  </a:cubicBezTo>
                  <a:cubicBezTo>
                    <a:pt x="918" y="84"/>
                    <a:pt x="844" y="1"/>
                    <a:pt x="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3">
              <a:extLst>
                <a:ext uri="{FF2B5EF4-FFF2-40B4-BE49-F238E27FC236}">
                  <a16:creationId xmlns:a16="http://schemas.microsoft.com/office/drawing/2014/main" id="{4E966366-180B-580D-E6D2-51D07DE3885A}"/>
                </a:ext>
              </a:extLst>
            </p:cNvPr>
            <p:cNvSpPr/>
            <p:nvPr/>
          </p:nvSpPr>
          <p:spPr>
            <a:xfrm>
              <a:off x="2114100" y="2676025"/>
              <a:ext cx="27150" cy="28550"/>
            </a:xfrm>
            <a:custGeom>
              <a:avLst/>
              <a:gdLst/>
              <a:ahLst/>
              <a:cxnLst/>
              <a:rect l="l" t="t" r="r" b="b"/>
              <a:pathLst>
                <a:path w="1086" h="1142" extrusionOk="0">
                  <a:moveTo>
                    <a:pt x="130" y="0"/>
                  </a:moveTo>
                  <a:cubicBezTo>
                    <a:pt x="56" y="0"/>
                    <a:pt x="0" y="65"/>
                    <a:pt x="0" y="139"/>
                  </a:cubicBezTo>
                  <a:cubicBezTo>
                    <a:pt x="0" y="186"/>
                    <a:pt x="19" y="232"/>
                    <a:pt x="65" y="260"/>
                  </a:cubicBezTo>
                  <a:lnTo>
                    <a:pt x="659" y="566"/>
                  </a:lnTo>
                  <a:lnTo>
                    <a:pt x="74" y="891"/>
                  </a:lnTo>
                  <a:cubicBezTo>
                    <a:pt x="28" y="909"/>
                    <a:pt x="0" y="956"/>
                    <a:pt x="0" y="1011"/>
                  </a:cubicBezTo>
                  <a:cubicBezTo>
                    <a:pt x="0" y="1076"/>
                    <a:pt x="56" y="1141"/>
                    <a:pt x="130" y="1141"/>
                  </a:cubicBezTo>
                  <a:cubicBezTo>
                    <a:pt x="158" y="1141"/>
                    <a:pt x="176" y="1141"/>
                    <a:pt x="195" y="1132"/>
                  </a:cubicBezTo>
                  <a:lnTo>
                    <a:pt x="1002" y="687"/>
                  </a:lnTo>
                  <a:lnTo>
                    <a:pt x="1011" y="687"/>
                  </a:lnTo>
                  <a:cubicBezTo>
                    <a:pt x="1058" y="659"/>
                    <a:pt x="1086" y="612"/>
                    <a:pt x="1086" y="566"/>
                  </a:cubicBezTo>
                  <a:cubicBezTo>
                    <a:pt x="1086" y="520"/>
                    <a:pt x="1058" y="473"/>
                    <a:pt x="1011" y="445"/>
                  </a:cubicBezTo>
                  <a:lnTo>
                    <a:pt x="195" y="19"/>
                  </a:lnTo>
                  <a:cubicBezTo>
                    <a:pt x="176" y="9"/>
                    <a:pt x="158"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3">
              <a:extLst>
                <a:ext uri="{FF2B5EF4-FFF2-40B4-BE49-F238E27FC236}">
                  <a16:creationId xmlns:a16="http://schemas.microsoft.com/office/drawing/2014/main" id="{0B427BB0-128C-95EF-7952-BB42F772A9A9}"/>
                </a:ext>
              </a:extLst>
            </p:cNvPr>
            <p:cNvSpPr/>
            <p:nvPr/>
          </p:nvSpPr>
          <p:spPr>
            <a:xfrm>
              <a:off x="2002300" y="2589050"/>
              <a:ext cx="99050" cy="81425"/>
            </a:xfrm>
            <a:custGeom>
              <a:avLst/>
              <a:gdLst/>
              <a:ahLst/>
              <a:cxnLst/>
              <a:rect l="l" t="t" r="r" b="b"/>
              <a:pathLst>
                <a:path w="3962" h="3257" extrusionOk="0">
                  <a:moveTo>
                    <a:pt x="3906" y="0"/>
                  </a:moveTo>
                  <a:cubicBezTo>
                    <a:pt x="3535" y="0"/>
                    <a:pt x="3164" y="56"/>
                    <a:pt x="2802" y="158"/>
                  </a:cubicBezTo>
                  <a:cubicBezTo>
                    <a:pt x="1402" y="557"/>
                    <a:pt x="307" y="1744"/>
                    <a:pt x="1" y="3182"/>
                  </a:cubicBezTo>
                  <a:cubicBezTo>
                    <a:pt x="1" y="3219"/>
                    <a:pt x="19" y="3247"/>
                    <a:pt x="47" y="3256"/>
                  </a:cubicBezTo>
                  <a:lnTo>
                    <a:pt x="66" y="3256"/>
                  </a:lnTo>
                  <a:cubicBezTo>
                    <a:pt x="94" y="3256"/>
                    <a:pt x="112" y="3238"/>
                    <a:pt x="121" y="3210"/>
                  </a:cubicBezTo>
                  <a:cubicBezTo>
                    <a:pt x="409" y="1809"/>
                    <a:pt x="1476" y="659"/>
                    <a:pt x="2830" y="269"/>
                  </a:cubicBezTo>
                  <a:cubicBezTo>
                    <a:pt x="3183" y="167"/>
                    <a:pt x="3545" y="112"/>
                    <a:pt x="3906" y="112"/>
                  </a:cubicBezTo>
                  <a:cubicBezTo>
                    <a:pt x="3943" y="112"/>
                    <a:pt x="3962" y="93"/>
                    <a:pt x="3962" y="56"/>
                  </a:cubicBezTo>
                  <a:cubicBezTo>
                    <a:pt x="3962" y="28"/>
                    <a:pt x="3943" y="0"/>
                    <a:pt x="3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3">
              <a:extLst>
                <a:ext uri="{FF2B5EF4-FFF2-40B4-BE49-F238E27FC236}">
                  <a16:creationId xmlns:a16="http://schemas.microsoft.com/office/drawing/2014/main" id="{B0632833-AA04-063D-D907-A6CB16C3FB94}"/>
                </a:ext>
              </a:extLst>
            </p:cNvPr>
            <p:cNvSpPr/>
            <p:nvPr/>
          </p:nvSpPr>
          <p:spPr>
            <a:xfrm>
              <a:off x="2000925" y="2593400"/>
              <a:ext cx="203875" cy="194875"/>
            </a:xfrm>
            <a:custGeom>
              <a:avLst/>
              <a:gdLst/>
              <a:ahLst/>
              <a:cxnLst/>
              <a:rect l="l" t="t" r="r" b="b"/>
              <a:pathLst>
                <a:path w="8155" h="7795" extrusionOk="0">
                  <a:moveTo>
                    <a:pt x="5133" y="0"/>
                  </a:moveTo>
                  <a:cubicBezTo>
                    <a:pt x="5109" y="0"/>
                    <a:pt x="5082" y="17"/>
                    <a:pt x="5075" y="40"/>
                  </a:cubicBezTo>
                  <a:cubicBezTo>
                    <a:pt x="5065" y="77"/>
                    <a:pt x="5084" y="105"/>
                    <a:pt x="5112" y="114"/>
                  </a:cubicBezTo>
                  <a:cubicBezTo>
                    <a:pt x="6568" y="568"/>
                    <a:pt x="7626" y="1839"/>
                    <a:pt x="7802" y="3351"/>
                  </a:cubicBezTo>
                  <a:cubicBezTo>
                    <a:pt x="8034" y="5216"/>
                    <a:pt x="6846" y="7006"/>
                    <a:pt x="5037" y="7526"/>
                  </a:cubicBezTo>
                  <a:cubicBezTo>
                    <a:pt x="4682" y="7628"/>
                    <a:pt x="4319" y="7679"/>
                    <a:pt x="3958" y="7679"/>
                  </a:cubicBezTo>
                  <a:cubicBezTo>
                    <a:pt x="3207" y="7679"/>
                    <a:pt x="2467" y="7460"/>
                    <a:pt x="1828" y="7034"/>
                  </a:cubicBezTo>
                  <a:cubicBezTo>
                    <a:pt x="881" y="6413"/>
                    <a:pt x="260" y="5402"/>
                    <a:pt x="121" y="4270"/>
                  </a:cubicBezTo>
                  <a:cubicBezTo>
                    <a:pt x="121" y="4233"/>
                    <a:pt x="93" y="4214"/>
                    <a:pt x="56" y="4214"/>
                  </a:cubicBezTo>
                  <a:cubicBezTo>
                    <a:pt x="28" y="4223"/>
                    <a:pt x="0" y="4251"/>
                    <a:pt x="9" y="4279"/>
                  </a:cubicBezTo>
                  <a:cubicBezTo>
                    <a:pt x="149" y="5448"/>
                    <a:pt x="789" y="6487"/>
                    <a:pt x="1763" y="7136"/>
                  </a:cubicBezTo>
                  <a:cubicBezTo>
                    <a:pt x="2421" y="7572"/>
                    <a:pt x="3182" y="7795"/>
                    <a:pt x="3961" y="7795"/>
                  </a:cubicBezTo>
                  <a:cubicBezTo>
                    <a:pt x="4332" y="7795"/>
                    <a:pt x="4703" y="7739"/>
                    <a:pt x="5075" y="7637"/>
                  </a:cubicBezTo>
                  <a:cubicBezTo>
                    <a:pt x="6930" y="7108"/>
                    <a:pt x="8154" y="5253"/>
                    <a:pt x="7922" y="3333"/>
                  </a:cubicBezTo>
                  <a:cubicBezTo>
                    <a:pt x="7728" y="1774"/>
                    <a:pt x="6642" y="476"/>
                    <a:pt x="5149" y="3"/>
                  </a:cubicBezTo>
                  <a:cubicBezTo>
                    <a:pt x="5144" y="1"/>
                    <a:pt x="5139" y="0"/>
                    <a:pt x="51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3">
              <a:extLst>
                <a:ext uri="{FF2B5EF4-FFF2-40B4-BE49-F238E27FC236}">
                  <a16:creationId xmlns:a16="http://schemas.microsoft.com/office/drawing/2014/main" id="{3C5EA706-2817-2A2D-BFB3-2CF5CA144908}"/>
                </a:ext>
              </a:extLst>
            </p:cNvPr>
            <p:cNvSpPr/>
            <p:nvPr/>
          </p:nvSpPr>
          <p:spPr>
            <a:xfrm>
              <a:off x="2012975" y="2606000"/>
              <a:ext cx="173975" cy="165350"/>
            </a:xfrm>
            <a:custGeom>
              <a:avLst/>
              <a:gdLst/>
              <a:ahLst/>
              <a:cxnLst/>
              <a:rect l="l" t="t" r="r" b="b"/>
              <a:pathLst>
                <a:path w="6959" h="6614" extrusionOk="0">
                  <a:moveTo>
                    <a:pt x="3479" y="83"/>
                  </a:moveTo>
                  <a:cubicBezTo>
                    <a:pt x="4110" y="83"/>
                    <a:pt x="4732" y="269"/>
                    <a:pt x="5260" y="621"/>
                  </a:cubicBezTo>
                  <a:cubicBezTo>
                    <a:pt x="6049" y="1141"/>
                    <a:pt x="6559" y="1985"/>
                    <a:pt x="6680" y="2922"/>
                  </a:cubicBezTo>
                  <a:cubicBezTo>
                    <a:pt x="6865" y="4480"/>
                    <a:pt x="5882" y="5974"/>
                    <a:pt x="4379" y="6400"/>
                  </a:cubicBezTo>
                  <a:cubicBezTo>
                    <a:pt x="4083" y="6484"/>
                    <a:pt x="3780" y="6526"/>
                    <a:pt x="3480" y="6526"/>
                  </a:cubicBezTo>
                  <a:cubicBezTo>
                    <a:pt x="2851" y="6526"/>
                    <a:pt x="2232" y="6344"/>
                    <a:pt x="1698" y="5992"/>
                  </a:cubicBezTo>
                  <a:cubicBezTo>
                    <a:pt x="919" y="5473"/>
                    <a:pt x="399" y="4629"/>
                    <a:pt x="279" y="3692"/>
                  </a:cubicBezTo>
                  <a:cubicBezTo>
                    <a:pt x="93" y="2133"/>
                    <a:pt x="1086" y="640"/>
                    <a:pt x="2589" y="213"/>
                  </a:cubicBezTo>
                  <a:cubicBezTo>
                    <a:pt x="2886" y="129"/>
                    <a:pt x="3182" y="83"/>
                    <a:pt x="3479" y="83"/>
                  </a:cubicBezTo>
                  <a:close/>
                  <a:moveTo>
                    <a:pt x="3477" y="0"/>
                  </a:moveTo>
                  <a:cubicBezTo>
                    <a:pt x="3171" y="0"/>
                    <a:pt x="2863" y="43"/>
                    <a:pt x="2561" y="129"/>
                  </a:cubicBezTo>
                  <a:cubicBezTo>
                    <a:pt x="1021" y="575"/>
                    <a:pt x="1" y="2105"/>
                    <a:pt x="195" y="3701"/>
                  </a:cubicBezTo>
                  <a:cubicBezTo>
                    <a:pt x="316" y="4666"/>
                    <a:pt x="845" y="5528"/>
                    <a:pt x="1652" y="6066"/>
                  </a:cubicBezTo>
                  <a:cubicBezTo>
                    <a:pt x="2199" y="6428"/>
                    <a:pt x="2839" y="6614"/>
                    <a:pt x="3479" y="6614"/>
                  </a:cubicBezTo>
                  <a:cubicBezTo>
                    <a:pt x="3785" y="6614"/>
                    <a:pt x="4101" y="6567"/>
                    <a:pt x="4398" y="6484"/>
                  </a:cubicBezTo>
                  <a:cubicBezTo>
                    <a:pt x="5938" y="6039"/>
                    <a:pt x="6958" y="4508"/>
                    <a:pt x="6763" y="2912"/>
                  </a:cubicBezTo>
                  <a:cubicBezTo>
                    <a:pt x="6643" y="1948"/>
                    <a:pt x="6114" y="1085"/>
                    <a:pt x="5307" y="547"/>
                  </a:cubicBezTo>
                  <a:cubicBezTo>
                    <a:pt x="4760" y="188"/>
                    <a:pt x="4123" y="0"/>
                    <a:pt x="34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3">
              <a:extLst>
                <a:ext uri="{FF2B5EF4-FFF2-40B4-BE49-F238E27FC236}">
                  <a16:creationId xmlns:a16="http://schemas.microsoft.com/office/drawing/2014/main" id="{8C52DFE4-13B4-EB8D-7D7B-50F3B4831BB3}"/>
                </a:ext>
              </a:extLst>
            </p:cNvPr>
            <p:cNvSpPr/>
            <p:nvPr/>
          </p:nvSpPr>
          <p:spPr>
            <a:xfrm>
              <a:off x="2033850" y="2508575"/>
              <a:ext cx="13250" cy="56600"/>
            </a:xfrm>
            <a:custGeom>
              <a:avLst/>
              <a:gdLst/>
              <a:ahLst/>
              <a:cxnLst/>
              <a:rect l="l" t="t" r="r" b="b"/>
              <a:pathLst>
                <a:path w="530" h="2264" extrusionOk="0">
                  <a:moveTo>
                    <a:pt x="232" y="0"/>
                  </a:moveTo>
                  <a:cubicBezTo>
                    <a:pt x="102" y="0"/>
                    <a:pt x="0" y="102"/>
                    <a:pt x="0" y="232"/>
                  </a:cubicBezTo>
                  <a:lnTo>
                    <a:pt x="0" y="2023"/>
                  </a:lnTo>
                  <a:cubicBezTo>
                    <a:pt x="0" y="2152"/>
                    <a:pt x="102" y="2264"/>
                    <a:pt x="232" y="2264"/>
                  </a:cubicBezTo>
                  <a:lnTo>
                    <a:pt x="288" y="2264"/>
                  </a:lnTo>
                  <a:cubicBezTo>
                    <a:pt x="418" y="2264"/>
                    <a:pt x="529" y="2152"/>
                    <a:pt x="520" y="2023"/>
                  </a:cubicBezTo>
                  <a:lnTo>
                    <a:pt x="520" y="232"/>
                  </a:lnTo>
                  <a:cubicBezTo>
                    <a:pt x="520" y="102"/>
                    <a:pt x="418"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3">
              <a:extLst>
                <a:ext uri="{FF2B5EF4-FFF2-40B4-BE49-F238E27FC236}">
                  <a16:creationId xmlns:a16="http://schemas.microsoft.com/office/drawing/2014/main" id="{6E5E2ECA-58B6-A461-2B8A-817BE54D651B}"/>
                </a:ext>
              </a:extLst>
            </p:cNvPr>
            <p:cNvSpPr/>
            <p:nvPr/>
          </p:nvSpPr>
          <p:spPr>
            <a:xfrm>
              <a:off x="2032450" y="2507175"/>
              <a:ext cx="16025" cy="59400"/>
            </a:xfrm>
            <a:custGeom>
              <a:avLst/>
              <a:gdLst/>
              <a:ahLst/>
              <a:cxnLst/>
              <a:rect l="l" t="t" r="r" b="b"/>
              <a:pathLst>
                <a:path w="641" h="2376" extrusionOk="0">
                  <a:moveTo>
                    <a:pt x="344" y="112"/>
                  </a:moveTo>
                  <a:cubicBezTo>
                    <a:pt x="446" y="112"/>
                    <a:pt x="520" y="195"/>
                    <a:pt x="520" y="288"/>
                  </a:cubicBezTo>
                  <a:lnTo>
                    <a:pt x="520" y="2079"/>
                  </a:lnTo>
                  <a:cubicBezTo>
                    <a:pt x="520" y="2181"/>
                    <a:pt x="446" y="2255"/>
                    <a:pt x="344" y="2255"/>
                  </a:cubicBezTo>
                  <a:lnTo>
                    <a:pt x="298" y="2255"/>
                  </a:lnTo>
                  <a:cubicBezTo>
                    <a:pt x="196" y="2255"/>
                    <a:pt x="121" y="2181"/>
                    <a:pt x="121" y="2079"/>
                  </a:cubicBezTo>
                  <a:lnTo>
                    <a:pt x="121" y="288"/>
                  </a:lnTo>
                  <a:cubicBezTo>
                    <a:pt x="121" y="195"/>
                    <a:pt x="196" y="112"/>
                    <a:pt x="298" y="112"/>
                  </a:cubicBezTo>
                  <a:close/>
                  <a:moveTo>
                    <a:pt x="288" y="1"/>
                  </a:moveTo>
                  <a:cubicBezTo>
                    <a:pt x="131" y="1"/>
                    <a:pt x="1" y="131"/>
                    <a:pt x="1" y="288"/>
                  </a:cubicBezTo>
                  <a:lnTo>
                    <a:pt x="1" y="2079"/>
                  </a:lnTo>
                  <a:cubicBezTo>
                    <a:pt x="1" y="2246"/>
                    <a:pt x="131" y="2375"/>
                    <a:pt x="288" y="2375"/>
                  </a:cubicBezTo>
                  <a:lnTo>
                    <a:pt x="344" y="2375"/>
                  </a:lnTo>
                  <a:cubicBezTo>
                    <a:pt x="511" y="2375"/>
                    <a:pt x="641" y="2246"/>
                    <a:pt x="641" y="2079"/>
                  </a:cubicBezTo>
                  <a:lnTo>
                    <a:pt x="641" y="288"/>
                  </a:lnTo>
                  <a:cubicBezTo>
                    <a:pt x="641" y="131"/>
                    <a:pt x="502" y="1"/>
                    <a:pt x="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3">
              <a:extLst>
                <a:ext uri="{FF2B5EF4-FFF2-40B4-BE49-F238E27FC236}">
                  <a16:creationId xmlns:a16="http://schemas.microsoft.com/office/drawing/2014/main" id="{C3589550-5CC3-6DEC-2A6D-D51091D3EFDE}"/>
                </a:ext>
              </a:extLst>
            </p:cNvPr>
            <p:cNvSpPr/>
            <p:nvPr/>
          </p:nvSpPr>
          <p:spPr>
            <a:xfrm>
              <a:off x="1764350" y="2410475"/>
              <a:ext cx="53850" cy="477775"/>
            </a:xfrm>
            <a:custGeom>
              <a:avLst/>
              <a:gdLst/>
              <a:ahLst/>
              <a:cxnLst/>
              <a:rect l="l" t="t" r="r" b="b"/>
              <a:pathLst>
                <a:path w="2154" h="19111" extrusionOk="0">
                  <a:moveTo>
                    <a:pt x="1615" y="0"/>
                  </a:moveTo>
                  <a:cubicBezTo>
                    <a:pt x="725" y="0"/>
                    <a:pt x="1" y="724"/>
                    <a:pt x="1" y="1614"/>
                  </a:cubicBezTo>
                  <a:lnTo>
                    <a:pt x="1" y="17496"/>
                  </a:lnTo>
                  <a:cubicBezTo>
                    <a:pt x="1" y="18387"/>
                    <a:pt x="725" y="19110"/>
                    <a:pt x="1615" y="19110"/>
                  </a:cubicBezTo>
                  <a:lnTo>
                    <a:pt x="2153" y="19110"/>
                  </a:lnTo>
                  <a:cubicBezTo>
                    <a:pt x="1272" y="19110"/>
                    <a:pt x="558" y="18396"/>
                    <a:pt x="558" y="17505"/>
                  </a:cubicBezTo>
                  <a:lnTo>
                    <a:pt x="558" y="1605"/>
                  </a:lnTo>
                  <a:cubicBezTo>
                    <a:pt x="558" y="724"/>
                    <a:pt x="1272" y="0"/>
                    <a:pt x="2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3">
              <a:extLst>
                <a:ext uri="{FF2B5EF4-FFF2-40B4-BE49-F238E27FC236}">
                  <a16:creationId xmlns:a16="http://schemas.microsoft.com/office/drawing/2014/main" id="{EAF849CA-B6B8-2084-C4CD-D14229630568}"/>
                </a:ext>
              </a:extLst>
            </p:cNvPr>
            <p:cNvSpPr/>
            <p:nvPr/>
          </p:nvSpPr>
          <p:spPr>
            <a:xfrm>
              <a:off x="1762975" y="2409075"/>
              <a:ext cx="55225" cy="480550"/>
            </a:xfrm>
            <a:custGeom>
              <a:avLst/>
              <a:gdLst/>
              <a:ahLst/>
              <a:cxnLst/>
              <a:rect l="l" t="t" r="r" b="b"/>
              <a:pathLst>
                <a:path w="2209" h="19222" extrusionOk="0">
                  <a:moveTo>
                    <a:pt x="1596" y="121"/>
                  </a:moveTo>
                  <a:lnTo>
                    <a:pt x="1596" y="121"/>
                  </a:lnTo>
                  <a:cubicBezTo>
                    <a:pt x="984" y="362"/>
                    <a:pt x="548" y="965"/>
                    <a:pt x="548" y="1661"/>
                  </a:cubicBezTo>
                  <a:lnTo>
                    <a:pt x="548" y="17561"/>
                  </a:lnTo>
                  <a:cubicBezTo>
                    <a:pt x="548" y="18266"/>
                    <a:pt x="984" y="18860"/>
                    <a:pt x="1596" y="19110"/>
                  </a:cubicBezTo>
                  <a:cubicBezTo>
                    <a:pt x="770" y="19073"/>
                    <a:pt x="112" y="18387"/>
                    <a:pt x="112" y="17552"/>
                  </a:cubicBezTo>
                  <a:lnTo>
                    <a:pt x="112" y="1670"/>
                  </a:lnTo>
                  <a:cubicBezTo>
                    <a:pt x="112" y="836"/>
                    <a:pt x="770" y="158"/>
                    <a:pt x="1596" y="121"/>
                  </a:cubicBezTo>
                  <a:close/>
                  <a:moveTo>
                    <a:pt x="1670" y="1"/>
                  </a:moveTo>
                  <a:cubicBezTo>
                    <a:pt x="742" y="1"/>
                    <a:pt x="0" y="752"/>
                    <a:pt x="0" y="1670"/>
                  </a:cubicBezTo>
                  <a:lnTo>
                    <a:pt x="0" y="17552"/>
                  </a:lnTo>
                  <a:cubicBezTo>
                    <a:pt x="0" y="18480"/>
                    <a:pt x="742" y="19222"/>
                    <a:pt x="1670" y="19222"/>
                  </a:cubicBezTo>
                  <a:lnTo>
                    <a:pt x="2208" y="19222"/>
                  </a:lnTo>
                  <a:lnTo>
                    <a:pt x="2208" y="19110"/>
                  </a:lnTo>
                  <a:cubicBezTo>
                    <a:pt x="1364" y="19110"/>
                    <a:pt x="668" y="18415"/>
                    <a:pt x="668" y="17561"/>
                  </a:cubicBezTo>
                  <a:lnTo>
                    <a:pt x="668" y="1661"/>
                  </a:lnTo>
                  <a:cubicBezTo>
                    <a:pt x="668" y="808"/>
                    <a:pt x="1364" y="121"/>
                    <a:pt x="2208" y="121"/>
                  </a:cubicBezTo>
                  <a:lnTo>
                    <a:pt x="2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3">
              <a:extLst>
                <a:ext uri="{FF2B5EF4-FFF2-40B4-BE49-F238E27FC236}">
                  <a16:creationId xmlns:a16="http://schemas.microsoft.com/office/drawing/2014/main" id="{8BBE814C-9099-F236-D40E-A518AE0866DD}"/>
                </a:ext>
              </a:extLst>
            </p:cNvPr>
            <p:cNvSpPr/>
            <p:nvPr/>
          </p:nvSpPr>
          <p:spPr>
            <a:xfrm>
              <a:off x="1768300" y="2473550"/>
              <a:ext cx="6750" cy="56375"/>
            </a:xfrm>
            <a:custGeom>
              <a:avLst/>
              <a:gdLst/>
              <a:ahLst/>
              <a:cxnLst/>
              <a:rect l="l" t="t" r="r" b="b"/>
              <a:pathLst>
                <a:path w="270" h="2255" extrusionOk="0">
                  <a:moveTo>
                    <a:pt x="140" y="1"/>
                  </a:moveTo>
                  <a:cubicBezTo>
                    <a:pt x="56" y="1"/>
                    <a:pt x="1" y="56"/>
                    <a:pt x="1" y="130"/>
                  </a:cubicBezTo>
                  <a:lnTo>
                    <a:pt x="1" y="2125"/>
                  </a:lnTo>
                  <a:cubicBezTo>
                    <a:pt x="1" y="2199"/>
                    <a:pt x="56" y="2255"/>
                    <a:pt x="140" y="2255"/>
                  </a:cubicBezTo>
                  <a:cubicBezTo>
                    <a:pt x="214" y="2255"/>
                    <a:pt x="270" y="2199"/>
                    <a:pt x="270" y="2125"/>
                  </a:cubicBezTo>
                  <a:lnTo>
                    <a:pt x="270" y="130"/>
                  </a:lnTo>
                  <a:cubicBezTo>
                    <a:pt x="270" y="5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3">
              <a:extLst>
                <a:ext uri="{FF2B5EF4-FFF2-40B4-BE49-F238E27FC236}">
                  <a16:creationId xmlns:a16="http://schemas.microsoft.com/office/drawing/2014/main" id="{5F88B114-E64D-5AB2-BD78-1814A2A5AFCF}"/>
                </a:ext>
              </a:extLst>
            </p:cNvPr>
            <p:cNvSpPr/>
            <p:nvPr/>
          </p:nvSpPr>
          <p:spPr>
            <a:xfrm>
              <a:off x="1766088" y="2471511"/>
              <a:ext cx="9550" cy="59625"/>
            </a:xfrm>
            <a:custGeom>
              <a:avLst/>
              <a:gdLst/>
              <a:ahLst/>
              <a:cxnLst/>
              <a:rect l="l" t="t" r="r" b="b"/>
              <a:pathLst>
                <a:path w="382" h="2385" extrusionOk="0">
                  <a:moveTo>
                    <a:pt x="196" y="121"/>
                  </a:moveTo>
                  <a:cubicBezTo>
                    <a:pt x="233" y="121"/>
                    <a:pt x="270" y="158"/>
                    <a:pt x="270" y="205"/>
                  </a:cubicBezTo>
                  <a:lnTo>
                    <a:pt x="270" y="2190"/>
                  </a:lnTo>
                  <a:cubicBezTo>
                    <a:pt x="270" y="2227"/>
                    <a:pt x="233" y="2264"/>
                    <a:pt x="196" y="2264"/>
                  </a:cubicBezTo>
                  <a:cubicBezTo>
                    <a:pt x="149" y="2264"/>
                    <a:pt x="112" y="2227"/>
                    <a:pt x="112" y="2190"/>
                  </a:cubicBezTo>
                  <a:lnTo>
                    <a:pt x="112" y="205"/>
                  </a:lnTo>
                  <a:cubicBezTo>
                    <a:pt x="112" y="158"/>
                    <a:pt x="149" y="121"/>
                    <a:pt x="196" y="121"/>
                  </a:cubicBezTo>
                  <a:close/>
                  <a:moveTo>
                    <a:pt x="196" y="1"/>
                  </a:moveTo>
                  <a:cubicBezTo>
                    <a:pt x="84" y="1"/>
                    <a:pt x="1" y="93"/>
                    <a:pt x="1" y="195"/>
                  </a:cubicBezTo>
                  <a:lnTo>
                    <a:pt x="1" y="2190"/>
                  </a:lnTo>
                  <a:cubicBezTo>
                    <a:pt x="1" y="2292"/>
                    <a:pt x="84" y="2385"/>
                    <a:pt x="196" y="2385"/>
                  </a:cubicBezTo>
                  <a:cubicBezTo>
                    <a:pt x="298" y="2385"/>
                    <a:pt x="381" y="2292"/>
                    <a:pt x="381" y="2190"/>
                  </a:cubicBezTo>
                  <a:lnTo>
                    <a:pt x="381" y="195"/>
                  </a:lnTo>
                  <a:cubicBezTo>
                    <a:pt x="381" y="93"/>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3">
              <a:extLst>
                <a:ext uri="{FF2B5EF4-FFF2-40B4-BE49-F238E27FC236}">
                  <a16:creationId xmlns:a16="http://schemas.microsoft.com/office/drawing/2014/main" id="{CAF2E92A-68D1-42F1-7B6E-D962FB4134A8}"/>
                </a:ext>
              </a:extLst>
            </p:cNvPr>
            <p:cNvSpPr/>
            <p:nvPr/>
          </p:nvSpPr>
          <p:spPr>
            <a:xfrm>
              <a:off x="1768300" y="2548225"/>
              <a:ext cx="6750" cy="56625"/>
            </a:xfrm>
            <a:custGeom>
              <a:avLst/>
              <a:gdLst/>
              <a:ahLst/>
              <a:cxnLst/>
              <a:rect l="l" t="t" r="r" b="b"/>
              <a:pathLst>
                <a:path w="270" h="2265" extrusionOk="0">
                  <a:moveTo>
                    <a:pt x="140" y="1"/>
                  </a:moveTo>
                  <a:cubicBezTo>
                    <a:pt x="56" y="1"/>
                    <a:pt x="1" y="66"/>
                    <a:pt x="1" y="140"/>
                  </a:cubicBezTo>
                  <a:lnTo>
                    <a:pt x="1" y="2125"/>
                  </a:lnTo>
                  <a:cubicBezTo>
                    <a:pt x="1" y="2199"/>
                    <a:pt x="56" y="2264"/>
                    <a:pt x="140" y="2264"/>
                  </a:cubicBezTo>
                  <a:cubicBezTo>
                    <a:pt x="214" y="2264"/>
                    <a:pt x="270" y="2199"/>
                    <a:pt x="270" y="2125"/>
                  </a:cubicBezTo>
                  <a:lnTo>
                    <a:pt x="270" y="140"/>
                  </a:lnTo>
                  <a:cubicBezTo>
                    <a:pt x="270" y="6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3">
              <a:extLst>
                <a:ext uri="{FF2B5EF4-FFF2-40B4-BE49-F238E27FC236}">
                  <a16:creationId xmlns:a16="http://schemas.microsoft.com/office/drawing/2014/main" id="{FCAFEC26-7D8E-991B-98F2-445DA07468A1}"/>
                </a:ext>
              </a:extLst>
            </p:cNvPr>
            <p:cNvSpPr/>
            <p:nvPr/>
          </p:nvSpPr>
          <p:spPr>
            <a:xfrm>
              <a:off x="1766088" y="2546411"/>
              <a:ext cx="9550" cy="59400"/>
            </a:xfrm>
            <a:custGeom>
              <a:avLst/>
              <a:gdLst/>
              <a:ahLst/>
              <a:cxnLst/>
              <a:rect l="l" t="t" r="r" b="b"/>
              <a:pathLst>
                <a:path w="382" h="2376" extrusionOk="0">
                  <a:moveTo>
                    <a:pt x="196" y="122"/>
                  </a:moveTo>
                  <a:cubicBezTo>
                    <a:pt x="233" y="122"/>
                    <a:pt x="270" y="149"/>
                    <a:pt x="270" y="196"/>
                  </a:cubicBezTo>
                  <a:lnTo>
                    <a:pt x="270" y="2181"/>
                  </a:lnTo>
                  <a:cubicBezTo>
                    <a:pt x="270" y="2227"/>
                    <a:pt x="233" y="2264"/>
                    <a:pt x="196" y="2264"/>
                  </a:cubicBezTo>
                  <a:cubicBezTo>
                    <a:pt x="149" y="2264"/>
                    <a:pt x="112" y="2227"/>
                    <a:pt x="112" y="2181"/>
                  </a:cubicBezTo>
                  <a:lnTo>
                    <a:pt x="112" y="196"/>
                  </a:lnTo>
                  <a:cubicBezTo>
                    <a:pt x="112" y="149"/>
                    <a:pt x="149" y="122"/>
                    <a:pt x="196" y="122"/>
                  </a:cubicBezTo>
                  <a:close/>
                  <a:moveTo>
                    <a:pt x="196" y="1"/>
                  </a:moveTo>
                  <a:cubicBezTo>
                    <a:pt x="84" y="1"/>
                    <a:pt x="1" y="84"/>
                    <a:pt x="1" y="196"/>
                  </a:cubicBezTo>
                  <a:lnTo>
                    <a:pt x="1" y="2181"/>
                  </a:lnTo>
                  <a:cubicBezTo>
                    <a:pt x="1" y="2292"/>
                    <a:pt x="84" y="2376"/>
                    <a:pt x="196" y="2376"/>
                  </a:cubicBezTo>
                  <a:cubicBezTo>
                    <a:pt x="298" y="2376"/>
                    <a:pt x="381" y="2292"/>
                    <a:pt x="381" y="2181"/>
                  </a:cubicBezTo>
                  <a:lnTo>
                    <a:pt x="381" y="196"/>
                  </a:ln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3">
              <a:extLst>
                <a:ext uri="{FF2B5EF4-FFF2-40B4-BE49-F238E27FC236}">
                  <a16:creationId xmlns:a16="http://schemas.microsoft.com/office/drawing/2014/main" id="{C597DB76-BF4C-1577-0DAB-DC6E7BFB6E08}"/>
                </a:ext>
              </a:extLst>
            </p:cNvPr>
            <p:cNvSpPr/>
            <p:nvPr/>
          </p:nvSpPr>
          <p:spPr>
            <a:xfrm>
              <a:off x="1778275" y="2410475"/>
              <a:ext cx="261400" cy="477775"/>
            </a:xfrm>
            <a:custGeom>
              <a:avLst/>
              <a:gdLst/>
              <a:ahLst/>
              <a:cxnLst/>
              <a:rect l="l" t="t" r="r" b="b"/>
              <a:pathLst>
                <a:path w="10456" h="19111" extrusionOk="0">
                  <a:moveTo>
                    <a:pt x="1596" y="0"/>
                  </a:moveTo>
                  <a:cubicBezTo>
                    <a:pt x="715" y="0"/>
                    <a:pt x="1" y="724"/>
                    <a:pt x="1" y="1605"/>
                  </a:cubicBezTo>
                  <a:lnTo>
                    <a:pt x="1" y="17505"/>
                  </a:lnTo>
                  <a:cubicBezTo>
                    <a:pt x="1" y="18396"/>
                    <a:pt x="715" y="19110"/>
                    <a:pt x="1596" y="19110"/>
                  </a:cubicBezTo>
                  <a:lnTo>
                    <a:pt x="8850" y="19110"/>
                  </a:lnTo>
                  <a:cubicBezTo>
                    <a:pt x="9732" y="19110"/>
                    <a:pt x="10455" y="18396"/>
                    <a:pt x="10455" y="17505"/>
                  </a:cubicBezTo>
                  <a:lnTo>
                    <a:pt x="10455" y="1605"/>
                  </a:lnTo>
                  <a:cubicBezTo>
                    <a:pt x="10455" y="724"/>
                    <a:pt x="9732" y="0"/>
                    <a:pt x="88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3">
              <a:extLst>
                <a:ext uri="{FF2B5EF4-FFF2-40B4-BE49-F238E27FC236}">
                  <a16:creationId xmlns:a16="http://schemas.microsoft.com/office/drawing/2014/main" id="{3DE01BDE-0F27-0B0A-9B4A-D557BFFFF4DF}"/>
                </a:ext>
              </a:extLst>
            </p:cNvPr>
            <p:cNvSpPr/>
            <p:nvPr/>
          </p:nvSpPr>
          <p:spPr>
            <a:xfrm>
              <a:off x="1776650" y="2409075"/>
              <a:ext cx="264425" cy="480550"/>
            </a:xfrm>
            <a:custGeom>
              <a:avLst/>
              <a:gdLst/>
              <a:ahLst/>
              <a:cxnLst/>
              <a:rect l="l" t="t" r="r" b="b"/>
              <a:pathLst>
                <a:path w="10577" h="19222" extrusionOk="0">
                  <a:moveTo>
                    <a:pt x="8915" y="112"/>
                  </a:moveTo>
                  <a:cubicBezTo>
                    <a:pt x="9769" y="112"/>
                    <a:pt x="10455" y="808"/>
                    <a:pt x="10455" y="1661"/>
                  </a:cubicBezTo>
                  <a:lnTo>
                    <a:pt x="10455" y="17561"/>
                  </a:lnTo>
                  <a:cubicBezTo>
                    <a:pt x="10455" y="18415"/>
                    <a:pt x="9769" y="19110"/>
                    <a:pt x="8915" y="19110"/>
                  </a:cubicBezTo>
                  <a:lnTo>
                    <a:pt x="1661" y="19110"/>
                  </a:lnTo>
                  <a:cubicBezTo>
                    <a:pt x="817" y="19110"/>
                    <a:pt x="121" y="18415"/>
                    <a:pt x="121" y="17561"/>
                  </a:cubicBezTo>
                  <a:lnTo>
                    <a:pt x="121" y="1661"/>
                  </a:lnTo>
                  <a:cubicBezTo>
                    <a:pt x="121" y="808"/>
                    <a:pt x="817" y="112"/>
                    <a:pt x="1661" y="112"/>
                  </a:cubicBezTo>
                  <a:close/>
                  <a:moveTo>
                    <a:pt x="1661" y="1"/>
                  </a:moveTo>
                  <a:cubicBezTo>
                    <a:pt x="752" y="1"/>
                    <a:pt x="1" y="743"/>
                    <a:pt x="1" y="1661"/>
                  </a:cubicBezTo>
                  <a:lnTo>
                    <a:pt x="1" y="17561"/>
                  </a:lnTo>
                  <a:cubicBezTo>
                    <a:pt x="1" y="18480"/>
                    <a:pt x="752" y="19222"/>
                    <a:pt x="1661" y="19222"/>
                  </a:cubicBezTo>
                  <a:lnTo>
                    <a:pt x="8915" y="19222"/>
                  </a:lnTo>
                  <a:cubicBezTo>
                    <a:pt x="9834" y="19222"/>
                    <a:pt x="10576" y="18480"/>
                    <a:pt x="10576" y="17561"/>
                  </a:cubicBezTo>
                  <a:lnTo>
                    <a:pt x="10576" y="1661"/>
                  </a:lnTo>
                  <a:cubicBezTo>
                    <a:pt x="10576" y="743"/>
                    <a:pt x="9834" y="1"/>
                    <a:pt x="89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3">
              <a:extLst>
                <a:ext uri="{FF2B5EF4-FFF2-40B4-BE49-F238E27FC236}">
                  <a16:creationId xmlns:a16="http://schemas.microsoft.com/office/drawing/2014/main" id="{81DEBD43-31F9-1444-AE8D-8AB1CE2DCB9E}"/>
                </a:ext>
              </a:extLst>
            </p:cNvPr>
            <p:cNvSpPr/>
            <p:nvPr/>
          </p:nvSpPr>
          <p:spPr>
            <a:xfrm>
              <a:off x="1902125" y="2430650"/>
              <a:ext cx="13700" cy="13700"/>
            </a:xfrm>
            <a:custGeom>
              <a:avLst/>
              <a:gdLst/>
              <a:ahLst/>
              <a:cxnLst/>
              <a:rect l="l" t="t" r="r" b="b"/>
              <a:pathLst>
                <a:path w="548" h="548" extrusionOk="0">
                  <a:moveTo>
                    <a:pt x="269" y="84"/>
                  </a:moveTo>
                  <a:cubicBezTo>
                    <a:pt x="371" y="84"/>
                    <a:pt x="455" y="167"/>
                    <a:pt x="455" y="269"/>
                  </a:cubicBezTo>
                  <a:cubicBezTo>
                    <a:pt x="455" y="371"/>
                    <a:pt x="371" y="455"/>
                    <a:pt x="269" y="455"/>
                  </a:cubicBezTo>
                  <a:cubicBezTo>
                    <a:pt x="167" y="455"/>
                    <a:pt x="84" y="371"/>
                    <a:pt x="84" y="269"/>
                  </a:cubicBezTo>
                  <a:cubicBezTo>
                    <a:pt x="84" y="167"/>
                    <a:pt x="167" y="84"/>
                    <a:pt x="269" y="84"/>
                  </a:cubicBezTo>
                  <a:close/>
                  <a:moveTo>
                    <a:pt x="269" y="0"/>
                  </a:moveTo>
                  <a:cubicBezTo>
                    <a:pt x="121" y="0"/>
                    <a:pt x="0" y="121"/>
                    <a:pt x="0" y="269"/>
                  </a:cubicBezTo>
                  <a:cubicBezTo>
                    <a:pt x="0" y="418"/>
                    <a:pt x="121" y="548"/>
                    <a:pt x="269" y="548"/>
                  </a:cubicBezTo>
                  <a:cubicBezTo>
                    <a:pt x="418" y="548"/>
                    <a:pt x="548" y="418"/>
                    <a:pt x="548" y="269"/>
                  </a:cubicBezTo>
                  <a:cubicBezTo>
                    <a:pt x="54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3">
              <a:extLst>
                <a:ext uri="{FF2B5EF4-FFF2-40B4-BE49-F238E27FC236}">
                  <a16:creationId xmlns:a16="http://schemas.microsoft.com/office/drawing/2014/main" id="{4B9BD94D-953F-8574-B04C-2A0E4A88898B}"/>
                </a:ext>
              </a:extLst>
            </p:cNvPr>
            <p:cNvSpPr/>
            <p:nvPr/>
          </p:nvSpPr>
          <p:spPr>
            <a:xfrm>
              <a:off x="1859900" y="2433900"/>
              <a:ext cx="33900" cy="7200"/>
            </a:xfrm>
            <a:custGeom>
              <a:avLst/>
              <a:gdLst/>
              <a:ahLst/>
              <a:cxnLst/>
              <a:rect l="l" t="t" r="r" b="b"/>
              <a:pathLst>
                <a:path w="1356" h="288" extrusionOk="0">
                  <a:moveTo>
                    <a:pt x="1207" y="84"/>
                  </a:moveTo>
                  <a:cubicBezTo>
                    <a:pt x="1244" y="84"/>
                    <a:pt x="1263" y="112"/>
                    <a:pt x="1263" y="139"/>
                  </a:cubicBezTo>
                  <a:cubicBezTo>
                    <a:pt x="1263" y="176"/>
                    <a:pt x="1244" y="195"/>
                    <a:pt x="1207" y="195"/>
                  </a:cubicBezTo>
                  <a:lnTo>
                    <a:pt x="140" y="195"/>
                  </a:lnTo>
                  <a:cubicBezTo>
                    <a:pt x="112" y="195"/>
                    <a:pt x="84" y="176"/>
                    <a:pt x="84" y="139"/>
                  </a:cubicBezTo>
                  <a:cubicBezTo>
                    <a:pt x="84" y="112"/>
                    <a:pt x="112" y="84"/>
                    <a:pt x="140" y="84"/>
                  </a:cubicBezTo>
                  <a:close/>
                  <a:moveTo>
                    <a:pt x="140" y="0"/>
                  </a:moveTo>
                  <a:cubicBezTo>
                    <a:pt x="57" y="0"/>
                    <a:pt x="1" y="65"/>
                    <a:pt x="1" y="149"/>
                  </a:cubicBezTo>
                  <a:cubicBezTo>
                    <a:pt x="1" y="223"/>
                    <a:pt x="66" y="288"/>
                    <a:pt x="140" y="288"/>
                  </a:cubicBezTo>
                  <a:lnTo>
                    <a:pt x="1207" y="288"/>
                  </a:lnTo>
                  <a:cubicBezTo>
                    <a:pt x="1290" y="288"/>
                    <a:pt x="1355" y="223"/>
                    <a:pt x="1355" y="149"/>
                  </a:cubicBezTo>
                  <a:cubicBezTo>
                    <a:pt x="1355" y="65"/>
                    <a:pt x="1290" y="0"/>
                    <a:pt x="12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3">
              <a:extLst>
                <a:ext uri="{FF2B5EF4-FFF2-40B4-BE49-F238E27FC236}">
                  <a16:creationId xmlns:a16="http://schemas.microsoft.com/office/drawing/2014/main" id="{B8A84D49-D908-6020-967D-AEA93F8974C2}"/>
                </a:ext>
              </a:extLst>
            </p:cNvPr>
            <p:cNvSpPr/>
            <p:nvPr/>
          </p:nvSpPr>
          <p:spPr>
            <a:xfrm>
              <a:off x="1924625" y="2433900"/>
              <a:ext cx="33875" cy="7200"/>
            </a:xfrm>
            <a:custGeom>
              <a:avLst/>
              <a:gdLst/>
              <a:ahLst/>
              <a:cxnLst/>
              <a:rect l="l" t="t" r="r" b="b"/>
              <a:pathLst>
                <a:path w="1355" h="288" extrusionOk="0">
                  <a:moveTo>
                    <a:pt x="1215" y="84"/>
                  </a:moveTo>
                  <a:cubicBezTo>
                    <a:pt x="1243" y="84"/>
                    <a:pt x="1271" y="112"/>
                    <a:pt x="1271" y="139"/>
                  </a:cubicBezTo>
                  <a:cubicBezTo>
                    <a:pt x="1271" y="176"/>
                    <a:pt x="1243" y="195"/>
                    <a:pt x="1215" y="195"/>
                  </a:cubicBezTo>
                  <a:lnTo>
                    <a:pt x="149" y="195"/>
                  </a:lnTo>
                  <a:cubicBezTo>
                    <a:pt x="111" y="195"/>
                    <a:pt x="93" y="176"/>
                    <a:pt x="93" y="139"/>
                  </a:cubicBezTo>
                  <a:cubicBezTo>
                    <a:pt x="93" y="112"/>
                    <a:pt x="111" y="84"/>
                    <a:pt x="149" y="84"/>
                  </a:cubicBezTo>
                  <a:close/>
                  <a:moveTo>
                    <a:pt x="149" y="0"/>
                  </a:moveTo>
                  <a:cubicBezTo>
                    <a:pt x="65" y="0"/>
                    <a:pt x="0" y="65"/>
                    <a:pt x="0" y="149"/>
                  </a:cubicBezTo>
                  <a:cubicBezTo>
                    <a:pt x="0" y="223"/>
                    <a:pt x="65" y="288"/>
                    <a:pt x="149" y="288"/>
                  </a:cubicBezTo>
                  <a:lnTo>
                    <a:pt x="1215" y="288"/>
                  </a:lnTo>
                  <a:cubicBezTo>
                    <a:pt x="1290" y="288"/>
                    <a:pt x="1355" y="223"/>
                    <a:pt x="1355" y="149"/>
                  </a:cubicBezTo>
                  <a:cubicBezTo>
                    <a:pt x="1355" y="65"/>
                    <a:pt x="1290" y="0"/>
                    <a:pt x="1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3">
              <a:extLst>
                <a:ext uri="{FF2B5EF4-FFF2-40B4-BE49-F238E27FC236}">
                  <a16:creationId xmlns:a16="http://schemas.microsoft.com/office/drawing/2014/main" id="{2EA76A38-27CA-34CD-8844-01586AD1B1FE}"/>
                </a:ext>
              </a:extLst>
            </p:cNvPr>
            <p:cNvSpPr/>
            <p:nvPr/>
          </p:nvSpPr>
          <p:spPr>
            <a:xfrm>
              <a:off x="1798675" y="2455700"/>
              <a:ext cx="220600" cy="392200"/>
            </a:xfrm>
            <a:custGeom>
              <a:avLst/>
              <a:gdLst/>
              <a:ahLst/>
              <a:cxnLst/>
              <a:rect l="l" t="t" r="r" b="b"/>
              <a:pathLst>
                <a:path w="8824" h="15688" extrusionOk="0">
                  <a:moveTo>
                    <a:pt x="1" y="0"/>
                  </a:moveTo>
                  <a:lnTo>
                    <a:pt x="1" y="15687"/>
                  </a:lnTo>
                  <a:lnTo>
                    <a:pt x="8823" y="15687"/>
                  </a:lnTo>
                  <a:lnTo>
                    <a:pt x="882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3">
              <a:extLst>
                <a:ext uri="{FF2B5EF4-FFF2-40B4-BE49-F238E27FC236}">
                  <a16:creationId xmlns:a16="http://schemas.microsoft.com/office/drawing/2014/main" id="{0AF3E868-FAC7-A515-699B-53A8A7FA2AB7}"/>
                </a:ext>
              </a:extLst>
            </p:cNvPr>
            <p:cNvSpPr/>
            <p:nvPr/>
          </p:nvSpPr>
          <p:spPr>
            <a:xfrm>
              <a:off x="1797050" y="2454300"/>
              <a:ext cx="223600" cy="394975"/>
            </a:xfrm>
            <a:custGeom>
              <a:avLst/>
              <a:gdLst/>
              <a:ahLst/>
              <a:cxnLst/>
              <a:rect l="l" t="t" r="r" b="b"/>
              <a:pathLst>
                <a:path w="8944" h="15799" extrusionOk="0">
                  <a:moveTo>
                    <a:pt x="8832" y="112"/>
                  </a:moveTo>
                  <a:lnTo>
                    <a:pt x="8832" y="15678"/>
                  </a:lnTo>
                  <a:lnTo>
                    <a:pt x="122" y="15678"/>
                  </a:lnTo>
                  <a:lnTo>
                    <a:pt x="122" y="112"/>
                  </a:lnTo>
                  <a:close/>
                  <a:moveTo>
                    <a:pt x="57" y="1"/>
                  </a:moveTo>
                  <a:cubicBezTo>
                    <a:pt x="29" y="1"/>
                    <a:pt x="1" y="19"/>
                    <a:pt x="1" y="56"/>
                  </a:cubicBezTo>
                  <a:lnTo>
                    <a:pt x="1" y="15743"/>
                  </a:lnTo>
                  <a:cubicBezTo>
                    <a:pt x="1" y="15771"/>
                    <a:pt x="29" y="15799"/>
                    <a:pt x="57" y="15799"/>
                  </a:cubicBezTo>
                  <a:lnTo>
                    <a:pt x="8888" y="15799"/>
                  </a:lnTo>
                  <a:cubicBezTo>
                    <a:pt x="8916" y="15799"/>
                    <a:pt x="8944" y="15771"/>
                    <a:pt x="8944" y="15743"/>
                  </a:cubicBezTo>
                  <a:lnTo>
                    <a:pt x="8944" y="56"/>
                  </a:lnTo>
                  <a:cubicBezTo>
                    <a:pt x="8944" y="19"/>
                    <a:pt x="8916" y="1"/>
                    <a:pt x="8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3">
              <a:extLst>
                <a:ext uri="{FF2B5EF4-FFF2-40B4-BE49-F238E27FC236}">
                  <a16:creationId xmlns:a16="http://schemas.microsoft.com/office/drawing/2014/main" id="{7A3D172F-C8BF-930D-C5AA-E9433D3FAD18}"/>
                </a:ext>
              </a:extLst>
            </p:cNvPr>
            <p:cNvSpPr/>
            <p:nvPr/>
          </p:nvSpPr>
          <p:spPr>
            <a:xfrm>
              <a:off x="1800075" y="2457075"/>
              <a:ext cx="217575" cy="30175"/>
            </a:xfrm>
            <a:custGeom>
              <a:avLst/>
              <a:gdLst/>
              <a:ahLst/>
              <a:cxnLst/>
              <a:rect l="l" t="t" r="r" b="b"/>
              <a:pathLst>
                <a:path w="8703" h="1207" extrusionOk="0">
                  <a:moveTo>
                    <a:pt x="1" y="1"/>
                  </a:moveTo>
                  <a:lnTo>
                    <a:pt x="1" y="1207"/>
                  </a:lnTo>
                  <a:lnTo>
                    <a:pt x="8702" y="1207"/>
                  </a:lnTo>
                  <a:lnTo>
                    <a:pt x="87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3">
              <a:extLst>
                <a:ext uri="{FF2B5EF4-FFF2-40B4-BE49-F238E27FC236}">
                  <a16:creationId xmlns:a16="http://schemas.microsoft.com/office/drawing/2014/main" id="{2FDE15AC-FED2-A4EE-A9A1-63B8E8F1F5BF}"/>
                </a:ext>
              </a:extLst>
            </p:cNvPr>
            <p:cNvSpPr/>
            <p:nvPr/>
          </p:nvSpPr>
          <p:spPr>
            <a:xfrm>
              <a:off x="1959625" y="2467050"/>
              <a:ext cx="9775" cy="9775"/>
            </a:xfrm>
            <a:custGeom>
              <a:avLst/>
              <a:gdLst/>
              <a:ahLst/>
              <a:cxnLst/>
              <a:rect l="l" t="t" r="r" b="b"/>
              <a:pathLst>
                <a:path w="391" h="391" extrusionOk="0">
                  <a:moveTo>
                    <a:pt x="196" y="94"/>
                  </a:moveTo>
                  <a:cubicBezTo>
                    <a:pt x="251" y="94"/>
                    <a:pt x="298" y="140"/>
                    <a:pt x="298" y="196"/>
                  </a:cubicBezTo>
                  <a:cubicBezTo>
                    <a:pt x="298" y="261"/>
                    <a:pt x="251" y="307"/>
                    <a:pt x="196" y="307"/>
                  </a:cubicBezTo>
                  <a:cubicBezTo>
                    <a:pt x="131" y="307"/>
                    <a:pt x="84" y="261"/>
                    <a:pt x="84" y="196"/>
                  </a:cubicBezTo>
                  <a:cubicBezTo>
                    <a:pt x="84" y="140"/>
                    <a:pt x="131" y="94"/>
                    <a:pt x="196" y="94"/>
                  </a:cubicBezTo>
                  <a:close/>
                  <a:moveTo>
                    <a:pt x="196" y="1"/>
                  </a:moveTo>
                  <a:cubicBezTo>
                    <a:pt x="84" y="1"/>
                    <a:pt x="1" y="94"/>
                    <a:pt x="1" y="196"/>
                  </a:cubicBezTo>
                  <a:cubicBezTo>
                    <a:pt x="1" y="307"/>
                    <a:pt x="84" y="390"/>
                    <a:pt x="196" y="390"/>
                  </a:cubicBezTo>
                  <a:cubicBezTo>
                    <a:pt x="298" y="390"/>
                    <a:pt x="391" y="307"/>
                    <a:pt x="391" y="196"/>
                  </a:cubicBezTo>
                  <a:cubicBezTo>
                    <a:pt x="391" y="94"/>
                    <a:pt x="298" y="1"/>
                    <a:pt x="1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3">
              <a:extLst>
                <a:ext uri="{FF2B5EF4-FFF2-40B4-BE49-F238E27FC236}">
                  <a16:creationId xmlns:a16="http://schemas.microsoft.com/office/drawing/2014/main" id="{05693451-2519-33E4-2AB3-2BBADFEC4015}"/>
                </a:ext>
              </a:extLst>
            </p:cNvPr>
            <p:cNvSpPr/>
            <p:nvPr/>
          </p:nvSpPr>
          <p:spPr>
            <a:xfrm>
              <a:off x="1979125" y="2467050"/>
              <a:ext cx="9750" cy="9775"/>
            </a:xfrm>
            <a:custGeom>
              <a:avLst/>
              <a:gdLst/>
              <a:ahLst/>
              <a:cxnLst/>
              <a:rect l="l" t="t" r="r" b="b"/>
              <a:pathLst>
                <a:path w="390" h="391" extrusionOk="0">
                  <a:moveTo>
                    <a:pt x="195" y="94"/>
                  </a:moveTo>
                  <a:cubicBezTo>
                    <a:pt x="260" y="94"/>
                    <a:pt x="306" y="140"/>
                    <a:pt x="306" y="196"/>
                  </a:cubicBezTo>
                  <a:cubicBezTo>
                    <a:pt x="306" y="261"/>
                    <a:pt x="260" y="307"/>
                    <a:pt x="195" y="307"/>
                  </a:cubicBezTo>
                  <a:cubicBezTo>
                    <a:pt x="139" y="307"/>
                    <a:pt x="93" y="261"/>
                    <a:pt x="93" y="196"/>
                  </a:cubicBezTo>
                  <a:cubicBezTo>
                    <a:pt x="93" y="140"/>
                    <a:pt x="139" y="94"/>
                    <a:pt x="195" y="94"/>
                  </a:cubicBezTo>
                  <a:close/>
                  <a:moveTo>
                    <a:pt x="195" y="1"/>
                  </a:moveTo>
                  <a:cubicBezTo>
                    <a:pt x="93" y="1"/>
                    <a:pt x="0" y="94"/>
                    <a:pt x="0" y="196"/>
                  </a:cubicBezTo>
                  <a:cubicBezTo>
                    <a:pt x="0" y="307"/>
                    <a:pt x="93" y="390"/>
                    <a:pt x="195" y="390"/>
                  </a:cubicBezTo>
                  <a:cubicBezTo>
                    <a:pt x="306" y="390"/>
                    <a:pt x="390" y="307"/>
                    <a:pt x="390" y="196"/>
                  </a:cubicBezTo>
                  <a:cubicBezTo>
                    <a:pt x="390" y="94"/>
                    <a:pt x="306"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3">
              <a:extLst>
                <a:ext uri="{FF2B5EF4-FFF2-40B4-BE49-F238E27FC236}">
                  <a16:creationId xmlns:a16="http://schemas.microsoft.com/office/drawing/2014/main" id="{C071831B-795D-1AC6-ECA6-38DE9264570F}"/>
                </a:ext>
              </a:extLst>
            </p:cNvPr>
            <p:cNvSpPr/>
            <p:nvPr/>
          </p:nvSpPr>
          <p:spPr>
            <a:xfrm>
              <a:off x="1999300" y="2467050"/>
              <a:ext cx="9750" cy="9775"/>
            </a:xfrm>
            <a:custGeom>
              <a:avLst/>
              <a:gdLst/>
              <a:ahLst/>
              <a:cxnLst/>
              <a:rect l="l" t="t" r="r" b="b"/>
              <a:pathLst>
                <a:path w="390" h="391" extrusionOk="0">
                  <a:moveTo>
                    <a:pt x="195" y="94"/>
                  </a:moveTo>
                  <a:cubicBezTo>
                    <a:pt x="251" y="94"/>
                    <a:pt x="297" y="140"/>
                    <a:pt x="297" y="196"/>
                  </a:cubicBezTo>
                  <a:cubicBezTo>
                    <a:pt x="297" y="261"/>
                    <a:pt x="251" y="307"/>
                    <a:pt x="195" y="307"/>
                  </a:cubicBezTo>
                  <a:cubicBezTo>
                    <a:pt x="130" y="307"/>
                    <a:pt x="84" y="261"/>
                    <a:pt x="84" y="196"/>
                  </a:cubicBezTo>
                  <a:cubicBezTo>
                    <a:pt x="84" y="140"/>
                    <a:pt x="130" y="94"/>
                    <a:pt x="195" y="94"/>
                  </a:cubicBezTo>
                  <a:close/>
                  <a:moveTo>
                    <a:pt x="195" y="1"/>
                  </a:moveTo>
                  <a:cubicBezTo>
                    <a:pt x="84" y="1"/>
                    <a:pt x="0" y="94"/>
                    <a:pt x="0" y="196"/>
                  </a:cubicBezTo>
                  <a:cubicBezTo>
                    <a:pt x="0" y="307"/>
                    <a:pt x="84" y="390"/>
                    <a:pt x="195" y="390"/>
                  </a:cubicBezTo>
                  <a:cubicBezTo>
                    <a:pt x="297" y="390"/>
                    <a:pt x="390" y="307"/>
                    <a:pt x="390" y="196"/>
                  </a:cubicBezTo>
                  <a:cubicBezTo>
                    <a:pt x="390" y="94"/>
                    <a:pt x="297"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3">
              <a:extLst>
                <a:ext uri="{FF2B5EF4-FFF2-40B4-BE49-F238E27FC236}">
                  <a16:creationId xmlns:a16="http://schemas.microsoft.com/office/drawing/2014/main" id="{F61F04CB-E1C7-4BD4-7D38-394297D0D355}"/>
                </a:ext>
              </a:extLst>
            </p:cNvPr>
            <p:cNvSpPr/>
            <p:nvPr/>
          </p:nvSpPr>
          <p:spPr>
            <a:xfrm>
              <a:off x="1833700" y="2530600"/>
              <a:ext cx="69825" cy="3050"/>
            </a:xfrm>
            <a:custGeom>
              <a:avLst/>
              <a:gdLst/>
              <a:ahLst/>
              <a:cxnLst/>
              <a:rect l="l" t="t" r="r" b="b"/>
              <a:pathLst>
                <a:path w="2793" h="122" extrusionOk="0">
                  <a:moveTo>
                    <a:pt x="56" y="1"/>
                  </a:moveTo>
                  <a:cubicBezTo>
                    <a:pt x="19" y="1"/>
                    <a:pt x="1" y="28"/>
                    <a:pt x="1" y="66"/>
                  </a:cubicBezTo>
                  <a:cubicBezTo>
                    <a:pt x="1" y="93"/>
                    <a:pt x="19" y="121"/>
                    <a:pt x="56" y="121"/>
                  </a:cubicBezTo>
                  <a:lnTo>
                    <a:pt x="2737" y="121"/>
                  </a:lnTo>
                  <a:cubicBezTo>
                    <a:pt x="2765" y="121"/>
                    <a:pt x="2793" y="93"/>
                    <a:pt x="2793" y="66"/>
                  </a:cubicBezTo>
                  <a:cubicBezTo>
                    <a:pt x="2793" y="28"/>
                    <a:pt x="2765" y="1"/>
                    <a:pt x="27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3">
              <a:extLst>
                <a:ext uri="{FF2B5EF4-FFF2-40B4-BE49-F238E27FC236}">
                  <a16:creationId xmlns:a16="http://schemas.microsoft.com/office/drawing/2014/main" id="{7353E387-342B-D8D5-D92D-8F45C28FF763}"/>
                </a:ext>
              </a:extLst>
            </p:cNvPr>
            <p:cNvSpPr/>
            <p:nvPr/>
          </p:nvSpPr>
          <p:spPr>
            <a:xfrm>
              <a:off x="1917425" y="2530600"/>
              <a:ext cx="26925" cy="3050"/>
            </a:xfrm>
            <a:custGeom>
              <a:avLst/>
              <a:gdLst/>
              <a:ahLst/>
              <a:cxnLst/>
              <a:rect l="l" t="t" r="r" b="b"/>
              <a:pathLst>
                <a:path w="1077" h="122" extrusionOk="0">
                  <a:moveTo>
                    <a:pt x="56" y="1"/>
                  </a:moveTo>
                  <a:cubicBezTo>
                    <a:pt x="28" y="1"/>
                    <a:pt x="1" y="28"/>
                    <a:pt x="1" y="66"/>
                  </a:cubicBezTo>
                  <a:cubicBezTo>
                    <a:pt x="1" y="93"/>
                    <a:pt x="28" y="121"/>
                    <a:pt x="56" y="121"/>
                  </a:cubicBezTo>
                  <a:lnTo>
                    <a:pt x="1012" y="121"/>
                  </a:lnTo>
                  <a:cubicBezTo>
                    <a:pt x="1049" y="121"/>
                    <a:pt x="1077" y="93"/>
                    <a:pt x="1077" y="66"/>
                  </a:cubicBezTo>
                  <a:cubicBezTo>
                    <a:pt x="107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3">
              <a:extLst>
                <a:ext uri="{FF2B5EF4-FFF2-40B4-BE49-F238E27FC236}">
                  <a16:creationId xmlns:a16="http://schemas.microsoft.com/office/drawing/2014/main" id="{F6D8E35B-2F8D-13A2-6512-5AF88DF41B3C}"/>
                </a:ext>
              </a:extLst>
            </p:cNvPr>
            <p:cNvSpPr/>
            <p:nvPr/>
          </p:nvSpPr>
          <p:spPr>
            <a:xfrm>
              <a:off x="1960575" y="253060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3">
              <a:extLst>
                <a:ext uri="{FF2B5EF4-FFF2-40B4-BE49-F238E27FC236}">
                  <a16:creationId xmlns:a16="http://schemas.microsoft.com/office/drawing/2014/main" id="{482BF9B2-4DF2-CD02-2482-E6E380C46D1A}"/>
                </a:ext>
              </a:extLst>
            </p:cNvPr>
            <p:cNvSpPr/>
            <p:nvPr/>
          </p:nvSpPr>
          <p:spPr>
            <a:xfrm>
              <a:off x="1915350" y="2582550"/>
              <a:ext cx="70050" cy="3050"/>
            </a:xfrm>
            <a:custGeom>
              <a:avLst/>
              <a:gdLst/>
              <a:ahLst/>
              <a:cxnLst/>
              <a:rect l="l" t="t" r="r" b="b"/>
              <a:pathLst>
                <a:path w="2802" h="122" extrusionOk="0">
                  <a:moveTo>
                    <a:pt x="65" y="1"/>
                  </a:moveTo>
                  <a:cubicBezTo>
                    <a:pt x="28" y="1"/>
                    <a:pt x="0" y="28"/>
                    <a:pt x="0" y="56"/>
                  </a:cubicBezTo>
                  <a:cubicBezTo>
                    <a:pt x="0" y="93"/>
                    <a:pt x="28" y="121"/>
                    <a:pt x="65" y="121"/>
                  </a:cubicBezTo>
                  <a:lnTo>
                    <a:pt x="2746" y="121"/>
                  </a:lnTo>
                  <a:cubicBezTo>
                    <a:pt x="2774" y="121"/>
                    <a:pt x="2802" y="93"/>
                    <a:pt x="2802" y="56"/>
                  </a:cubicBezTo>
                  <a:cubicBezTo>
                    <a:pt x="2802" y="28"/>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3">
              <a:extLst>
                <a:ext uri="{FF2B5EF4-FFF2-40B4-BE49-F238E27FC236}">
                  <a16:creationId xmlns:a16="http://schemas.microsoft.com/office/drawing/2014/main" id="{2D0B261C-A1B7-BA8F-FE52-3C7D65FD3900}"/>
                </a:ext>
              </a:extLst>
            </p:cNvPr>
            <p:cNvSpPr/>
            <p:nvPr/>
          </p:nvSpPr>
          <p:spPr>
            <a:xfrm>
              <a:off x="1874750" y="2582550"/>
              <a:ext cx="26700" cy="3050"/>
            </a:xfrm>
            <a:custGeom>
              <a:avLst/>
              <a:gdLst/>
              <a:ahLst/>
              <a:cxnLst/>
              <a:rect l="l" t="t" r="r" b="b"/>
              <a:pathLst>
                <a:path w="1068" h="122" extrusionOk="0">
                  <a:moveTo>
                    <a:pt x="56" y="1"/>
                  </a:moveTo>
                  <a:cubicBezTo>
                    <a:pt x="28" y="1"/>
                    <a:pt x="1" y="28"/>
                    <a:pt x="1" y="56"/>
                  </a:cubicBezTo>
                  <a:cubicBezTo>
                    <a:pt x="1" y="93"/>
                    <a:pt x="28" y="121"/>
                    <a:pt x="56" y="121"/>
                  </a:cubicBezTo>
                  <a:lnTo>
                    <a:pt x="1012" y="121"/>
                  </a:lnTo>
                  <a:cubicBezTo>
                    <a:pt x="1049" y="121"/>
                    <a:pt x="1067" y="93"/>
                    <a:pt x="1067" y="56"/>
                  </a:cubicBezTo>
                  <a:cubicBezTo>
                    <a:pt x="106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3">
              <a:extLst>
                <a:ext uri="{FF2B5EF4-FFF2-40B4-BE49-F238E27FC236}">
                  <a16:creationId xmlns:a16="http://schemas.microsoft.com/office/drawing/2014/main" id="{636C73AC-349D-B7B4-EEB4-17FE24CCFAAB}"/>
                </a:ext>
              </a:extLst>
            </p:cNvPr>
            <p:cNvSpPr/>
            <p:nvPr/>
          </p:nvSpPr>
          <p:spPr>
            <a:xfrm>
              <a:off x="1833700" y="2582550"/>
              <a:ext cx="24850" cy="3050"/>
            </a:xfrm>
            <a:custGeom>
              <a:avLst/>
              <a:gdLst/>
              <a:ahLst/>
              <a:cxnLst/>
              <a:rect l="l" t="t" r="r" b="b"/>
              <a:pathLst>
                <a:path w="994" h="122" extrusionOk="0">
                  <a:moveTo>
                    <a:pt x="56" y="1"/>
                  </a:moveTo>
                  <a:cubicBezTo>
                    <a:pt x="19" y="1"/>
                    <a:pt x="1" y="28"/>
                    <a:pt x="1" y="56"/>
                  </a:cubicBezTo>
                  <a:cubicBezTo>
                    <a:pt x="1" y="93"/>
                    <a:pt x="19" y="121"/>
                    <a:pt x="56" y="121"/>
                  </a:cubicBezTo>
                  <a:lnTo>
                    <a:pt x="938" y="121"/>
                  </a:lnTo>
                  <a:cubicBezTo>
                    <a:pt x="965" y="121"/>
                    <a:pt x="993" y="93"/>
                    <a:pt x="993" y="56"/>
                  </a:cubicBezTo>
                  <a:cubicBezTo>
                    <a:pt x="993" y="28"/>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a:extLst>
                <a:ext uri="{FF2B5EF4-FFF2-40B4-BE49-F238E27FC236}">
                  <a16:creationId xmlns:a16="http://schemas.microsoft.com/office/drawing/2014/main" id="{49286633-2A79-18B4-98C9-8BD091A39BAB}"/>
                </a:ext>
              </a:extLst>
            </p:cNvPr>
            <p:cNvSpPr/>
            <p:nvPr/>
          </p:nvSpPr>
          <p:spPr>
            <a:xfrm>
              <a:off x="1833700" y="2556350"/>
              <a:ext cx="37375" cy="3025"/>
            </a:xfrm>
            <a:custGeom>
              <a:avLst/>
              <a:gdLst/>
              <a:ahLst/>
              <a:cxnLst/>
              <a:rect l="l" t="t" r="r" b="b"/>
              <a:pathLst>
                <a:path w="1495" h="121" extrusionOk="0">
                  <a:moveTo>
                    <a:pt x="56" y="0"/>
                  </a:moveTo>
                  <a:cubicBezTo>
                    <a:pt x="19" y="0"/>
                    <a:pt x="1" y="28"/>
                    <a:pt x="1" y="56"/>
                  </a:cubicBezTo>
                  <a:cubicBezTo>
                    <a:pt x="1" y="93"/>
                    <a:pt x="19" y="121"/>
                    <a:pt x="56" y="121"/>
                  </a:cubicBezTo>
                  <a:lnTo>
                    <a:pt x="1439" y="121"/>
                  </a:lnTo>
                  <a:cubicBezTo>
                    <a:pt x="1466" y="121"/>
                    <a:pt x="1494" y="93"/>
                    <a:pt x="1494" y="56"/>
                  </a:cubicBezTo>
                  <a:cubicBezTo>
                    <a:pt x="1494" y="28"/>
                    <a:pt x="1466" y="0"/>
                    <a:pt x="1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a:extLst>
                <a:ext uri="{FF2B5EF4-FFF2-40B4-BE49-F238E27FC236}">
                  <a16:creationId xmlns:a16="http://schemas.microsoft.com/office/drawing/2014/main" id="{BB8170A4-3AA7-677A-926E-E7124BC2F99F}"/>
                </a:ext>
              </a:extLst>
            </p:cNvPr>
            <p:cNvSpPr/>
            <p:nvPr/>
          </p:nvSpPr>
          <p:spPr>
            <a:xfrm>
              <a:off x="1882650" y="2556350"/>
              <a:ext cx="61700" cy="3025"/>
            </a:xfrm>
            <a:custGeom>
              <a:avLst/>
              <a:gdLst/>
              <a:ahLst/>
              <a:cxnLst/>
              <a:rect l="l" t="t" r="r" b="b"/>
              <a:pathLst>
                <a:path w="2468" h="121" extrusionOk="0">
                  <a:moveTo>
                    <a:pt x="65" y="0"/>
                  </a:moveTo>
                  <a:cubicBezTo>
                    <a:pt x="28" y="0"/>
                    <a:pt x="0" y="28"/>
                    <a:pt x="0" y="56"/>
                  </a:cubicBezTo>
                  <a:cubicBezTo>
                    <a:pt x="0" y="93"/>
                    <a:pt x="28" y="121"/>
                    <a:pt x="65" y="121"/>
                  </a:cubicBezTo>
                  <a:lnTo>
                    <a:pt x="2403" y="121"/>
                  </a:lnTo>
                  <a:cubicBezTo>
                    <a:pt x="2440" y="121"/>
                    <a:pt x="2468" y="93"/>
                    <a:pt x="2468" y="56"/>
                  </a:cubicBezTo>
                  <a:cubicBezTo>
                    <a:pt x="2468" y="28"/>
                    <a:pt x="2440" y="0"/>
                    <a:pt x="24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a:extLst>
                <a:ext uri="{FF2B5EF4-FFF2-40B4-BE49-F238E27FC236}">
                  <a16:creationId xmlns:a16="http://schemas.microsoft.com/office/drawing/2014/main" id="{406EB464-A3C8-A63A-5E16-CB4820A7E09F}"/>
                </a:ext>
              </a:extLst>
            </p:cNvPr>
            <p:cNvSpPr/>
            <p:nvPr/>
          </p:nvSpPr>
          <p:spPr>
            <a:xfrm>
              <a:off x="1960575" y="2556350"/>
              <a:ext cx="24825" cy="3025"/>
            </a:xfrm>
            <a:custGeom>
              <a:avLst/>
              <a:gdLst/>
              <a:ahLst/>
              <a:cxnLst/>
              <a:rect l="l" t="t" r="r" b="b"/>
              <a:pathLst>
                <a:path w="993" h="121" extrusionOk="0">
                  <a:moveTo>
                    <a:pt x="56" y="0"/>
                  </a:moveTo>
                  <a:cubicBezTo>
                    <a:pt x="19" y="0"/>
                    <a:pt x="0" y="28"/>
                    <a:pt x="0" y="56"/>
                  </a:cubicBezTo>
                  <a:cubicBezTo>
                    <a:pt x="0" y="93"/>
                    <a:pt x="19" y="121"/>
                    <a:pt x="56" y="121"/>
                  </a:cubicBezTo>
                  <a:lnTo>
                    <a:pt x="937" y="121"/>
                  </a:lnTo>
                  <a:cubicBezTo>
                    <a:pt x="965" y="121"/>
                    <a:pt x="993" y="93"/>
                    <a:pt x="993" y="56"/>
                  </a:cubicBezTo>
                  <a:cubicBezTo>
                    <a:pt x="993" y="28"/>
                    <a:pt x="965" y="0"/>
                    <a:pt x="9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a:extLst>
                <a:ext uri="{FF2B5EF4-FFF2-40B4-BE49-F238E27FC236}">
                  <a16:creationId xmlns:a16="http://schemas.microsoft.com/office/drawing/2014/main" id="{250E3C30-A0D4-ADB3-8607-C3FD2F23F1FF}"/>
                </a:ext>
              </a:extLst>
            </p:cNvPr>
            <p:cNvSpPr/>
            <p:nvPr/>
          </p:nvSpPr>
          <p:spPr>
            <a:xfrm>
              <a:off x="1833700" y="2605750"/>
              <a:ext cx="69825" cy="2800"/>
            </a:xfrm>
            <a:custGeom>
              <a:avLst/>
              <a:gdLst/>
              <a:ahLst/>
              <a:cxnLst/>
              <a:rect l="l" t="t" r="r" b="b"/>
              <a:pathLst>
                <a:path w="2793" h="112" extrusionOk="0">
                  <a:moveTo>
                    <a:pt x="56" y="0"/>
                  </a:moveTo>
                  <a:cubicBezTo>
                    <a:pt x="19" y="0"/>
                    <a:pt x="1" y="19"/>
                    <a:pt x="1" y="56"/>
                  </a:cubicBezTo>
                  <a:cubicBezTo>
                    <a:pt x="1" y="84"/>
                    <a:pt x="19" y="112"/>
                    <a:pt x="56" y="112"/>
                  </a:cubicBezTo>
                  <a:lnTo>
                    <a:pt x="2737" y="112"/>
                  </a:lnTo>
                  <a:cubicBezTo>
                    <a:pt x="2765" y="112"/>
                    <a:pt x="2793" y="84"/>
                    <a:pt x="2793" y="56"/>
                  </a:cubicBezTo>
                  <a:cubicBezTo>
                    <a:pt x="2793" y="19"/>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3">
              <a:extLst>
                <a:ext uri="{FF2B5EF4-FFF2-40B4-BE49-F238E27FC236}">
                  <a16:creationId xmlns:a16="http://schemas.microsoft.com/office/drawing/2014/main" id="{CC31FB9C-CF5D-B70A-F8CF-230F750F9C0B}"/>
                </a:ext>
              </a:extLst>
            </p:cNvPr>
            <p:cNvSpPr/>
            <p:nvPr/>
          </p:nvSpPr>
          <p:spPr>
            <a:xfrm>
              <a:off x="1917425" y="2605750"/>
              <a:ext cx="26925" cy="2800"/>
            </a:xfrm>
            <a:custGeom>
              <a:avLst/>
              <a:gdLst/>
              <a:ahLst/>
              <a:cxnLst/>
              <a:rect l="l" t="t" r="r" b="b"/>
              <a:pathLst>
                <a:path w="1077" h="112" extrusionOk="0">
                  <a:moveTo>
                    <a:pt x="56" y="0"/>
                  </a:moveTo>
                  <a:cubicBezTo>
                    <a:pt x="28" y="0"/>
                    <a:pt x="1" y="19"/>
                    <a:pt x="1" y="56"/>
                  </a:cubicBezTo>
                  <a:cubicBezTo>
                    <a:pt x="1" y="84"/>
                    <a:pt x="28" y="112"/>
                    <a:pt x="56" y="112"/>
                  </a:cubicBezTo>
                  <a:lnTo>
                    <a:pt x="1012" y="112"/>
                  </a:lnTo>
                  <a:cubicBezTo>
                    <a:pt x="1049" y="112"/>
                    <a:pt x="1077" y="84"/>
                    <a:pt x="1077" y="56"/>
                  </a:cubicBezTo>
                  <a:cubicBezTo>
                    <a:pt x="1077" y="19"/>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3">
              <a:extLst>
                <a:ext uri="{FF2B5EF4-FFF2-40B4-BE49-F238E27FC236}">
                  <a16:creationId xmlns:a16="http://schemas.microsoft.com/office/drawing/2014/main" id="{3072ECF3-A637-BDD7-B85D-4132CDAAC7D3}"/>
                </a:ext>
              </a:extLst>
            </p:cNvPr>
            <p:cNvSpPr/>
            <p:nvPr/>
          </p:nvSpPr>
          <p:spPr>
            <a:xfrm>
              <a:off x="1833700" y="2688775"/>
              <a:ext cx="69825" cy="3025"/>
            </a:xfrm>
            <a:custGeom>
              <a:avLst/>
              <a:gdLst/>
              <a:ahLst/>
              <a:cxnLst/>
              <a:rect l="l" t="t" r="r" b="b"/>
              <a:pathLst>
                <a:path w="2793" h="121" extrusionOk="0">
                  <a:moveTo>
                    <a:pt x="56" y="0"/>
                  </a:moveTo>
                  <a:cubicBezTo>
                    <a:pt x="19" y="0"/>
                    <a:pt x="1" y="28"/>
                    <a:pt x="1" y="56"/>
                  </a:cubicBezTo>
                  <a:cubicBezTo>
                    <a:pt x="1" y="93"/>
                    <a:pt x="19" y="121"/>
                    <a:pt x="56" y="121"/>
                  </a:cubicBezTo>
                  <a:lnTo>
                    <a:pt x="2737" y="121"/>
                  </a:lnTo>
                  <a:cubicBezTo>
                    <a:pt x="2765" y="121"/>
                    <a:pt x="2793" y="93"/>
                    <a:pt x="2793" y="56"/>
                  </a:cubicBezTo>
                  <a:cubicBezTo>
                    <a:pt x="2793" y="28"/>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a:extLst>
                <a:ext uri="{FF2B5EF4-FFF2-40B4-BE49-F238E27FC236}">
                  <a16:creationId xmlns:a16="http://schemas.microsoft.com/office/drawing/2014/main" id="{43C58A45-BA24-3D2C-A58A-7FA09648C425}"/>
                </a:ext>
              </a:extLst>
            </p:cNvPr>
            <p:cNvSpPr/>
            <p:nvPr/>
          </p:nvSpPr>
          <p:spPr>
            <a:xfrm>
              <a:off x="1917425" y="2688775"/>
              <a:ext cx="26925" cy="3025"/>
            </a:xfrm>
            <a:custGeom>
              <a:avLst/>
              <a:gdLst/>
              <a:ahLst/>
              <a:cxnLst/>
              <a:rect l="l" t="t" r="r" b="b"/>
              <a:pathLst>
                <a:path w="1077" h="121" extrusionOk="0">
                  <a:moveTo>
                    <a:pt x="56" y="0"/>
                  </a:moveTo>
                  <a:cubicBezTo>
                    <a:pt x="28" y="0"/>
                    <a:pt x="1" y="28"/>
                    <a:pt x="1" y="56"/>
                  </a:cubicBezTo>
                  <a:cubicBezTo>
                    <a:pt x="1" y="93"/>
                    <a:pt x="28" y="121"/>
                    <a:pt x="56" y="121"/>
                  </a:cubicBezTo>
                  <a:lnTo>
                    <a:pt x="1012" y="121"/>
                  </a:lnTo>
                  <a:cubicBezTo>
                    <a:pt x="1049" y="121"/>
                    <a:pt x="1077" y="93"/>
                    <a:pt x="1077" y="56"/>
                  </a:cubicBezTo>
                  <a:cubicBezTo>
                    <a:pt x="1077" y="28"/>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a:extLst>
                <a:ext uri="{FF2B5EF4-FFF2-40B4-BE49-F238E27FC236}">
                  <a16:creationId xmlns:a16="http://schemas.microsoft.com/office/drawing/2014/main" id="{163B7029-AAD6-5B98-17F4-693FCB335546}"/>
                </a:ext>
              </a:extLst>
            </p:cNvPr>
            <p:cNvSpPr/>
            <p:nvPr/>
          </p:nvSpPr>
          <p:spPr>
            <a:xfrm>
              <a:off x="1960575" y="2605750"/>
              <a:ext cx="24825" cy="2800"/>
            </a:xfrm>
            <a:custGeom>
              <a:avLst/>
              <a:gdLst/>
              <a:ahLst/>
              <a:cxnLst/>
              <a:rect l="l" t="t" r="r" b="b"/>
              <a:pathLst>
                <a:path w="993" h="112" extrusionOk="0">
                  <a:moveTo>
                    <a:pt x="56" y="0"/>
                  </a:moveTo>
                  <a:cubicBezTo>
                    <a:pt x="19" y="0"/>
                    <a:pt x="0" y="19"/>
                    <a:pt x="0" y="56"/>
                  </a:cubicBezTo>
                  <a:cubicBezTo>
                    <a:pt x="0" y="84"/>
                    <a:pt x="19" y="112"/>
                    <a:pt x="56" y="112"/>
                  </a:cubicBezTo>
                  <a:lnTo>
                    <a:pt x="937" y="112"/>
                  </a:lnTo>
                  <a:cubicBezTo>
                    <a:pt x="965" y="112"/>
                    <a:pt x="993" y="84"/>
                    <a:pt x="993" y="56"/>
                  </a:cubicBezTo>
                  <a:cubicBezTo>
                    <a:pt x="993" y="19"/>
                    <a:pt x="965" y="0"/>
                    <a:pt x="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3">
              <a:extLst>
                <a:ext uri="{FF2B5EF4-FFF2-40B4-BE49-F238E27FC236}">
                  <a16:creationId xmlns:a16="http://schemas.microsoft.com/office/drawing/2014/main" id="{DEB7C2DE-8630-1042-B722-8B741ABD0E5B}"/>
                </a:ext>
              </a:extLst>
            </p:cNvPr>
            <p:cNvSpPr/>
            <p:nvPr/>
          </p:nvSpPr>
          <p:spPr>
            <a:xfrm>
              <a:off x="1915350" y="2657450"/>
              <a:ext cx="70050" cy="3050"/>
            </a:xfrm>
            <a:custGeom>
              <a:avLst/>
              <a:gdLst/>
              <a:ahLst/>
              <a:cxnLst/>
              <a:rect l="l" t="t" r="r" b="b"/>
              <a:pathLst>
                <a:path w="2802" h="122" extrusionOk="0">
                  <a:moveTo>
                    <a:pt x="65" y="1"/>
                  </a:moveTo>
                  <a:cubicBezTo>
                    <a:pt x="28" y="1"/>
                    <a:pt x="0" y="29"/>
                    <a:pt x="0" y="66"/>
                  </a:cubicBezTo>
                  <a:cubicBezTo>
                    <a:pt x="0" y="94"/>
                    <a:pt x="28" y="121"/>
                    <a:pt x="65" y="121"/>
                  </a:cubicBezTo>
                  <a:lnTo>
                    <a:pt x="2746" y="121"/>
                  </a:lnTo>
                  <a:cubicBezTo>
                    <a:pt x="2774" y="121"/>
                    <a:pt x="2802" y="94"/>
                    <a:pt x="2802" y="66"/>
                  </a:cubicBezTo>
                  <a:cubicBezTo>
                    <a:pt x="2802" y="29"/>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3">
              <a:extLst>
                <a:ext uri="{FF2B5EF4-FFF2-40B4-BE49-F238E27FC236}">
                  <a16:creationId xmlns:a16="http://schemas.microsoft.com/office/drawing/2014/main" id="{6D8EDB62-D2E4-AD6E-A93C-BAF75670318C}"/>
                </a:ext>
              </a:extLst>
            </p:cNvPr>
            <p:cNvSpPr/>
            <p:nvPr/>
          </p:nvSpPr>
          <p:spPr>
            <a:xfrm>
              <a:off x="1874750" y="2657450"/>
              <a:ext cx="26700" cy="3050"/>
            </a:xfrm>
            <a:custGeom>
              <a:avLst/>
              <a:gdLst/>
              <a:ahLst/>
              <a:cxnLst/>
              <a:rect l="l" t="t" r="r" b="b"/>
              <a:pathLst>
                <a:path w="1068" h="122" extrusionOk="0">
                  <a:moveTo>
                    <a:pt x="56" y="1"/>
                  </a:moveTo>
                  <a:cubicBezTo>
                    <a:pt x="28" y="1"/>
                    <a:pt x="1" y="29"/>
                    <a:pt x="1" y="66"/>
                  </a:cubicBezTo>
                  <a:cubicBezTo>
                    <a:pt x="1" y="94"/>
                    <a:pt x="28" y="121"/>
                    <a:pt x="56" y="121"/>
                  </a:cubicBezTo>
                  <a:lnTo>
                    <a:pt x="1012" y="121"/>
                  </a:lnTo>
                  <a:cubicBezTo>
                    <a:pt x="1049" y="121"/>
                    <a:pt x="1067" y="94"/>
                    <a:pt x="1067" y="66"/>
                  </a:cubicBezTo>
                  <a:cubicBezTo>
                    <a:pt x="1067" y="29"/>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3">
              <a:extLst>
                <a:ext uri="{FF2B5EF4-FFF2-40B4-BE49-F238E27FC236}">
                  <a16:creationId xmlns:a16="http://schemas.microsoft.com/office/drawing/2014/main" id="{DB623731-AC93-8048-23EA-CA34FE6029F4}"/>
                </a:ext>
              </a:extLst>
            </p:cNvPr>
            <p:cNvSpPr/>
            <p:nvPr/>
          </p:nvSpPr>
          <p:spPr>
            <a:xfrm>
              <a:off x="1833700" y="2657450"/>
              <a:ext cx="24850" cy="3050"/>
            </a:xfrm>
            <a:custGeom>
              <a:avLst/>
              <a:gdLst/>
              <a:ahLst/>
              <a:cxnLst/>
              <a:rect l="l" t="t" r="r" b="b"/>
              <a:pathLst>
                <a:path w="994" h="122" extrusionOk="0">
                  <a:moveTo>
                    <a:pt x="56" y="1"/>
                  </a:moveTo>
                  <a:cubicBezTo>
                    <a:pt x="19" y="1"/>
                    <a:pt x="1" y="29"/>
                    <a:pt x="1" y="66"/>
                  </a:cubicBezTo>
                  <a:cubicBezTo>
                    <a:pt x="1" y="94"/>
                    <a:pt x="19" y="121"/>
                    <a:pt x="56" y="121"/>
                  </a:cubicBezTo>
                  <a:lnTo>
                    <a:pt x="938" y="121"/>
                  </a:lnTo>
                  <a:cubicBezTo>
                    <a:pt x="965" y="121"/>
                    <a:pt x="993" y="94"/>
                    <a:pt x="993" y="66"/>
                  </a:cubicBezTo>
                  <a:cubicBezTo>
                    <a:pt x="993" y="29"/>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3">
              <a:extLst>
                <a:ext uri="{FF2B5EF4-FFF2-40B4-BE49-F238E27FC236}">
                  <a16:creationId xmlns:a16="http://schemas.microsoft.com/office/drawing/2014/main" id="{83BC5232-1F4C-A5E0-0D23-B515B72B6C8C}"/>
                </a:ext>
              </a:extLst>
            </p:cNvPr>
            <p:cNvSpPr/>
            <p:nvPr/>
          </p:nvSpPr>
          <p:spPr>
            <a:xfrm>
              <a:off x="1874750" y="2716825"/>
              <a:ext cx="26700" cy="3050"/>
            </a:xfrm>
            <a:custGeom>
              <a:avLst/>
              <a:gdLst/>
              <a:ahLst/>
              <a:cxnLst/>
              <a:rect l="l" t="t" r="r" b="b"/>
              <a:pathLst>
                <a:path w="1068" h="122" extrusionOk="0">
                  <a:moveTo>
                    <a:pt x="56" y="1"/>
                  </a:moveTo>
                  <a:cubicBezTo>
                    <a:pt x="28" y="1"/>
                    <a:pt x="1" y="29"/>
                    <a:pt x="1" y="66"/>
                  </a:cubicBezTo>
                  <a:cubicBezTo>
                    <a:pt x="1" y="93"/>
                    <a:pt x="28" y="121"/>
                    <a:pt x="56" y="121"/>
                  </a:cubicBezTo>
                  <a:lnTo>
                    <a:pt x="1012" y="121"/>
                  </a:lnTo>
                  <a:cubicBezTo>
                    <a:pt x="1049" y="121"/>
                    <a:pt x="1067" y="93"/>
                    <a:pt x="1067" y="66"/>
                  </a:cubicBezTo>
                  <a:cubicBezTo>
                    <a:pt x="1067" y="29"/>
                    <a:pt x="1049" y="1"/>
                    <a:pt x="10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3">
              <a:extLst>
                <a:ext uri="{FF2B5EF4-FFF2-40B4-BE49-F238E27FC236}">
                  <a16:creationId xmlns:a16="http://schemas.microsoft.com/office/drawing/2014/main" id="{9A5A88F2-3702-26FA-B5AD-2B86C7B42A95}"/>
                </a:ext>
              </a:extLst>
            </p:cNvPr>
            <p:cNvSpPr/>
            <p:nvPr/>
          </p:nvSpPr>
          <p:spPr>
            <a:xfrm>
              <a:off x="1833700" y="2716825"/>
              <a:ext cx="24850" cy="3050"/>
            </a:xfrm>
            <a:custGeom>
              <a:avLst/>
              <a:gdLst/>
              <a:ahLst/>
              <a:cxnLst/>
              <a:rect l="l" t="t" r="r" b="b"/>
              <a:pathLst>
                <a:path w="994" h="122" extrusionOk="0">
                  <a:moveTo>
                    <a:pt x="56" y="1"/>
                  </a:moveTo>
                  <a:cubicBezTo>
                    <a:pt x="19" y="1"/>
                    <a:pt x="1" y="29"/>
                    <a:pt x="1" y="66"/>
                  </a:cubicBezTo>
                  <a:cubicBezTo>
                    <a:pt x="1" y="93"/>
                    <a:pt x="19" y="121"/>
                    <a:pt x="56" y="121"/>
                  </a:cubicBezTo>
                  <a:lnTo>
                    <a:pt x="938" y="121"/>
                  </a:lnTo>
                  <a:cubicBezTo>
                    <a:pt x="965" y="121"/>
                    <a:pt x="993" y="93"/>
                    <a:pt x="993" y="66"/>
                  </a:cubicBezTo>
                  <a:cubicBezTo>
                    <a:pt x="993" y="29"/>
                    <a:pt x="965" y="1"/>
                    <a:pt x="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3">
              <a:extLst>
                <a:ext uri="{FF2B5EF4-FFF2-40B4-BE49-F238E27FC236}">
                  <a16:creationId xmlns:a16="http://schemas.microsoft.com/office/drawing/2014/main" id="{51978A38-F7C6-081B-CB54-3968BA07139A}"/>
                </a:ext>
              </a:extLst>
            </p:cNvPr>
            <p:cNvSpPr/>
            <p:nvPr/>
          </p:nvSpPr>
          <p:spPr>
            <a:xfrm>
              <a:off x="1833700" y="2631250"/>
              <a:ext cx="37375" cy="3050"/>
            </a:xfrm>
            <a:custGeom>
              <a:avLst/>
              <a:gdLst/>
              <a:ahLst/>
              <a:cxnLst/>
              <a:rect l="l" t="t" r="r" b="b"/>
              <a:pathLst>
                <a:path w="1495" h="122" extrusionOk="0">
                  <a:moveTo>
                    <a:pt x="56" y="1"/>
                  </a:moveTo>
                  <a:cubicBezTo>
                    <a:pt x="19" y="1"/>
                    <a:pt x="1" y="28"/>
                    <a:pt x="1" y="66"/>
                  </a:cubicBezTo>
                  <a:cubicBezTo>
                    <a:pt x="1" y="93"/>
                    <a:pt x="19" y="121"/>
                    <a:pt x="56" y="121"/>
                  </a:cubicBezTo>
                  <a:lnTo>
                    <a:pt x="1439" y="121"/>
                  </a:lnTo>
                  <a:cubicBezTo>
                    <a:pt x="1466" y="121"/>
                    <a:pt x="1494" y="93"/>
                    <a:pt x="1494" y="66"/>
                  </a:cubicBezTo>
                  <a:cubicBezTo>
                    <a:pt x="1494" y="28"/>
                    <a:pt x="1466" y="1"/>
                    <a:pt x="14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3">
              <a:extLst>
                <a:ext uri="{FF2B5EF4-FFF2-40B4-BE49-F238E27FC236}">
                  <a16:creationId xmlns:a16="http://schemas.microsoft.com/office/drawing/2014/main" id="{9DBFC42D-8869-E4D3-9819-1A61EB9D56CB}"/>
                </a:ext>
              </a:extLst>
            </p:cNvPr>
            <p:cNvSpPr/>
            <p:nvPr/>
          </p:nvSpPr>
          <p:spPr>
            <a:xfrm>
              <a:off x="1882650" y="2631250"/>
              <a:ext cx="61700" cy="3050"/>
            </a:xfrm>
            <a:custGeom>
              <a:avLst/>
              <a:gdLst/>
              <a:ahLst/>
              <a:cxnLst/>
              <a:rect l="l" t="t" r="r" b="b"/>
              <a:pathLst>
                <a:path w="2468" h="122" extrusionOk="0">
                  <a:moveTo>
                    <a:pt x="65" y="1"/>
                  </a:moveTo>
                  <a:cubicBezTo>
                    <a:pt x="28" y="1"/>
                    <a:pt x="0" y="28"/>
                    <a:pt x="0" y="66"/>
                  </a:cubicBezTo>
                  <a:cubicBezTo>
                    <a:pt x="0" y="93"/>
                    <a:pt x="28" y="121"/>
                    <a:pt x="65" y="121"/>
                  </a:cubicBezTo>
                  <a:lnTo>
                    <a:pt x="2403" y="121"/>
                  </a:lnTo>
                  <a:cubicBezTo>
                    <a:pt x="2440" y="121"/>
                    <a:pt x="2468" y="93"/>
                    <a:pt x="2468" y="66"/>
                  </a:cubicBezTo>
                  <a:cubicBezTo>
                    <a:pt x="2468" y="28"/>
                    <a:pt x="2440" y="1"/>
                    <a:pt x="24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3">
              <a:extLst>
                <a:ext uri="{FF2B5EF4-FFF2-40B4-BE49-F238E27FC236}">
                  <a16:creationId xmlns:a16="http://schemas.microsoft.com/office/drawing/2014/main" id="{87035DA5-B399-29CA-E9E3-CC41EA757EA5}"/>
                </a:ext>
              </a:extLst>
            </p:cNvPr>
            <p:cNvSpPr/>
            <p:nvPr/>
          </p:nvSpPr>
          <p:spPr>
            <a:xfrm>
              <a:off x="1960575" y="263125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3">
              <a:extLst>
                <a:ext uri="{FF2B5EF4-FFF2-40B4-BE49-F238E27FC236}">
                  <a16:creationId xmlns:a16="http://schemas.microsoft.com/office/drawing/2014/main" id="{328B3926-3A02-468A-898B-26DAB8B8B41E}"/>
                </a:ext>
              </a:extLst>
            </p:cNvPr>
            <p:cNvSpPr/>
            <p:nvPr/>
          </p:nvSpPr>
          <p:spPr>
            <a:xfrm>
              <a:off x="1833250" y="2744425"/>
              <a:ext cx="61475" cy="3050"/>
            </a:xfrm>
            <a:custGeom>
              <a:avLst/>
              <a:gdLst/>
              <a:ahLst/>
              <a:cxnLst/>
              <a:rect l="l" t="t" r="r" b="b"/>
              <a:pathLst>
                <a:path w="2459" h="122" extrusionOk="0">
                  <a:moveTo>
                    <a:pt x="56" y="1"/>
                  </a:moveTo>
                  <a:cubicBezTo>
                    <a:pt x="19" y="1"/>
                    <a:pt x="0" y="28"/>
                    <a:pt x="0" y="66"/>
                  </a:cubicBezTo>
                  <a:cubicBezTo>
                    <a:pt x="0" y="93"/>
                    <a:pt x="19" y="121"/>
                    <a:pt x="56" y="121"/>
                  </a:cubicBezTo>
                  <a:lnTo>
                    <a:pt x="2393" y="121"/>
                  </a:lnTo>
                  <a:cubicBezTo>
                    <a:pt x="2431" y="121"/>
                    <a:pt x="2458" y="93"/>
                    <a:pt x="2458" y="66"/>
                  </a:cubicBezTo>
                  <a:cubicBezTo>
                    <a:pt x="2458" y="28"/>
                    <a:pt x="2431" y="1"/>
                    <a:pt x="2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3">
              <a:extLst>
                <a:ext uri="{FF2B5EF4-FFF2-40B4-BE49-F238E27FC236}">
                  <a16:creationId xmlns:a16="http://schemas.microsoft.com/office/drawing/2014/main" id="{110E6840-8462-BB3D-C823-EB2E55E0EEE2}"/>
                </a:ext>
              </a:extLst>
            </p:cNvPr>
            <p:cNvSpPr/>
            <p:nvPr/>
          </p:nvSpPr>
          <p:spPr>
            <a:xfrm>
              <a:off x="1833250" y="2770400"/>
              <a:ext cx="24825" cy="2800"/>
            </a:xfrm>
            <a:custGeom>
              <a:avLst/>
              <a:gdLst/>
              <a:ahLst/>
              <a:cxnLst/>
              <a:rect l="l" t="t" r="r" b="b"/>
              <a:pathLst>
                <a:path w="993" h="112" extrusionOk="0">
                  <a:moveTo>
                    <a:pt x="56" y="1"/>
                  </a:moveTo>
                  <a:cubicBezTo>
                    <a:pt x="28" y="1"/>
                    <a:pt x="0" y="28"/>
                    <a:pt x="0" y="56"/>
                  </a:cubicBezTo>
                  <a:cubicBezTo>
                    <a:pt x="0" y="93"/>
                    <a:pt x="28" y="112"/>
                    <a:pt x="56" y="112"/>
                  </a:cubicBezTo>
                  <a:lnTo>
                    <a:pt x="937" y="112"/>
                  </a:lnTo>
                  <a:cubicBezTo>
                    <a:pt x="974" y="112"/>
                    <a:pt x="993" y="93"/>
                    <a:pt x="993" y="56"/>
                  </a:cubicBezTo>
                  <a:cubicBezTo>
                    <a:pt x="993" y="28"/>
                    <a:pt x="974"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3">
              <a:extLst>
                <a:ext uri="{FF2B5EF4-FFF2-40B4-BE49-F238E27FC236}">
                  <a16:creationId xmlns:a16="http://schemas.microsoft.com/office/drawing/2014/main" id="{AB9600C7-BB5D-CCBB-9022-2829D2B94561}"/>
                </a:ext>
              </a:extLst>
            </p:cNvPr>
            <p:cNvSpPr/>
            <p:nvPr/>
          </p:nvSpPr>
          <p:spPr>
            <a:xfrm>
              <a:off x="1630775" y="2920000"/>
              <a:ext cx="550375" cy="380600"/>
            </a:xfrm>
            <a:custGeom>
              <a:avLst/>
              <a:gdLst/>
              <a:ahLst/>
              <a:cxnLst/>
              <a:rect l="l" t="t" r="r" b="b"/>
              <a:pathLst>
                <a:path w="22015" h="15224" extrusionOk="0">
                  <a:moveTo>
                    <a:pt x="576" y="0"/>
                  </a:moveTo>
                  <a:cubicBezTo>
                    <a:pt x="260" y="0"/>
                    <a:pt x="1" y="260"/>
                    <a:pt x="1" y="575"/>
                  </a:cubicBezTo>
                  <a:lnTo>
                    <a:pt x="1" y="15019"/>
                  </a:lnTo>
                  <a:cubicBezTo>
                    <a:pt x="1" y="15130"/>
                    <a:pt x="93" y="15223"/>
                    <a:pt x="205" y="15223"/>
                  </a:cubicBezTo>
                  <a:lnTo>
                    <a:pt x="21810" y="15223"/>
                  </a:lnTo>
                  <a:cubicBezTo>
                    <a:pt x="21921" y="15223"/>
                    <a:pt x="22014" y="15130"/>
                    <a:pt x="22014" y="15019"/>
                  </a:cubicBezTo>
                  <a:lnTo>
                    <a:pt x="22014" y="575"/>
                  </a:lnTo>
                  <a:cubicBezTo>
                    <a:pt x="22014" y="260"/>
                    <a:pt x="21754" y="0"/>
                    <a:pt x="21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3">
              <a:extLst>
                <a:ext uri="{FF2B5EF4-FFF2-40B4-BE49-F238E27FC236}">
                  <a16:creationId xmlns:a16="http://schemas.microsoft.com/office/drawing/2014/main" id="{C9A5E04F-0CE2-E380-ECFE-F463A8ABDC61}"/>
                </a:ext>
              </a:extLst>
            </p:cNvPr>
            <p:cNvSpPr/>
            <p:nvPr/>
          </p:nvSpPr>
          <p:spPr>
            <a:xfrm>
              <a:off x="1629375" y="2918600"/>
              <a:ext cx="553150" cy="383375"/>
            </a:xfrm>
            <a:custGeom>
              <a:avLst/>
              <a:gdLst/>
              <a:ahLst/>
              <a:cxnLst/>
              <a:rect l="l" t="t" r="r" b="b"/>
              <a:pathLst>
                <a:path w="22126" h="15335" extrusionOk="0">
                  <a:moveTo>
                    <a:pt x="21495" y="121"/>
                  </a:moveTo>
                  <a:cubicBezTo>
                    <a:pt x="21773" y="121"/>
                    <a:pt x="22005" y="344"/>
                    <a:pt x="22005" y="631"/>
                  </a:cubicBezTo>
                  <a:lnTo>
                    <a:pt x="22005" y="15075"/>
                  </a:lnTo>
                  <a:cubicBezTo>
                    <a:pt x="22005" y="15149"/>
                    <a:pt x="21940" y="15214"/>
                    <a:pt x="21866" y="15214"/>
                  </a:cubicBezTo>
                  <a:lnTo>
                    <a:pt x="251" y="15214"/>
                  </a:lnTo>
                  <a:cubicBezTo>
                    <a:pt x="177" y="15214"/>
                    <a:pt x="112" y="15149"/>
                    <a:pt x="112" y="15075"/>
                  </a:cubicBezTo>
                  <a:lnTo>
                    <a:pt x="112" y="631"/>
                  </a:lnTo>
                  <a:cubicBezTo>
                    <a:pt x="112" y="344"/>
                    <a:pt x="344" y="121"/>
                    <a:pt x="632" y="121"/>
                  </a:cubicBezTo>
                  <a:close/>
                  <a:moveTo>
                    <a:pt x="632" y="0"/>
                  </a:moveTo>
                  <a:cubicBezTo>
                    <a:pt x="279" y="0"/>
                    <a:pt x="1" y="288"/>
                    <a:pt x="1" y="631"/>
                  </a:cubicBezTo>
                  <a:lnTo>
                    <a:pt x="1" y="15075"/>
                  </a:lnTo>
                  <a:cubicBezTo>
                    <a:pt x="1" y="15214"/>
                    <a:pt x="112" y="15335"/>
                    <a:pt x="261" y="15335"/>
                  </a:cubicBezTo>
                  <a:lnTo>
                    <a:pt x="21866" y="15335"/>
                  </a:lnTo>
                  <a:cubicBezTo>
                    <a:pt x="22005" y="15335"/>
                    <a:pt x="22126" y="15214"/>
                    <a:pt x="22126" y="15075"/>
                  </a:cubicBezTo>
                  <a:lnTo>
                    <a:pt x="22126" y="631"/>
                  </a:lnTo>
                  <a:cubicBezTo>
                    <a:pt x="22126" y="288"/>
                    <a:pt x="21838" y="0"/>
                    <a:pt x="214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3">
              <a:extLst>
                <a:ext uri="{FF2B5EF4-FFF2-40B4-BE49-F238E27FC236}">
                  <a16:creationId xmlns:a16="http://schemas.microsoft.com/office/drawing/2014/main" id="{0E1897AD-4DC2-0EAE-39F7-9EBFEE6BBA7E}"/>
                </a:ext>
              </a:extLst>
            </p:cNvPr>
            <p:cNvSpPr/>
            <p:nvPr/>
          </p:nvSpPr>
          <p:spPr>
            <a:xfrm>
              <a:off x="1670900" y="2956625"/>
              <a:ext cx="469875" cy="307325"/>
            </a:xfrm>
            <a:custGeom>
              <a:avLst/>
              <a:gdLst/>
              <a:ahLst/>
              <a:cxnLst/>
              <a:rect l="l" t="t" r="r" b="b"/>
              <a:pathLst>
                <a:path w="18795" h="12293" extrusionOk="0">
                  <a:moveTo>
                    <a:pt x="0" y="1"/>
                  </a:moveTo>
                  <a:lnTo>
                    <a:pt x="0" y="12292"/>
                  </a:lnTo>
                  <a:lnTo>
                    <a:pt x="18795" y="12292"/>
                  </a:lnTo>
                  <a:lnTo>
                    <a:pt x="187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3">
              <a:extLst>
                <a:ext uri="{FF2B5EF4-FFF2-40B4-BE49-F238E27FC236}">
                  <a16:creationId xmlns:a16="http://schemas.microsoft.com/office/drawing/2014/main" id="{7262D18F-D6BE-0FD9-F56B-E73F1382FFF3}"/>
                </a:ext>
              </a:extLst>
            </p:cNvPr>
            <p:cNvSpPr/>
            <p:nvPr/>
          </p:nvSpPr>
          <p:spPr>
            <a:xfrm>
              <a:off x="1669500" y="2955000"/>
              <a:ext cx="472675" cy="310325"/>
            </a:xfrm>
            <a:custGeom>
              <a:avLst/>
              <a:gdLst/>
              <a:ahLst/>
              <a:cxnLst/>
              <a:rect l="l" t="t" r="r" b="b"/>
              <a:pathLst>
                <a:path w="18907" h="12413" extrusionOk="0">
                  <a:moveTo>
                    <a:pt x="18795" y="121"/>
                  </a:moveTo>
                  <a:lnTo>
                    <a:pt x="18795" y="12302"/>
                  </a:lnTo>
                  <a:lnTo>
                    <a:pt x="121" y="12302"/>
                  </a:lnTo>
                  <a:lnTo>
                    <a:pt x="121" y="121"/>
                  </a:lnTo>
                  <a:close/>
                  <a:moveTo>
                    <a:pt x="56" y="1"/>
                  </a:moveTo>
                  <a:cubicBezTo>
                    <a:pt x="29" y="1"/>
                    <a:pt x="1" y="29"/>
                    <a:pt x="1" y="66"/>
                  </a:cubicBezTo>
                  <a:lnTo>
                    <a:pt x="1" y="12357"/>
                  </a:lnTo>
                  <a:cubicBezTo>
                    <a:pt x="1" y="12394"/>
                    <a:pt x="29" y="12413"/>
                    <a:pt x="56" y="12413"/>
                  </a:cubicBezTo>
                  <a:lnTo>
                    <a:pt x="18851" y="12413"/>
                  </a:lnTo>
                  <a:cubicBezTo>
                    <a:pt x="18888" y="12413"/>
                    <a:pt x="18907" y="12394"/>
                    <a:pt x="18907" y="12357"/>
                  </a:cubicBezTo>
                  <a:lnTo>
                    <a:pt x="18907" y="66"/>
                  </a:lnTo>
                  <a:cubicBezTo>
                    <a:pt x="18907" y="29"/>
                    <a:pt x="18879" y="1"/>
                    <a:pt x="188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3">
              <a:extLst>
                <a:ext uri="{FF2B5EF4-FFF2-40B4-BE49-F238E27FC236}">
                  <a16:creationId xmlns:a16="http://schemas.microsoft.com/office/drawing/2014/main" id="{518273D7-DA1D-CE67-CF69-731181D405C8}"/>
                </a:ext>
              </a:extLst>
            </p:cNvPr>
            <p:cNvSpPr/>
            <p:nvPr/>
          </p:nvSpPr>
          <p:spPr>
            <a:xfrm>
              <a:off x="1900275" y="2932975"/>
              <a:ext cx="11375" cy="11400"/>
            </a:xfrm>
            <a:custGeom>
              <a:avLst/>
              <a:gdLst/>
              <a:ahLst/>
              <a:cxnLst/>
              <a:rect l="l" t="t" r="r" b="b"/>
              <a:pathLst>
                <a:path w="455" h="456" extrusionOk="0">
                  <a:moveTo>
                    <a:pt x="223" y="121"/>
                  </a:moveTo>
                  <a:cubicBezTo>
                    <a:pt x="288" y="121"/>
                    <a:pt x="334" y="168"/>
                    <a:pt x="334" y="232"/>
                  </a:cubicBezTo>
                  <a:cubicBezTo>
                    <a:pt x="334" y="288"/>
                    <a:pt x="288" y="344"/>
                    <a:pt x="223" y="344"/>
                  </a:cubicBezTo>
                  <a:cubicBezTo>
                    <a:pt x="167" y="344"/>
                    <a:pt x="111" y="288"/>
                    <a:pt x="111" y="232"/>
                  </a:cubicBezTo>
                  <a:cubicBezTo>
                    <a:pt x="111" y="168"/>
                    <a:pt x="167" y="121"/>
                    <a:pt x="223" y="121"/>
                  </a:cubicBezTo>
                  <a:close/>
                  <a:moveTo>
                    <a:pt x="223" y="1"/>
                  </a:moveTo>
                  <a:cubicBezTo>
                    <a:pt x="102" y="1"/>
                    <a:pt x="0" y="103"/>
                    <a:pt x="0" y="232"/>
                  </a:cubicBezTo>
                  <a:cubicBezTo>
                    <a:pt x="0" y="353"/>
                    <a:pt x="102" y="455"/>
                    <a:pt x="223" y="455"/>
                  </a:cubicBezTo>
                  <a:cubicBezTo>
                    <a:pt x="353" y="455"/>
                    <a:pt x="455" y="353"/>
                    <a:pt x="455" y="232"/>
                  </a:cubicBezTo>
                  <a:cubicBezTo>
                    <a:pt x="455" y="103"/>
                    <a:pt x="353" y="1"/>
                    <a:pt x="2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3">
              <a:extLst>
                <a:ext uri="{FF2B5EF4-FFF2-40B4-BE49-F238E27FC236}">
                  <a16:creationId xmlns:a16="http://schemas.microsoft.com/office/drawing/2014/main" id="{235A8CA6-B364-D4F1-D657-1A4EF2A5E289}"/>
                </a:ext>
              </a:extLst>
            </p:cNvPr>
            <p:cNvSpPr/>
            <p:nvPr/>
          </p:nvSpPr>
          <p:spPr>
            <a:xfrm>
              <a:off x="1540800" y="3297550"/>
              <a:ext cx="730325" cy="49200"/>
            </a:xfrm>
            <a:custGeom>
              <a:avLst/>
              <a:gdLst/>
              <a:ahLst/>
              <a:cxnLst/>
              <a:rect l="l" t="t" r="r" b="b"/>
              <a:pathLst>
                <a:path w="29213" h="1968" extrusionOk="0">
                  <a:moveTo>
                    <a:pt x="0" y="0"/>
                  </a:moveTo>
                  <a:lnTo>
                    <a:pt x="0" y="1206"/>
                  </a:lnTo>
                  <a:cubicBezTo>
                    <a:pt x="0" y="1624"/>
                    <a:pt x="343" y="1967"/>
                    <a:pt x="761" y="1967"/>
                  </a:cubicBezTo>
                  <a:lnTo>
                    <a:pt x="28443" y="1967"/>
                  </a:lnTo>
                  <a:cubicBezTo>
                    <a:pt x="28869" y="1967"/>
                    <a:pt x="29213" y="1624"/>
                    <a:pt x="29213" y="1206"/>
                  </a:cubicBezTo>
                  <a:lnTo>
                    <a:pt x="292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3">
              <a:extLst>
                <a:ext uri="{FF2B5EF4-FFF2-40B4-BE49-F238E27FC236}">
                  <a16:creationId xmlns:a16="http://schemas.microsoft.com/office/drawing/2014/main" id="{F459720B-06B6-F838-4D8C-92742F5D9C06}"/>
                </a:ext>
              </a:extLst>
            </p:cNvPr>
            <p:cNvSpPr/>
            <p:nvPr/>
          </p:nvSpPr>
          <p:spPr>
            <a:xfrm>
              <a:off x="1539175" y="3296150"/>
              <a:ext cx="733350" cy="52225"/>
            </a:xfrm>
            <a:custGeom>
              <a:avLst/>
              <a:gdLst/>
              <a:ahLst/>
              <a:cxnLst/>
              <a:rect l="l" t="t" r="r" b="b"/>
              <a:pathLst>
                <a:path w="29334" h="2089" extrusionOk="0">
                  <a:moveTo>
                    <a:pt x="29222" y="112"/>
                  </a:moveTo>
                  <a:lnTo>
                    <a:pt x="29222" y="1262"/>
                  </a:lnTo>
                  <a:cubicBezTo>
                    <a:pt x="29222" y="1652"/>
                    <a:pt x="28897" y="1967"/>
                    <a:pt x="28508" y="1967"/>
                  </a:cubicBezTo>
                  <a:lnTo>
                    <a:pt x="826" y="1967"/>
                  </a:lnTo>
                  <a:cubicBezTo>
                    <a:pt x="436" y="1967"/>
                    <a:pt x="121" y="1652"/>
                    <a:pt x="121" y="1262"/>
                  </a:cubicBezTo>
                  <a:lnTo>
                    <a:pt x="121" y="112"/>
                  </a:lnTo>
                  <a:close/>
                  <a:moveTo>
                    <a:pt x="65" y="1"/>
                  </a:moveTo>
                  <a:cubicBezTo>
                    <a:pt x="28" y="1"/>
                    <a:pt x="0" y="29"/>
                    <a:pt x="0" y="56"/>
                  </a:cubicBezTo>
                  <a:lnTo>
                    <a:pt x="0" y="1262"/>
                  </a:lnTo>
                  <a:cubicBezTo>
                    <a:pt x="0" y="1717"/>
                    <a:pt x="371" y="2088"/>
                    <a:pt x="826" y="2088"/>
                  </a:cubicBezTo>
                  <a:lnTo>
                    <a:pt x="28508" y="2088"/>
                  </a:lnTo>
                  <a:cubicBezTo>
                    <a:pt x="28962" y="2088"/>
                    <a:pt x="29333" y="1717"/>
                    <a:pt x="29333" y="1262"/>
                  </a:cubicBezTo>
                  <a:lnTo>
                    <a:pt x="29333" y="56"/>
                  </a:lnTo>
                  <a:cubicBezTo>
                    <a:pt x="29333" y="29"/>
                    <a:pt x="29305" y="1"/>
                    <a:pt x="29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3">
              <a:extLst>
                <a:ext uri="{FF2B5EF4-FFF2-40B4-BE49-F238E27FC236}">
                  <a16:creationId xmlns:a16="http://schemas.microsoft.com/office/drawing/2014/main" id="{F936D903-E9EC-BB34-14A1-B64B1B7927B1}"/>
                </a:ext>
              </a:extLst>
            </p:cNvPr>
            <p:cNvSpPr/>
            <p:nvPr/>
          </p:nvSpPr>
          <p:spPr>
            <a:xfrm>
              <a:off x="1546350" y="3333725"/>
              <a:ext cx="719200" cy="3050"/>
            </a:xfrm>
            <a:custGeom>
              <a:avLst/>
              <a:gdLst/>
              <a:ahLst/>
              <a:cxnLst/>
              <a:rect l="l" t="t" r="r" b="b"/>
              <a:pathLst>
                <a:path w="28768" h="122" extrusionOk="0">
                  <a:moveTo>
                    <a:pt x="56" y="1"/>
                  </a:moveTo>
                  <a:cubicBezTo>
                    <a:pt x="19" y="1"/>
                    <a:pt x="1" y="28"/>
                    <a:pt x="1" y="66"/>
                  </a:cubicBezTo>
                  <a:cubicBezTo>
                    <a:pt x="1" y="93"/>
                    <a:pt x="19" y="121"/>
                    <a:pt x="56" y="121"/>
                  </a:cubicBezTo>
                  <a:lnTo>
                    <a:pt x="28712" y="121"/>
                  </a:lnTo>
                  <a:cubicBezTo>
                    <a:pt x="28740" y="121"/>
                    <a:pt x="28768" y="93"/>
                    <a:pt x="28768" y="66"/>
                  </a:cubicBezTo>
                  <a:cubicBezTo>
                    <a:pt x="28768" y="28"/>
                    <a:pt x="28740" y="1"/>
                    <a:pt x="287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a:extLst>
                <a:ext uri="{FF2B5EF4-FFF2-40B4-BE49-F238E27FC236}">
                  <a16:creationId xmlns:a16="http://schemas.microsoft.com/office/drawing/2014/main" id="{B2C40A88-0065-F609-B2D7-88082DA35078}"/>
                </a:ext>
              </a:extLst>
            </p:cNvPr>
            <p:cNvSpPr/>
            <p:nvPr/>
          </p:nvSpPr>
          <p:spPr>
            <a:xfrm>
              <a:off x="1836250" y="3300575"/>
              <a:ext cx="139400" cy="15550"/>
            </a:xfrm>
            <a:custGeom>
              <a:avLst/>
              <a:gdLst/>
              <a:ahLst/>
              <a:cxnLst/>
              <a:rect l="l" t="t" r="r" b="b"/>
              <a:pathLst>
                <a:path w="5576" h="622" extrusionOk="0">
                  <a:moveTo>
                    <a:pt x="1" y="0"/>
                  </a:moveTo>
                  <a:lnTo>
                    <a:pt x="1" y="622"/>
                  </a:lnTo>
                  <a:lnTo>
                    <a:pt x="5576" y="622"/>
                  </a:lnTo>
                  <a:lnTo>
                    <a:pt x="55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3">
              <a:extLst>
                <a:ext uri="{FF2B5EF4-FFF2-40B4-BE49-F238E27FC236}">
                  <a16:creationId xmlns:a16="http://schemas.microsoft.com/office/drawing/2014/main" id="{16323063-57CC-AF22-86E8-2A26A4AEAC30}"/>
                </a:ext>
              </a:extLst>
            </p:cNvPr>
            <p:cNvSpPr/>
            <p:nvPr/>
          </p:nvSpPr>
          <p:spPr>
            <a:xfrm>
              <a:off x="1834875" y="3299175"/>
              <a:ext cx="142175" cy="18350"/>
            </a:xfrm>
            <a:custGeom>
              <a:avLst/>
              <a:gdLst/>
              <a:ahLst/>
              <a:cxnLst/>
              <a:rect l="l" t="t" r="r" b="b"/>
              <a:pathLst>
                <a:path w="5687" h="734" extrusionOk="0">
                  <a:moveTo>
                    <a:pt x="5566" y="121"/>
                  </a:moveTo>
                  <a:lnTo>
                    <a:pt x="5566" y="613"/>
                  </a:lnTo>
                  <a:lnTo>
                    <a:pt x="111" y="613"/>
                  </a:lnTo>
                  <a:lnTo>
                    <a:pt x="111" y="121"/>
                  </a:lnTo>
                  <a:close/>
                  <a:moveTo>
                    <a:pt x="56" y="0"/>
                  </a:moveTo>
                  <a:cubicBezTo>
                    <a:pt x="19" y="0"/>
                    <a:pt x="0" y="28"/>
                    <a:pt x="0" y="56"/>
                  </a:cubicBezTo>
                  <a:lnTo>
                    <a:pt x="0" y="678"/>
                  </a:lnTo>
                  <a:cubicBezTo>
                    <a:pt x="0" y="705"/>
                    <a:pt x="19" y="733"/>
                    <a:pt x="56" y="733"/>
                  </a:cubicBezTo>
                  <a:lnTo>
                    <a:pt x="5631" y="733"/>
                  </a:lnTo>
                  <a:cubicBezTo>
                    <a:pt x="5659" y="733"/>
                    <a:pt x="5687" y="705"/>
                    <a:pt x="5687" y="678"/>
                  </a:cubicBezTo>
                  <a:lnTo>
                    <a:pt x="5687" y="56"/>
                  </a:lnTo>
                  <a:cubicBezTo>
                    <a:pt x="5687" y="28"/>
                    <a:pt x="5659" y="0"/>
                    <a:pt x="5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a:extLst>
                <a:ext uri="{FF2B5EF4-FFF2-40B4-BE49-F238E27FC236}">
                  <a16:creationId xmlns:a16="http://schemas.microsoft.com/office/drawing/2014/main" id="{BD6D55AC-CAFD-819C-FC24-97F66443F7D3}"/>
                </a:ext>
              </a:extLst>
            </p:cNvPr>
            <p:cNvSpPr/>
            <p:nvPr/>
          </p:nvSpPr>
          <p:spPr>
            <a:xfrm>
              <a:off x="1743950" y="3008825"/>
              <a:ext cx="294325" cy="215000"/>
            </a:xfrm>
            <a:custGeom>
              <a:avLst/>
              <a:gdLst/>
              <a:ahLst/>
              <a:cxnLst/>
              <a:rect l="l" t="t" r="r" b="b"/>
              <a:pathLst>
                <a:path w="11773" h="8600" extrusionOk="0">
                  <a:moveTo>
                    <a:pt x="223" y="0"/>
                  </a:moveTo>
                  <a:cubicBezTo>
                    <a:pt x="103" y="0"/>
                    <a:pt x="1" y="102"/>
                    <a:pt x="1" y="223"/>
                  </a:cubicBezTo>
                  <a:lnTo>
                    <a:pt x="1" y="8377"/>
                  </a:lnTo>
                  <a:cubicBezTo>
                    <a:pt x="1" y="8497"/>
                    <a:pt x="103" y="8599"/>
                    <a:pt x="223" y="8599"/>
                  </a:cubicBezTo>
                  <a:lnTo>
                    <a:pt x="11559" y="8599"/>
                  </a:lnTo>
                  <a:cubicBezTo>
                    <a:pt x="11680" y="8599"/>
                    <a:pt x="11773" y="8497"/>
                    <a:pt x="11773" y="8377"/>
                  </a:cubicBezTo>
                  <a:lnTo>
                    <a:pt x="11773" y="223"/>
                  </a:lnTo>
                  <a:cubicBezTo>
                    <a:pt x="11773" y="102"/>
                    <a:pt x="11680" y="0"/>
                    <a:pt x="115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a:extLst>
                <a:ext uri="{FF2B5EF4-FFF2-40B4-BE49-F238E27FC236}">
                  <a16:creationId xmlns:a16="http://schemas.microsoft.com/office/drawing/2014/main" id="{9B213E38-9D45-1A50-5AE0-148F8D99792E}"/>
                </a:ext>
              </a:extLst>
            </p:cNvPr>
            <p:cNvSpPr/>
            <p:nvPr/>
          </p:nvSpPr>
          <p:spPr>
            <a:xfrm>
              <a:off x="1760425" y="2992575"/>
              <a:ext cx="294325" cy="36200"/>
            </a:xfrm>
            <a:custGeom>
              <a:avLst/>
              <a:gdLst/>
              <a:ahLst/>
              <a:cxnLst/>
              <a:rect l="l" t="t" r="r" b="b"/>
              <a:pathLst>
                <a:path w="11773" h="1448" extrusionOk="0">
                  <a:moveTo>
                    <a:pt x="269" y="1"/>
                  </a:moveTo>
                  <a:cubicBezTo>
                    <a:pt x="121" y="1"/>
                    <a:pt x="0" y="121"/>
                    <a:pt x="0" y="260"/>
                  </a:cubicBezTo>
                  <a:lnTo>
                    <a:pt x="0" y="1448"/>
                  </a:lnTo>
                  <a:lnTo>
                    <a:pt x="11772" y="1448"/>
                  </a:lnTo>
                  <a:lnTo>
                    <a:pt x="11772" y="344"/>
                  </a:lnTo>
                  <a:cubicBezTo>
                    <a:pt x="11772" y="158"/>
                    <a:pt x="11624" y="1"/>
                    <a:pt x="1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a:extLst>
                <a:ext uri="{FF2B5EF4-FFF2-40B4-BE49-F238E27FC236}">
                  <a16:creationId xmlns:a16="http://schemas.microsoft.com/office/drawing/2014/main" id="{AE3DFC33-4DCD-0068-D0B2-5915DC88A13E}"/>
                </a:ext>
              </a:extLst>
            </p:cNvPr>
            <p:cNvSpPr/>
            <p:nvPr/>
          </p:nvSpPr>
          <p:spPr>
            <a:xfrm>
              <a:off x="1759025" y="2991175"/>
              <a:ext cx="297350" cy="39000"/>
            </a:xfrm>
            <a:custGeom>
              <a:avLst/>
              <a:gdLst/>
              <a:ahLst/>
              <a:cxnLst/>
              <a:rect l="l" t="t" r="r" b="b"/>
              <a:pathLst>
                <a:path w="11894" h="1560" extrusionOk="0">
                  <a:moveTo>
                    <a:pt x="11494" y="112"/>
                  </a:moveTo>
                  <a:cubicBezTo>
                    <a:pt x="11643" y="112"/>
                    <a:pt x="11773" y="242"/>
                    <a:pt x="11773" y="400"/>
                  </a:cubicBezTo>
                  <a:lnTo>
                    <a:pt x="11773" y="1448"/>
                  </a:lnTo>
                  <a:lnTo>
                    <a:pt x="112" y="1448"/>
                  </a:lnTo>
                  <a:lnTo>
                    <a:pt x="112" y="316"/>
                  </a:lnTo>
                  <a:cubicBezTo>
                    <a:pt x="112" y="205"/>
                    <a:pt x="205" y="112"/>
                    <a:pt x="325" y="112"/>
                  </a:cubicBezTo>
                  <a:close/>
                  <a:moveTo>
                    <a:pt x="316" y="1"/>
                  </a:moveTo>
                  <a:cubicBezTo>
                    <a:pt x="140" y="1"/>
                    <a:pt x="1" y="140"/>
                    <a:pt x="1" y="326"/>
                  </a:cubicBezTo>
                  <a:lnTo>
                    <a:pt x="1" y="1559"/>
                  </a:lnTo>
                  <a:lnTo>
                    <a:pt x="11893" y="1559"/>
                  </a:lnTo>
                  <a:lnTo>
                    <a:pt x="11893" y="400"/>
                  </a:lnTo>
                  <a:cubicBezTo>
                    <a:pt x="11893" y="177"/>
                    <a:pt x="11708" y="1"/>
                    <a:pt x="11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3">
              <a:extLst>
                <a:ext uri="{FF2B5EF4-FFF2-40B4-BE49-F238E27FC236}">
                  <a16:creationId xmlns:a16="http://schemas.microsoft.com/office/drawing/2014/main" id="{EF1F8D22-3274-354E-1F81-B87D7E8239EE}"/>
                </a:ext>
              </a:extLst>
            </p:cNvPr>
            <p:cNvSpPr/>
            <p:nvPr/>
          </p:nvSpPr>
          <p:spPr>
            <a:xfrm>
              <a:off x="1793350" y="3003250"/>
              <a:ext cx="14175" cy="14175"/>
            </a:xfrm>
            <a:custGeom>
              <a:avLst/>
              <a:gdLst/>
              <a:ahLst/>
              <a:cxnLst/>
              <a:rect l="l" t="t" r="r" b="b"/>
              <a:pathLst>
                <a:path w="567" h="567" extrusionOk="0">
                  <a:moveTo>
                    <a:pt x="279" y="121"/>
                  </a:moveTo>
                  <a:cubicBezTo>
                    <a:pt x="372" y="121"/>
                    <a:pt x="446" y="195"/>
                    <a:pt x="446" y="279"/>
                  </a:cubicBezTo>
                  <a:cubicBezTo>
                    <a:pt x="446" y="371"/>
                    <a:pt x="372" y="446"/>
                    <a:pt x="279" y="446"/>
                  </a:cubicBezTo>
                  <a:cubicBezTo>
                    <a:pt x="195" y="446"/>
                    <a:pt x="121" y="371"/>
                    <a:pt x="121" y="279"/>
                  </a:cubicBezTo>
                  <a:cubicBezTo>
                    <a:pt x="121" y="195"/>
                    <a:pt x="195" y="121"/>
                    <a:pt x="279" y="121"/>
                  </a:cubicBezTo>
                  <a:close/>
                  <a:moveTo>
                    <a:pt x="279" y="0"/>
                  </a:moveTo>
                  <a:cubicBezTo>
                    <a:pt x="130" y="0"/>
                    <a:pt x="1" y="130"/>
                    <a:pt x="1" y="279"/>
                  </a:cubicBezTo>
                  <a:cubicBezTo>
                    <a:pt x="1" y="436"/>
                    <a:pt x="130" y="566"/>
                    <a:pt x="279" y="566"/>
                  </a:cubicBezTo>
                  <a:cubicBezTo>
                    <a:pt x="437" y="566"/>
                    <a:pt x="566" y="436"/>
                    <a:pt x="566" y="279"/>
                  </a:cubicBezTo>
                  <a:cubicBezTo>
                    <a:pt x="566"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3">
              <a:extLst>
                <a:ext uri="{FF2B5EF4-FFF2-40B4-BE49-F238E27FC236}">
                  <a16:creationId xmlns:a16="http://schemas.microsoft.com/office/drawing/2014/main" id="{4AC99B46-B23C-2395-1FE0-51929AB7EA6A}"/>
                </a:ext>
              </a:extLst>
            </p:cNvPr>
            <p:cNvSpPr/>
            <p:nvPr/>
          </p:nvSpPr>
          <p:spPr>
            <a:xfrm>
              <a:off x="1815150" y="3003250"/>
              <a:ext cx="13950" cy="14175"/>
            </a:xfrm>
            <a:custGeom>
              <a:avLst/>
              <a:gdLst/>
              <a:ahLst/>
              <a:cxnLst/>
              <a:rect l="l" t="t" r="r" b="b"/>
              <a:pathLst>
                <a:path w="558" h="567" extrusionOk="0">
                  <a:moveTo>
                    <a:pt x="279" y="121"/>
                  </a:moveTo>
                  <a:cubicBezTo>
                    <a:pt x="372" y="121"/>
                    <a:pt x="446" y="195"/>
                    <a:pt x="446" y="279"/>
                  </a:cubicBezTo>
                  <a:cubicBezTo>
                    <a:pt x="446" y="371"/>
                    <a:pt x="372" y="446"/>
                    <a:pt x="279" y="446"/>
                  </a:cubicBezTo>
                  <a:cubicBezTo>
                    <a:pt x="186" y="446"/>
                    <a:pt x="112" y="371"/>
                    <a:pt x="112" y="279"/>
                  </a:cubicBezTo>
                  <a:cubicBezTo>
                    <a:pt x="112" y="195"/>
                    <a:pt x="186" y="121"/>
                    <a:pt x="279" y="121"/>
                  </a:cubicBezTo>
                  <a:close/>
                  <a:moveTo>
                    <a:pt x="279" y="0"/>
                  </a:moveTo>
                  <a:cubicBezTo>
                    <a:pt x="121" y="0"/>
                    <a:pt x="1" y="130"/>
                    <a:pt x="1" y="279"/>
                  </a:cubicBezTo>
                  <a:cubicBezTo>
                    <a:pt x="1" y="436"/>
                    <a:pt x="121" y="566"/>
                    <a:pt x="279" y="566"/>
                  </a:cubicBezTo>
                  <a:cubicBezTo>
                    <a:pt x="437" y="566"/>
                    <a:pt x="557" y="436"/>
                    <a:pt x="557" y="279"/>
                  </a:cubicBezTo>
                  <a:cubicBezTo>
                    <a:pt x="557"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3">
              <a:extLst>
                <a:ext uri="{FF2B5EF4-FFF2-40B4-BE49-F238E27FC236}">
                  <a16:creationId xmlns:a16="http://schemas.microsoft.com/office/drawing/2014/main" id="{8324F8F3-3EF0-0238-A7E5-5ECD9548A7E9}"/>
                </a:ext>
              </a:extLst>
            </p:cNvPr>
            <p:cNvSpPr/>
            <p:nvPr/>
          </p:nvSpPr>
          <p:spPr>
            <a:xfrm>
              <a:off x="1771775" y="3003250"/>
              <a:ext cx="14175" cy="14175"/>
            </a:xfrm>
            <a:custGeom>
              <a:avLst/>
              <a:gdLst/>
              <a:ahLst/>
              <a:cxnLst/>
              <a:rect l="l" t="t" r="r" b="b"/>
              <a:pathLst>
                <a:path w="567" h="567" extrusionOk="0">
                  <a:moveTo>
                    <a:pt x="288" y="121"/>
                  </a:moveTo>
                  <a:cubicBezTo>
                    <a:pt x="372" y="121"/>
                    <a:pt x="446" y="195"/>
                    <a:pt x="446" y="279"/>
                  </a:cubicBezTo>
                  <a:cubicBezTo>
                    <a:pt x="446" y="371"/>
                    <a:pt x="372" y="446"/>
                    <a:pt x="288" y="446"/>
                  </a:cubicBezTo>
                  <a:cubicBezTo>
                    <a:pt x="196" y="446"/>
                    <a:pt x="121" y="371"/>
                    <a:pt x="121" y="279"/>
                  </a:cubicBezTo>
                  <a:cubicBezTo>
                    <a:pt x="121" y="195"/>
                    <a:pt x="196" y="121"/>
                    <a:pt x="288" y="121"/>
                  </a:cubicBezTo>
                  <a:close/>
                  <a:moveTo>
                    <a:pt x="288" y="0"/>
                  </a:moveTo>
                  <a:cubicBezTo>
                    <a:pt x="131" y="0"/>
                    <a:pt x="1" y="130"/>
                    <a:pt x="1" y="279"/>
                  </a:cubicBezTo>
                  <a:cubicBezTo>
                    <a:pt x="1" y="436"/>
                    <a:pt x="131" y="566"/>
                    <a:pt x="288" y="566"/>
                  </a:cubicBezTo>
                  <a:cubicBezTo>
                    <a:pt x="437" y="566"/>
                    <a:pt x="567" y="436"/>
                    <a:pt x="567" y="279"/>
                  </a:cubicBezTo>
                  <a:cubicBezTo>
                    <a:pt x="567" y="130"/>
                    <a:pt x="437"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3">
              <a:extLst>
                <a:ext uri="{FF2B5EF4-FFF2-40B4-BE49-F238E27FC236}">
                  <a16:creationId xmlns:a16="http://schemas.microsoft.com/office/drawing/2014/main" id="{9FD582CB-51C7-4EC2-1A90-93262EDF310A}"/>
                </a:ext>
              </a:extLst>
            </p:cNvPr>
            <p:cNvSpPr/>
            <p:nvPr/>
          </p:nvSpPr>
          <p:spPr>
            <a:xfrm>
              <a:off x="1760175" y="3028750"/>
              <a:ext cx="294575" cy="177225"/>
            </a:xfrm>
            <a:custGeom>
              <a:avLst/>
              <a:gdLst/>
              <a:ahLst/>
              <a:cxnLst/>
              <a:rect l="l" t="t" r="r" b="b"/>
              <a:pathLst>
                <a:path w="11783" h="7089" extrusionOk="0">
                  <a:moveTo>
                    <a:pt x="47" y="1"/>
                  </a:moveTo>
                  <a:cubicBezTo>
                    <a:pt x="19" y="1"/>
                    <a:pt x="1" y="19"/>
                    <a:pt x="1" y="38"/>
                  </a:cubicBezTo>
                  <a:lnTo>
                    <a:pt x="1" y="7051"/>
                  </a:lnTo>
                  <a:cubicBezTo>
                    <a:pt x="1" y="7070"/>
                    <a:pt x="19" y="7088"/>
                    <a:pt x="47" y="7088"/>
                  </a:cubicBezTo>
                  <a:lnTo>
                    <a:pt x="11745" y="7088"/>
                  </a:lnTo>
                  <a:cubicBezTo>
                    <a:pt x="11764" y="7088"/>
                    <a:pt x="11782" y="7070"/>
                    <a:pt x="11782" y="7051"/>
                  </a:cubicBezTo>
                  <a:lnTo>
                    <a:pt x="11782" y="38"/>
                  </a:lnTo>
                  <a:cubicBezTo>
                    <a:pt x="11782" y="19"/>
                    <a:pt x="11764" y="1"/>
                    <a:pt x="117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3">
              <a:extLst>
                <a:ext uri="{FF2B5EF4-FFF2-40B4-BE49-F238E27FC236}">
                  <a16:creationId xmlns:a16="http://schemas.microsoft.com/office/drawing/2014/main" id="{8917C3D8-3A80-3C19-BC92-806782993F04}"/>
                </a:ext>
              </a:extLst>
            </p:cNvPr>
            <p:cNvSpPr/>
            <p:nvPr/>
          </p:nvSpPr>
          <p:spPr>
            <a:xfrm>
              <a:off x="1758800" y="3027375"/>
              <a:ext cx="297325" cy="179975"/>
            </a:xfrm>
            <a:custGeom>
              <a:avLst/>
              <a:gdLst/>
              <a:ahLst/>
              <a:cxnLst/>
              <a:rect l="l" t="t" r="r" b="b"/>
              <a:pathLst>
                <a:path w="11893" h="7199" extrusionOk="0">
                  <a:moveTo>
                    <a:pt x="11782" y="111"/>
                  </a:moveTo>
                  <a:lnTo>
                    <a:pt x="11782" y="7087"/>
                  </a:lnTo>
                  <a:lnTo>
                    <a:pt x="121" y="7087"/>
                  </a:lnTo>
                  <a:lnTo>
                    <a:pt x="121" y="111"/>
                  </a:lnTo>
                  <a:close/>
                  <a:moveTo>
                    <a:pt x="102" y="0"/>
                  </a:moveTo>
                  <a:cubicBezTo>
                    <a:pt x="47" y="0"/>
                    <a:pt x="0" y="47"/>
                    <a:pt x="0" y="93"/>
                  </a:cubicBezTo>
                  <a:lnTo>
                    <a:pt x="0" y="7106"/>
                  </a:lnTo>
                  <a:cubicBezTo>
                    <a:pt x="0" y="7162"/>
                    <a:pt x="47" y="7199"/>
                    <a:pt x="102" y="7199"/>
                  </a:cubicBezTo>
                  <a:lnTo>
                    <a:pt x="11800" y="7199"/>
                  </a:lnTo>
                  <a:cubicBezTo>
                    <a:pt x="11856" y="7199"/>
                    <a:pt x="11893" y="7162"/>
                    <a:pt x="11893" y="7106"/>
                  </a:cubicBezTo>
                  <a:lnTo>
                    <a:pt x="11893" y="93"/>
                  </a:lnTo>
                  <a:cubicBezTo>
                    <a:pt x="11893" y="47"/>
                    <a:pt x="11856" y="0"/>
                    <a:pt x="11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3">
              <a:extLst>
                <a:ext uri="{FF2B5EF4-FFF2-40B4-BE49-F238E27FC236}">
                  <a16:creationId xmlns:a16="http://schemas.microsoft.com/office/drawing/2014/main" id="{675DBA48-D1C2-D163-C0F8-DA1A5572D655}"/>
                </a:ext>
              </a:extLst>
            </p:cNvPr>
            <p:cNvSpPr/>
            <p:nvPr/>
          </p:nvSpPr>
          <p:spPr>
            <a:xfrm>
              <a:off x="1961950" y="3064475"/>
              <a:ext cx="65200" cy="100675"/>
            </a:xfrm>
            <a:custGeom>
              <a:avLst/>
              <a:gdLst/>
              <a:ahLst/>
              <a:cxnLst/>
              <a:rect l="l" t="t" r="r" b="b"/>
              <a:pathLst>
                <a:path w="2608" h="4027" extrusionOk="0">
                  <a:moveTo>
                    <a:pt x="19" y="0"/>
                  </a:moveTo>
                  <a:cubicBezTo>
                    <a:pt x="10" y="0"/>
                    <a:pt x="1" y="10"/>
                    <a:pt x="1" y="28"/>
                  </a:cubicBezTo>
                  <a:lnTo>
                    <a:pt x="1" y="4008"/>
                  </a:lnTo>
                  <a:cubicBezTo>
                    <a:pt x="1" y="4017"/>
                    <a:pt x="10" y="4026"/>
                    <a:pt x="19" y="4026"/>
                  </a:cubicBezTo>
                  <a:lnTo>
                    <a:pt x="2589" y="4026"/>
                  </a:lnTo>
                  <a:cubicBezTo>
                    <a:pt x="2598" y="4026"/>
                    <a:pt x="2607" y="4017"/>
                    <a:pt x="2607" y="4008"/>
                  </a:cubicBezTo>
                  <a:lnTo>
                    <a:pt x="2607" y="28"/>
                  </a:lnTo>
                  <a:cubicBezTo>
                    <a:pt x="2607" y="10"/>
                    <a:pt x="2598" y="0"/>
                    <a:pt x="25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3">
              <a:extLst>
                <a:ext uri="{FF2B5EF4-FFF2-40B4-BE49-F238E27FC236}">
                  <a16:creationId xmlns:a16="http://schemas.microsoft.com/office/drawing/2014/main" id="{7ABF63F7-B2C7-04DF-DD8D-34FB985FC5D3}"/>
                </a:ext>
              </a:extLst>
            </p:cNvPr>
            <p:cNvSpPr/>
            <p:nvPr/>
          </p:nvSpPr>
          <p:spPr>
            <a:xfrm>
              <a:off x="1960575" y="3063075"/>
              <a:ext cx="67975" cy="103475"/>
            </a:xfrm>
            <a:custGeom>
              <a:avLst/>
              <a:gdLst/>
              <a:ahLst/>
              <a:cxnLst/>
              <a:rect l="l" t="t" r="r" b="b"/>
              <a:pathLst>
                <a:path w="2719" h="4139" extrusionOk="0">
                  <a:moveTo>
                    <a:pt x="2597" y="121"/>
                  </a:moveTo>
                  <a:lnTo>
                    <a:pt x="2597" y="4018"/>
                  </a:lnTo>
                  <a:lnTo>
                    <a:pt x="111" y="4018"/>
                  </a:lnTo>
                  <a:lnTo>
                    <a:pt x="111" y="121"/>
                  </a:lnTo>
                  <a:close/>
                  <a:moveTo>
                    <a:pt x="74" y="1"/>
                  </a:moveTo>
                  <a:cubicBezTo>
                    <a:pt x="37" y="1"/>
                    <a:pt x="0" y="38"/>
                    <a:pt x="0" y="84"/>
                  </a:cubicBezTo>
                  <a:lnTo>
                    <a:pt x="0" y="4064"/>
                  </a:lnTo>
                  <a:cubicBezTo>
                    <a:pt x="0" y="4101"/>
                    <a:pt x="37" y="4138"/>
                    <a:pt x="74" y="4138"/>
                  </a:cubicBezTo>
                  <a:lnTo>
                    <a:pt x="2644" y="4138"/>
                  </a:lnTo>
                  <a:cubicBezTo>
                    <a:pt x="2681" y="4138"/>
                    <a:pt x="2718" y="4101"/>
                    <a:pt x="2718" y="4064"/>
                  </a:cubicBezTo>
                  <a:lnTo>
                    <a:pt x="2718" y="84"/>
                  </a:lnTo>
                  <a:cubicBezTo>
                    <a:pt x="2718" y="38"/>
                    <a:pt x="2681" y="1"/>
                    <a:pt x="26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3">
              <a:extLst>
                <a:ext uri="{FF2B5EF4-FFF2-40B4-BE49-F238E27FC236}">
                  <a16:creationId xmlns:a16="http://schemas.microsoft.com/office/drawing/2014/main" id="{3FF8F8F6-7F97-6A1A-DD6F-23C005E8DC05}"/>
                </a:ext>
              </a:extLst>
            </p:cNvPr>
            <p:cNvSpPr/>
            <p:nvPr/>
          </p:nvSpPr>
          <p:spPr>
            <a:xfrm>
              <a:off x="1963575" y="3066550"/>
              <a:ext cx="62875" cy="97200"/>
            </a:xfrm>
            <a:custGeom>
              <a:avLst/>
              <a:gdLst/>
              <a:ahLst/>
              <a:cxnLst/>
              <a:rect l="l" t="t" r="r" b="b"/>
              <a:pathLst>
                <a:path w="2515" h="3888" extrusionOk="0">
                  <a:moveTo>
                    <a:pt x="1" y="1"/>
                  </a:moveTo>
                  <a:lnTo>
                    <a:pt x="2515" y="3888"/>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3">
              <a:extLst>
                <a:ext uri="{FF2B5EF4-FFF2-40B4-BE49-F238E27FC236}">
                  <a16:creationId xmlns:a16="http://schemas.microsoft.com/office/drawing/2014/main" id="{DA2B2B32-88D3-902D-333D-67D53ECD36AD}"/>
                </a:ext>
              </a:extLst>
            </p:cNvPr>
            <p:cNvSpPr/>
            <p:nvPr/>
          </p:nvSpPr>
          <p:spPr>
            <a:xfrm>
              <a:off x="1961950" y="3065075"/>
              <a:ext cx="66125" cy="100075"/>
            </a:xfrm>
            <a:custGeom>
              <a:avLst/>
              <a:gdLst/>
              <a:ahLst/>
              <a:cxnLst/>
              <a:rect l="l" t="t" r="r" b="b"/>
              <a:pathLst>
                <a:path w="2645" h="4003" extrusionOk="0">
                  <a:moveTo>
                    <a:pt x="60" y="1"/>
                  </a:moveTo>
                  <a:cubicBezTo>
                    <a:pt x="53" y="1"/>
                    <a:pt x="45" y="2"/>
                    <a:pt x="38" y="4"/>
                  </a:cubicBezTo>
                  <a:cubicBezTo>
                    <a:pt x="10" y="23"/>
                    <a:pt x="1" y="60"/>
                    <a:pt x="19" y="88"/>
                  </a:cubicBezTo>
                  <a:lnTo>
                    <a:pt x="2533" y="3984"/>
                  </a:lnTo>
                  <a:cubicBezTo>
                    <a:pt x="2542" y="3993"/>
                    <a:pt x="2561" y="4002"/>
                    <a:pt x="2580" y="4002"/>
                  </a:cubicBezTo>
                  <a:cubicBezTo>
                    <a:pt x="2589" y="4002"/>
                    <a:pt x="2598" y="4002"/>
                    <a:pt x="2607" y="3993"/>
                  </a:cubicBezTo>
                  <a:cubicBezTo>
                    <a:pt x="2635" y="3984"/>
                    <a:pt x="2645" y="3947"/>
                    <a:pt x="2626" y="3919"/>
                  </a:cubicBezTo>
                  <a:lnTo>
                    <a:pt x="112" y="23"/>
                  </a:lnTo>
                  <a:cubicBezTo>
                    <a:pt x="98" y="9"/>
                    <a:pt x="80" y="1"/>
                    <a:pt x="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3">
              <a:extLst>
                <a:ext uri="{FF2B5EF4-FFF2-40B4-BE49-F238E27FC236}">
                  <a16:creationId xmlns:a16="http://schemas.microsoft.com/office/drawing/2014/main" id="{5D9AC08B-CF6E-46D3-B94C-E6B5A9F13B0F}"/>
                </a:ext>
              </a:extLst>
            </p:cNvPr>
            <p:cNvSpPr/>
            <p:nvPr/>
          </p:nvSpPr>
          <p:spPr>
            <a:xfrm>
              <a:off x="1962425" y="3066100"/>
              <a:ext cx="62625" cy="99050"/>
            </a:xfrm>
            <a:custGeom>
              <a:avLst/>
              <a:gdLst/>
              <a:ahLst/>
              <a:cxnLst/>
              <a:rect l="l" t="t" r="r" b="b"/>
              <a:pathLst>
                <a:path w="2505" h="3962" extrusionOk="0">
                  <a:moveTo>
                    <a:pt x="2505" y="0"/>
                  </a:moveTo>
                  <a:lnTo>
                    <a:pt x="0" y="396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3">
              <a:extLst>
                <a:ext uri="{FF2B5EF4-FFF2-40B4-BE49-F238E27FC236}">
                  <a16:creationId xmlns:a16="http://schemas.microsoft.com/office/drawing/2014/main" id="{869920E0-F919-C16F-D24B-8DAF42C293E6}"/>
                </a:ext>
              </a:extLst>
            </p:cNvPr>
            <p:cNvSpPr/>
            <p:nvPr/>
          </p:nvSpPr>
          <p:spPr>
            <a:xfrm>
              <a:off x="1960800" y="3064700"/>
              <a:ext cx="66125" cy="101850"/>
            </a:xfrm>
            <a:custGeom>
              <a:avLst/>
              <a:gdLst/>
              <a:ahLst/>
              <a:cxnLst/>
              <a:rect l="l" t="t" r="r" b="b"/>
              <a:pathLst>
                <a:path w="2645" h="4074" extrusionOk="0">
                  <a:moveTo>
                    <a:pt x="2575" y="0"/>
                  </a:moveTo>
                  <a:cubicBezTo>
                    <a:pt x="2555" y="0"/>
                    <a:pt x="2536" y="11"/>
                    <a:pt x="2524" y="29"/>
                  </a:cubicBezTo>
                  <a:lnTo>
                    <a:pt x="19" y="3980"/>
                  </a:lnTo>
                  <a:cubicBezTo>
                    <a:pt x="0" y="4008"/>
                    <a:pt x="10" y="4045"/>
                    <a:pt x="37" y="4064"/>
                  </a:cubicBezTo>
                  <a:cubicBezTo>
                    <a:pt x="47" y="4073"/>
                    <a:pt x="56" y="4073"/>
                    <a:pt x="65" y="4073"/>
                  </a:cubicBezTo>
                  <a:cubicBezTo>
                    <a:pt x="84" y="4073"/>
                    <a:pt x="102" y="4064"/>
                    <a:pt x="121" y="4045"/>
                  </a:cubicBezTo>
                  <a:lnTo>
                    <a:pt x="2626" y="93"/>
                  </a:lnTo>
                  <a:cubicBezTo>
                    <a:pt x="2644" y="66"/>
                    <a:pt x="2635" y="29"/>
                    <a:pt x="2607" y="10"/>
                  </a:cubicBezTo>
                  <a:cubicBezTo>
                    <a:pt x="2597" y="3"/>
                    <a:pt x="2586" y="0"/>
                    <a:pt x="25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3">
              <a:extLst>
                <a:ext uri="{FF2B5EF4-FFF2-40B4-BE49-F238E27FC236}">
                  <a16:creationId xmlns:a16="http://schemas.microsoft.com/office/drawing/2014/main" id="{03BBCA55-7A10-4C10-EF02-9C3A6E21337C}"/>
                </a:ext>
              </a:extLst>
            </p:cNvPr>
            <p:cNvSpPr/>
            <p:nvPr/>
          </p:nvSpPr>
          <p:spPr>
            <a:xfrm>
              <a:off x="1797750" y="3070275"/>
              <a:ext cx="138475" cy="3025"/>
            </a:xfrm>
            <a:custGeom>
              <a:avLst/>
              <a:gdLst/>
              <a:ahLst/>
              <a:cxnLst/>
              <a:rect l="l" t="t" r="r" b="b"/>
              <a:pathLst>
                <a:path w="5539" h="121" extrusionOk="0">
                  <a:moveTo>
                    <a:pt x="66" y="0"/>
                  </a:moveTo>
                  <a:cubicBezTo>
                    <a:pt x="29" y="0"/>
                    <a:pt x="1" y="28"/>
                    <a:pt x="1" y="56"/>
                  </a:cubicBezTo>
                  <a:cubicBezTo>
                    <a:pt x="1" y="93"/>
                    <a:pt x="29" y="121"/>
                    <a:pt x="66" y="121"/>
                  </a:cubicBezTo>
                  <a:lnTo>
                    <a:pt x="5483" y="121"/>
                  </a:lnTo>
                  <a:cubicBezTo>
                    <a:pt x="5511" y="121"/>
                    <a:pt x="5539" y="93"/>
                    <a:pt x="5539" y="56"/>
                  </a:cubicBezTo>
                  <a:cubicBezTo>
                    <a:pt x="5539" y="28"/>
                    <a:pt x="5511" y="0"/>
                    <a:pt x="54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3">
              <a:extLst>
                <a:ext uri="{FF2B5EF4-FFF2-40B4-BE49-F238E27FC236}">
                  <a16:creationId xmlns:a16="http://schemas.microsoft.com/office/drawing/2014/main" id="{CD451E55-BDA9-D076-905B-EC5DB824B31E}"/>
                </a:ext>
              </a:extLst>
            </p:cNvPr>
            <p:cNvSpPr/>
            <p:nvPr/>
          </p:nvSpPr>
          <p:spPr>
            <a:xfrm>
              <a:off x="1798000" y="3090900"/>
              <a:ext cx="50350" cy="2825"/>
            </a:xfrm>
            <a:custGeom>
              <a:avLst/>
              <a:gdLst/>
              <a:ahLst/>
              <a:cxnLst/>
              <a:rect l="l" t="t" r="r" b="b"/>
              <a:pathLst>
                <a:path w="2014" h="113" extrusionOk="0">
                  <a:moveTo>
                    <a:pt x="56" y="1"/>
                  </a:moveTo>
                  <a:cubicBezTo>
                    <a:pt x="19" y="1"/>
                    <a:pt x="0" y="29"/>
                    <a:pt x="0" y="57"/>
                  </a:cubicBezTo>
                  <a:cubicBezTo>
                    <a:pt x="0" y="94"/>
                    <a:pt x="19" y="112"/>
                    <a:pt x="56" y="112"/>
                  </a:cubicBezTo>
                  <a:lnTo>
                    <a:pt x="1957" y="112"/>
                  </a:lnTo>
                  <a:cubicBezTo>
                    <a:pt x="1985" y="112"/>
                    <a:pt x="2013" y="94"/>
                    <a:pt x="2013" y="57"/>
                  </a:cubicBezTo>
                  <a:cubicBezTo>
                    <a:pt x="2013" y="29"/>
                    <a:pt x="1995" y="1"/>
                    <a:pt x="1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3">
              <a:extLst>
                <a:ext uri="{FF2B5EF4-FFF2-40B4-BE49-F238E27FC236}">
                  <a16:creationId xmlns:a16="http://schemas.microsoft.com/office/drawing/2014/main" id="{46118F3F-C21B-5F79-BBE1-7D9B9494743B}"/>
                </a:ext>
              </a:extLst>
            </p:cNvPr>
            <p:cNvSpPr/>
            <p:nvPr/>
          </p:nvSpPr>
          <p:spPr>
            <a:xfrm>
              <a:off x="1865025" y="3090900"/>
              <a:ext cx="60775" cy="2825"/>
            </a:xfrm>
            <a:custGeom>
              <a:avLst/>
              <a:gdLst/>
              <a:ahLst/>
              <a:cxnLst/>
              <a:rect l="l" t="t" r="r" b="b"/>
              <a:pathLst>
                <a:path w="2431" h="113" extrusionOk="0">
                  <a:moveTo>
                    <a:pt x="56" y="1"/>
                  </a:moveTo>
                  <a:cubicBezTo>
                    <a:pt x="28" y="1"/>
                    <a:pt x="0" y="29"/>
                    <a:pt x="0" y="57"/>
                  </a:cubicBezTo>
                  <a:cubicBezTo>
                    <a:pt x="0" y="94"/>
                    <a:pt x="28" y="112"/>
                    <a:pt x="56" y="112"/>
                  </a:cubicBezTo>
                  <a:lnTo>
                    <a:pt x="2375" y="112"/>
                  </a:lnTo>
                  <a:cubicBezTo>
                    <a:pt x="2403" y="112"/>
                    <a:pt x="2431" y="94"/>
                    <a:pt x="2431" y="57"/>
                  </a:cubicBezTo>
                  <a:cubicBezTo>
                    <a:pt x="2431" y="29"/>
                    <a:pt x="2403" y="1"/>
                    <a:pt x="23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3">
              <a:extLst>
                <a:ext uri="{FF2B5EF4-FFF2-40B4-BE49-F238E27FC236}">
                  <a16:creationId xmlns:a16="http://schemas.microsoft.com/office/drawing/2014/main" id="{F341DA5B-CBC5-D2BF-29AF-F14085D66DA6}"/>
                </a:ext>
              </a:extLst>
            </p:cNvPr>
            <p:cNvSpPr/>
            <p:nvPr/>
          </p:nvSpPr>
          <p:spPr>
            <a:xfrm>
              <a:off x="1798000" y="3153300"/>
              <a:ext cx="89775" cy="2800"/>
            </a:xfrm>
            <a:custGeom>
              <a:avLst/>
              <a:gdLst/>
              <a:ahLst/>
              <a:cxnLst/>
              <a:rect l="l" t="t" r="r" b="b"/>
              <a:pathLst>
                <a:path w="3591" h="112" extrusionOk="0">
                  <a:moveTo>
                    <a:pt x="56" y="0"/>
                  </a:moveTo>
                  <a:cubicBezTo>
                    <a:pt x="19" y="0"/>
                    <a:pt x="0" y="28"/>
                    <a:pt x="0" y="56"/>
                  </a:cubicBezTo>
                  <a:cubicBezTo>
                    <a:pt x="0" y="93"/>
                    <a:pt x="19" y="112"/>
                    <a:pt x="56" y="112"/>
                  </a:cubicBezTo>
                  <a:lnTo>
                    <a:pt x="3525" y="112"/>
                  </a:lnTo>
                  <a:cubicBezTo>
                    <a:pt x="3562" y="112"/>
                    <a:pt x="3590" y="93"/>
                    <a:pt x="3590" y="56"/>
                  </a:cubicBezTo>
                  <a:cubicBezTo>
                    <a:pt x="3590" y="28"/>
                    <a:pt x="3562" y="0"/>
                    <a:pt x="3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3">
              <a:extLst>
                <a:ext uri="{FF2B5EF4-FFF2-40B4-BE49-F238E27FC236}">
                  <a16:creationId xmlns:a16="http://schemas.microsoft.com/office/drawing/2014/main" id="{8CA80ECC-4528-B744-D597-D3EFEA691C33}"/>
                </a:ext>
              </a:extLst>
            </p:cNvPr>
            <p:cNvSpPr/>
            <p:nvPr/>
          </p:nvSpPr>
          <p:spPr>
            <a:xfrm>
              <a:off x="1797750" y="3112475"/>
              <a:ext cx="139650" cy="3050"/>
            </a:xfrm>
            <a:custGeom>
              <a:avLst/>
              <a:gdLst/>
              <a:ahLst/>
              <a:cxnLst/>
              <a:rect l="l" t="t" r="r" b="b"/>
              <a:pathLst>
                <a:path w="5586" h="122" extrusionOk="0">
                  <a:moveTo>
                    <a:pt x="66" y="1"/>
                  </a:moveTo>
                  <a:cubicBezTo>
                    <a:pt x="29" y="1"/>
                    <a:pt x="1" y="29"/>
                    <a:pt x="1" y="56"/>
                  </a:cubicBezTo>
                  <a:cubicBezTo>
                    <a:pt x="1" y="93"/>
                    <a:pt x="29" y="121"/>
                    <a:pt x="66" y="121"/>
                  </a:cubicBezTo>
                  <a:lnTo>
                    <a:pt x="5530" y="121"/>
                  </a:lnTo>
                  <a:cubicBezTo>
                    <a:pt x="5567" y="121"/>
                    <a:pt x="5585" y="93"/>
                    <a:pt x="5585" y="56"/>
                  </a:cubicBezTo>
                  <a:cubicBezTo>
                    <a:pt x="5585" y="29"/>
                    <a:pt x="5567" y="1"/>
                    <a:pt x="55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3">
              <a:extLst>
                <a:ext uri="{FF2B5EF4-FFF2-40B4-BE49-F238E27FC236}">
                  <a16:creationId xmlns:a16="http://schemas.microsoft.com/office/drawing/2014/main" id="{970CE767-FC27-51FC-1818-193C750F480E}"/>
                </a:ext>
              </a:extLst>
            </p:cNvPr>
            <p:cNvSpPr/>
            <p:nvPr/>
          </p:nvSpPr>
          <p:spPr>
            <a:xfrm>
              <a:off x="1798000" y="3133125"/>
              <a:ext cx="46175" cy="2800"/>
            </a:xfrm>
            <a:custGeom>
              <a:avLst/>
              <a:gdLst/>
              <a:ahLst/>
              <a:cxnLst/>
              <a:rect l="l" t="t" r="r" b="b"/>
              <a:pathLst>
                <a:path w="1847" h="112" extrusionOk="0">
                  <a:moveTo>
                    <a:pt x="56" y="0"/>
                  </a:moveTo>
                  <a:cubicBezTo>
                    <a:pt x="19" y="0"/>
                    <a:pt x="0" y="19"/>
                    <a:pt x="0" y="56"/>
                  </a:cubicBezTo>
                  <a:cubicBezTo>
                    <a:pt x="0" y="84"/>
                    <a:pt x="19" y="112"/>
                    <a:pt x="56" y="112"/>
                  </a:cubicBezTo>
                  <a:lnTo>
                    <a:pt x="1790" y="112"/>
                  </a:lnTo>
                  <a:cubicBezTo>
                    <a:pt x="1818" y="112"/>
                    <a:pt x="1846" y="84"/>
                    <a:pt x="1846" y="56"/>
                  </a:cubicBezTo>
                  <a:cubicBezTo>
                    <a:pt x="1846" y="19"/>
                    <a:pt x="1818" y="0"/>
                    <a:pt x="17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3">
              <a:extLst>
                <a:ext uri="{FF2B5EF4-FFF2-40B4-BE49-F238E27FC236}">
                  <a16:creationId xmlns:a16="http://schemas.microsoft.com/office/drawing/2014/main" id="{D7C12E2E-6234-9A7D-1616-3E2301723BE3}"/>
                </a:ext>
              </a:extLst>
            </p:cNvPr>
            <p:cNvSpPr/>
            <p:nvPr/>
          </p:nvSpPr>
          <p:spPr>
            <a:xfrm>
              <a:off x="1854575" y="3133125"/>
              <a:ext cx="81650" cy="2800"/>
            </a:xfrm>
            <a:custGeom>
              <a:avLst/>
              <a:gdLst/>
              <a:ahLst/>
              <a:cxnLst/>
              <a:rect l="l" t="t" r="r" b="b"/>
              <a:pathLst>
                <a:path w="3266" h="112" extrusionOk="0">
                  <a:moveTo>
                    <a:pt x="56" y="0"/>
                  </a:moveTo>
                  <a:cubicBezTo>
                    <a:pt x="19" y="0"/>
                    <a:pt x="1" y="19"/>
                    <a:pt x="1" y="56"/>
                  </a:cubicBezTo>
                  <a:cubicBezTo>
                    <a:pt x="1" y="84"/>
                    <a:pt x="19" y="112"/>
                    <a:pt x="56" y="112"/>
                  </a:cubicBezTo>
                  <a:lnTo>
                    <a:pt x="3210" y="112"/>
                  </a:lnTo>
                  <a:cubicBezTo>
                    <a:pt x="3238" y="112"/>
                    <a:pt x="3266" y="84"/>
                    <a:pt x="3266" y="56"/>
                  </a:cubicBezTo>
                  <a:cubicBezTo>
                    <a:pt x="3266" y="19"/>
                    <a:pt x="3238" y="0"/>
                    <a:pt x="3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3">
              <a:extLst>
                <a:ext uri="{FF2B5EF4-FFF2-40B4-BE49-F238E27FC236}">
                  <a16:creationId xmlns:a16="http://schemas.microsoft.com/office/drawing/2014/main" id="{99EF112B-6160-5971-3BAE-B85DDEEA6B0B}"/>
                </a:ext>
              </a:extLst>
            </p:cNvPr>
            <p:cNvSpPr/>
            <p:nvPr/>
          </p:nvSpPr>
          <p:spPr>
            <a:xfrm>
              <a:off x="1869425" y="3103200"/>
              <a:ext cx="725" cy="8375"/>
            </a:xfrm>
            <a:custGeom>
              <a:avLst/>
              <a:gdLst/>
              <a:ahLst/>
              <a:cxnLst/>
              <a:rect l="l" t="t" r="r" b="b"/>
              <a:pathLst>
                <a:path w="29" h="335" extrusionOk="0">
                  <a:moveTo>
                    <a:pt x="19" y="335"/>
                  </a:moveTo>
                  <a:cubicBezTo>
                    <a:pt x="28" y="223"/>
                    <a:pt x="19" y="112"/>
                    <a:pt x="0" y="1"/>
                  </a:cubicBezTo>
                  <a:lnTo>
                    <a:pt x="0" y="1"/>
                  </a:lnTo>
                  <a:lnTo>
                    <a:pt x="0" y="1"/>
                  </a:lnTo>
                  <a:cubicBezTo>
                    <a:pt x="19" y="112"/>
                    <a:pt x="28" y="223"/>
                    <a:pt x="19" y="33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3">
              <a:extLst>
                <a:ext uri="{FF2B5EF4-FFF2-40B4-BE49-F238E27FC236}">
                  <a16:creationId xmlns:a16="http://schemas.microsoft.com/office/drawing/2014/main" id="{53804DB9-6862-9492-035F-8B2146A8F018}"/>
                </a:ext>
              </a:extLst>
            </p:cNvPr>
            <p:cNvSpPr/>
            <p:nvPr/>
          </p:nvSpPr>
          <p:spPr>
            <a:xfrm>
              <a:off x="2089275" y="2890075"/>
              <a:ext cx="172800" cy="172100"/>
            </a:xfrm>
            <a:custGeom>
              <a:avLst/>
              <a:gdLst/>
              <a:ahLst/>
              <a:cxnLst/>
              <a:rect l="l" t="t" r="r" b="b"/>
              <a:pathLst>
                <a:path w="6912" h="6884" extrusionOk="0">
                  <a:moveTo>
                    <a:pt x="6448" y="1568"/>
                  </a:moveTo>
                  <a:cubicBezTo>
                    <a:pt x="4259" y="1485"/>
                    <a:pt x="3563" y="204"/>
                    <a:pt x="3461" y="0"/>
                  </a:cubicBezTo>
                  <a:lnTo>
                    <a:pt x="3442" y="0"/>
                  </a:lnTo>
                  <a:cubicBezTo>
                    <a:pt x="3349" y="204"/>
                    <a:pt x="2654" y="1485"/>
                    <a:pt x="464" y="1568"/>
                  </a:cubicBezTo>
                  <a:cubicBezTo>
                    <a:pt x="464" y="1568"/>
                    <a:pt x="1" y="6077"/>
                    <a:pt x="3387" y="6884"/>
                  </a:cubicBezTo>
                  <a:lnTo>
                    <a:pt x="3516" y="6884"/>
                  </a:lnTo>
                  <a:cubicBezTo>
                    <a:pt x="6912" y="6077"/>
                    <a:pt x="6448" y="1568"/>
                    <a:pt x="6448" y="15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3">
              <a:extLst>
                <a:ext uri="{FF2B5EF4-FFF2-40B4-BE49-F238E27FC236}">
                  <a16:creationId xmlns:a16="http://schemas.microsoft.com/office/drawing/2014/main" id="{30FEAD0A-A73C-9195-D931-E7F89B1825D7}"/>
                </a:ext>
              </a:extLst>
            </p:cNvPr>
            <p:cNvSpPr/>
            <p:nvPr/>
          </p:nvSpPr>
          <p:spPr>
            <a:xfrm>
              <a:off x="2083250" y="2879400"/>
              <a:ext cx="173025" cy="172350"/>
            </a:xfrm>
            <a:custGeom>
              <a:avLst/>
              <a:gdLst/>
              <a:ahLst/>
              <a:cxnLst/>
              <a:rect l="l" t="t" r="r" b="b"/>
              <a:pathLst>
                <a:path w="6921" h="6894" extrusionOk="0">
                  <a:moveTo>
                    <a:pt x="3451" y="1"/>
                  </a:moveTo>
                  <a:cubicBezTo>
                    <a:pt x="3349" y="205"/>
                    <a:pt x="2654" y="1485"/>
                    <a:pt x="464" y="1568"/>
                  </a:cubicBezTo>
                  <a:cubicBezTo>
                    <a:pt x="464" y="1568"/>
                    <a:pt x="0" y="6086"/>
                    <a:pt x="3396" y="6893"/>
                  </a:cubicBezTo>
                  <a:lnTo>
                    <a:pt x="3526" y="6893"/>
                  </a:lnTo>
                  <a:cubicBezTo>
                    <a:pt x="6921" y="6086"/>
                    <a:pt x="6457" y="1568"/>
                    <a:pt x="6457" y="1568"/>
                  </a:cubicBezTo>
                  <a:cubicBezTo>
                    <a:pt x="4258" y="1485"/>
                    <a:pt x="3563" y="205"/>
                    <a:pt x="34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3">
              <a:extLst>
                <a:ext uri="{FF2B5EF4-FFF2-40B4-BE49-F238E27FC236}">
                  <a16:creationId xmlns:a16="http://schemas.microsoft.com/office/drawing/2014/main" id="{3AD6E079-1723-4943-5092-027D95AA1578}"/>
                </a:ext>
              </a:extLst>
            </p:cNvPr>
            <p:cNvSpPr/>
            <p:nvPr/>
          </p:nvSpPr>
          <p:spPr>
            <a:xfrm>
              <a:off x="2082550" y="2877775"/>
              <a:ext cx="174200" cy="175600"/>
            </a:xfrm>
            <a:custGeom>
              <a:avLst/>
              <a:gdLst/>
              <a:ahLst/>
              <a:cxnLst/>
              <a:rect l="l" t="t" r="r" b="b"/>
              <a:pathLst>
                <a:path w="6968" h="7024" extrusionOk="0">
                  <a:moveTo>
                    <a:pt x="3489" y="177"/>
                  </a:moveTo>
                  <a:cubicBezTo>
                    <a:pt x="3693" y="548"/>
                    <a:pt x="4453" y="1596"/>
                    <a:pt x="6429" y="1689"/>
                  </a:cubicBezTo>
                  <a:cubicBezTo>
                    <a:pt x="6466" y="2181"/>
                    <a:pt x="6652" y="6160"/>
                    <a:pt x="3544" y="6903"/>
                  </a:cubicBezTo>
                  <a:lnTo>
                    <a:pt x="3424" y="6903"/>
                  </a:lnTo>
                  <a:cubicBezTo>
                    <a:pt x="316" y="6160"/>
                    <a:pt x="511" y="2181"/>
                    <a:pt x="539" y="1689"/>
                  </a:cubicBezTo>
                  <a:cubicBezTo>
                    <a:pt x="2524" y="1596"/>
                    <a:pt x="3275" y="548"/>
                    <a:pt x="3489" y="177"/>
                  </a:cubicBezTo>
                  <a:close/>
                  <a:moveTo>
                    <a:pt x="3479" y="1"/>
                  </a:moveTo>
                  <a:cubicBezTo>
                    <a:pt x="3461" y="1"/>
                    <a:pt x="3433" y="19"/>
                    <a:pt x="3424" y="38"/>
                  </a:cubicBezTo>
                  <a:cubicBezTo>
                    <a:pt x="3312" y="279"/>
                    <a:pt x="2626" y="1494"/>
                    <a:pt x="492" y="1578"/>
                  </a:cubicBezTo>
                  <a:cubicBezTo>
                    <a:pt x="464" y="1578"/>
                    <a:pt x="437" y="1606"/>
                    <a:pt x="437" y="1633"/>
                  </a:cubicBezTo>
                  <a:cubicBezTo>
                    <a:pt x="427" y="1680"/>
                    <a:pt x="1" y="6207"/>
                    <a:pt x="3405" y="7023"/>
                  </a:cubicBezTo>
                  <a:lnTo>
                    <a:pt x="3563" y="7023"/>
                  </a:lnTo>
                  <a:cubicBezTo>
                    <a:pt x="6967" y="6207"/>
                    <a:pt x="6541" y="1680"/>
                    <a:pt x="6541" y="1633"/>
                  </a:cubicBezTo>
                  <a:cubicBezTo>
                    <a:pt x="6531" y="1606"/>
                    <a:pt x="6513" y="1578"/>
                    <a:pt x="6485" y="1578"/>
                  </a:cubicBezTo>
                  <a:cubicBezTo>
                    <a:pt x="4342" y="1494"/>
                    <a:pt x="3665" y="279"/>
                    <a:pt x="3544" y="38"/>
                  </a:cubicBezTo>
                  <a:cubicBezTo>
                    <a:pt x="3535" y="19"/>
                    <a:pt x="3516" y="1"/>
                    <a:pt x="3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3">
              <a:extLst>
                <a:ext uri="{FF2B5EF4-FFF2-40B4-BE49-F238E27FC236}">
                  <a16:creationId xmlns:a16="http://schemas.microsoft.com/office/drawing/2014/main" id="{C0D8332F-2F3F-6BF4-0BEE-1C63928F6A05}"/>
                </a:ext>
              </a:extLst>
            </p:cNvPr>
            <p:cNvSpPr/>
            <p:nvPr/>
          </p:nvSpPr>
          <p:spPr>
            <a:xfrm>
              <a:off x="2118275" y="2895650"/>
              <a:ext cx="121550" cy="139850"/>
            </a:xfrm>
            <a:custGeom>
              <a:avLst/>
              <a:gdLst/>
              <a:ahLst/>
              <a:cxnLst/>
              <a:rect l="l" t="t" r="r" b="b"/>
              <a:pathLst>
                <a:path w="4862" h="5594" extrusionOk="0">
                  <a:moveTo>
                    <a:pt x="2050" y="0"/>
                  </a:moveTo>
                  <a:cubicBezTo>
                    <a:pt x="2004" y="102"/>
                    <a:pt x="1763" y="547"/>
                    <a:pt x="1169" y="881"/>
                  </a:cubicBezTo>
                  <a:lnTo>
                    <a:pt x="0" y="3850"/>
                  </a:lnTo>
                  <a:cubicBezTo>
                    <a:pt x="334" y="4629"/>
                    <a:pt x="928" y="5343"/>
                    <a:pt x="2004" y="5594"/>
                  </a:cubicBezTo>
                  <a:lnTo>
                    <a:pt x="2115" y="5594"/>
                  </a:lnTo>
                  <a:cubicBezTo>
                    <a:pt x="4861" y="4935"/>
                    <a:pt x="4490" y="1271"/>
                    <a:pt x="4490" y="1271"/>
                  </a:cubicBezTo>
                  <a:cubicBezTo>
                    <a:pt x="2709" y="1206"/>
                    <a:pt x="2143" y="167"/>
                    <a:pt x="20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3">
              <a:extLst>
                <a:ext uri="{FF2B5EF4-FFF2-40B4-BE49-F238E27FC236}">
                  <a16:creationId xmlns:a16="http://schemas.microsoft.com/office/drawing/2014/main" id="{3ACAF230-6984-24B7-D3AB-70AB3BC7D64F}"/>
                </a:ext>
              </a:extLst>
            </p:cNvPr>
            <p:cNvSpPr/>
            <p:nvPr/>
          </p:nvSpPr>
          <p:spPr>
            <a:xfrm>
              <a:off x="2116650" y="2894025"/>
              <a:ext cx="123850" cy="142875"/>
            </a:xfrm>
            <a:custGeom>
              <a:avLst/>
              <a:gdLst/>
              <a:ahLst/>
              <a:cxnLst/>
              <a:rect l="l" t="t" r="r" b="b"/>
              <a:pathLst>
                <a:path w="4954" h="5715" extrusionOk="0">
                  <a:moveTo>
                    <a:pt x="2115" y="0"/>
                  </a:moveTo>
                  <a:cubicBezTo>
                    <a:pt x="2097" y="0"/>
                    <a:pt x="2069" y="19"/>
                    <a:pt x="2060" y="37"/>
                  </a:cubicBezTo>
                  <a:cubicBezTo>
                    <a:pt x="2023" y="121"/>
                    <a:pt x="1791" y="566"/>
                    <a:pt x="1197" y="891"/>
                  </a:cubicBezTo>
                  <a:cubicBezTo>
                    <a:pt x="1169" y="909"/>
                    <a:pt x="1160" y="946"/>
                    <a:pt x="1178" y="974"/>
                  </a:cubicBezTo>
                  <a:cubicBezTo>
                    <a:pt x="1190" y="992"/>
                    <a:pt x="1206" y="1002"/>
                    <a:pt x="1223" y="1002"/>
                  </a:cubicBezTo>
                  <a:cubicBezTo>
                    <a:pt x="1233" y="1002"/>
                    <a:pt x="1243" y="999"/>
                    <a:pt x="1253" y="993"/>
                  </a:cubicBezTo>
                  <a:cubicBezTo>
                    <a:pt x="1763" y="714"/>
                    <a:pt x="2013" y="362"/>
                    <a:pt x="2125" y="176"/>
                  </a:cubicBezTo>
                  <a:cubicBezTo>
                    <a:pt x="2301" y="492"/>
                    <a:pt x="2922" y="1317"/>
                    <a:pt x="4499" y="1392"/>
                  </a:cubicBezTo>
                  <a:cubicBezTo>
                    <a:pt x="4527" y="1828"/>
                    <a:pt x="4657" y="5000"/>
                    <a:pt x="2171" y="5603"/>
                  </a:cubicBezTo>
                  <a:lnTo>
                    <a:pt x="2069" y="5603"/>
                  </a:lnTo>
                  <a:cubicBezTo>
                    <a:pt x="1169" y="5381"/>
                    <a:pt x="510" y="4805"/>
                    <a:pt x="121" y="3887"/>
                  </a:cubicBezTo>
                  <a:cubicBezTo>
                    <a:pt x="107" y="3866"/>
                    <a:pt x="88" y="3856"/>
                    <a:pt x="63" y="3856"/>
                  </a:cubicBezTo>
                  <a:cubicBezTo>
                    <a:pt x="55" y="3856"/>
                    <a:pt x="47" y="3857"/>
                    <a:pt x="37" y="3859"/>
                  </a:cubicBezTo>
                  <a:cubicBezTo>
                    <a:pt x="10" y="3868"/>
                    <a:pt x="0" y="3906"/>
                    <a:pt x="10" y="3933"/>
                  </a:cubicBezTo>
                  <a:cubicBezTo>
                    <a:pt x="418" y="4889"/>
                    <a:pt x="1104" y="5492"/>
                    <a:pt x="2050" y="5714"/>
                  </a:cubicBezTo>
                  <a:lnTo>
                    <a:pt x="2190" y="5714"/>
                  </a:lnTo>
                  <a:cubicBezTo>
                    <a:pt x="4954" y="5056"/>
                    <a:pt x="4611" y="1373"/>
                    <a:pt x="4611" y="1336"/>
                  </a:cubicBezTo>
                  <a:cubicBezTo>
                    <a:pt x="4601" y="1308"/>
                    <a:pt x="4583" y="1280"/>
                    <a:pt x="4555" y="1280"/>
                  </a:cubicBezTo>
                  <a:cubicBezTo>
                    <a:pt x="2820" y="1215"/>
                    <a:pt x="2273" y="232"/>
                    <a:pt x="2180" y="37"/>
                  </a:cubicBezTo>
                  <a:cubicBezTo>
                    <a:pt x="2171" y="19"/>
                    <a:pt x="2152" y="0"/>
                    <a:pt x="2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3">
              <a:extLst>
                <a:ext uri="{FF2B5EF4-FFF2-40B4-BE49-F238E27FC236}">
                  <a16:creationId xmlns:a16="http://schemas.microsoft.com/office/drawing/2014/main" id="{1B4E0433-34B2-D098-A9C6-12551F1CEEA0}"/>
                </a:ext>
              </a:extLst>
            </p:cNvPr>
            <p:cNvSpPr/>
            <p:nvPr/>
          </p:nvSpPr>
          <p:spPr>
            <a:xfrm>
              <a:off x="2107375" y="2926025"/>
              <a:ext cx="16250" cy="33650"/>
            </a:xfrm>
            <a:custGeom>
              <a:avLst/>
              <a:gdLst/>
              <a:ahLst/>
              <a:cxnLst/>
              <a:rect l="l" t="t" r="r" b="b"/>
              <a:pathLst>
                <a:path w="650" h="1346" extrusionOk="0">
                  <a:moveTo>
                    <a:pt x="650" y="0"/>
                  </a:moveTo>
                  <a:cubicBezTo>
                    <a:pt x="473" y="28"/>
                    <a:pt x="278" y="56"/>
                    <a:pt x="65" y="56"/>
                  </a:cubicBezTo>
                  <a:cubicBezTo>
                    <a:pt x="65" y="56"/>
                    <a:pt x="0" y="622"/>
                    <a:pt x="102" y="1345"/>
                  </a:cubicBezTo>
                  <a:lnTo>
                    <a:pt x="6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3">
              <a:extLst>
                <a:ext uri="{FF2B5EF4-FFF2-40B4-BE49-F238E27FC236}">
                  <a16:creationId xmlns:a16="http://schemas.microsoft.com/office/drawing/2014/main" id="{DB09EC71-AB1B-70A8-C35F-99F07EB96DF7}"/>
                </a:ext>
              </a:extLst>
            </p:cNvPr>
            <p:cNvSpPr/>
            <p:nvPr/>
          </p:nvSpPr>
          <p:spPr>
            <a:xfrm>
              <a:off x="2105975" y="2924575"/>
              <a:ext cx="19050" cy="36500"/>
            </a:xfrm>
            <a:custGeom>
              <a:avLst/>
              <a:gdLst/>
              <a:ahLst/>
              <a:cxnLst/>
              <a:rect l="l" t="t" r="r" b="b"/>
              <a:pathLst>
                <a:path w="762" h="1460" extrusionOk="0">
                  <a:moveTo>
                    <a:pt x="710" y="0"/>
                  </a:moveTo>
                  <a:cubicBezTo>
                    <a:pt x="706" y="0"/>
                    <a:pt x="701" y="1"/>
                    <a:pt x="696" y="3"/>
                  </a:cubicBezTo>
                  <a:cubicBezTo>
                    <a:pt x="511" y="30"/>
                    <a:pt x="316" y="58"/>
                    <a:pt x="112" y="58"/>
                  </a:cubicBezTo>
                  <a:cubicBezTo>
                    <a:pt x="84" y="58"/>
                    <a:pt x="65" y="86"/>
                    <a:pt x="56" y="114"/>
                  </a:cubicBezTo>
                  <a:cubicBezTo>
                    <a:pt x="56" y="123"/>
                    <a:pt x="0" y="689"/>
                    <a:pt x="103" y="1413"/>
                  </a:cubicBezTo>
                  <a:cubicBezTo>
                    <a:pt x="103" y="1440"/>
                    <a:pt x="130" y="1459"/>
                    <a:pt x="158" y="1459"/>
                  </a:cubicBezTo>
                  <a:lnTo>
                    <a:pt x="167" y="1459"/>
                  </a:lnTo>
                  <a:cubicBezTo>
                    <a:pt x="195" y="1459"/>
                    <a:pt x="223" y="1431"/>
                    <a:pt x="214" y="1394"/>
                  </a:cubicBezTo>
                  <a:cubicBezTo>
                    <a:pt x="140" y="810"/>
                    <a:pt x="158" y="327"/>
                    <a:pt x="177" y="179"/>
                  </a:cubicBezTo>
                  <a:cubicBezTo>
                    <a:pt x="362" y="170"/>
                    <a:pt x="539" y="142"/>
                    <a:pt x="715" y="114"/>
                  </a:cubicBezTo>
                  <a:cubicBezTo>
                    <a:pt x="743" y="105"/>
                    <a:pt x="761" y="77"/>
                    <a:pt x="761" y="49"/>
                  </a:cubicBezTo>
                  <a:cubicBezTo>
                    <a:pt x="753" y="18"/>
                    <a:pt x="733" y="0"/>
                    <a:pt x="7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3">
              <a:extLst>
                <a:ext uri="{FF2B5EF4-FFF2-40B4-BE49-F238E27FC236}">
                  <a16:creationId xmlns:a16="http://schemas.microsoft.com/office/drawing/2014/main" id="{912B55F0-667E-380A-683B-31A34209483D}"/>
                </a:ext>
              </a:extLst>
            </p:cNvPr>
            <p:cNvSpPr/>
            <p:nvPr/>
          </p:nvSpPr>
          <p:spPr>
            <a:xfrm>
              <a:off x="2134725" y="2938300"/>
              <a:ext cx="69850" cy="69850"/>
            </a:xfrm>
            <a:custGeom>
              <a:avLst/>
              <a:gdLst/>
              <a:ahLst/>
              <a:cxnLst/>
              <a:rect l="l" t="t" r="r" b="b"/>
              <a:pathLst>
                <a:path w="2794" h="2794" extrusionOk="0">
                  <a:moveTo>
                    <a:pt x="1402" y="1"/>
                  </a:moveTo>
                  <a:cubicBezTo>
                    <a:pt x="622" y="1"/>
                    <a:pt x="1" y="622"/>
                    <a:pt x="1" y="1402"/>
                  </a:cubicBezTo>
                  <a:cubicBezTo>
                    <a:pt x="1" y="2172"/>
                    <a:pt x="622" y="2793"/>
                    <a:pt x="1402" y="2793"/>
                  </a:cubicBezTo>
                  <a:cubicBezTo>
                    <a:pt x="2172" y="2793"/>
                    <a:pt x="2793" y="2172"/>
                    <a:pt x="2793" y="1402"/>
                  </a:cubicBezTo>
                  <a:cubicBezTo>
                    <a:pt x="2793" y="622"/>
                    <a:pt x="2172" y="1"/>
                    <a:pt x="1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3">
              <a:extLst>
                <a:ext uri="{FF2B5EF4-FFF2-40B4-BE49-F238E27FC236}">
                  <a16:creationId xmlns:a16="http://schemas.microsoft.com/office/drawing/2014/main" id="{FCE4D9A8-9CB0-23B9-A63B-788D45E9983C}"/>
                </a:ext>
              </a:extLst>
            </p:cNvPr>
            <p:cNvSpPr/>
            <p:nvPr/>
          </p:nvSpPr>
          <p:spPr>
            <a:xfrm>
              <a:off x="2133575" y="2937150"/>
              <a:ext cx="72150" cy="72150"/>
            </a:xfrm>
            <a:custGeom>
              <a:avLst/>
              <a:gdLst/>
              <a:ahLst/>
              <a:cxnLst/>
              <a:rect l="l" t="t" r="r" b="b"/>
              <a:pathLst>
                <a:path w="2886" h="2886" extrusionOk="0">
                  <a:moveTo>
                    <a:pt x="1448" y="93"/>
                  </a:moveTo>
                  <a:cubicBezTo>
                    <a:pt x="2190" y="93"/>
                    <a:pt x="2802" y="696"/>
                    <a:pt x="2802" y="1448"/>
                  </a:cubicBezTo>
                  <a:cubicBezTo>
                    <a:pt x="2802" y="2190"/>
                    <a:pt x="2190" y="2802"/>
                    <a:pt x="1448" y="2802"/>
                  </a:cubicBezTo>
                  <a:cubicBezTo>
                    <a:pt x="696" y="2802"/>
                    <a:pt x="93" y="2190"/>
                    <a:pt x="93" y="1448"/>
                  </a:cubicBezTo>
                  <a:cubicBezTo>
                    <a:pt x="93" y="696"/>
                    <a:pt x="696" y="93"/>
                    <a:pt x="1448" y="93"/>
                  </a:cubicBezTo>
                  <a:close/>
                  <a:moveTo>
                    <a:pt x="1448" y="1"/>
                  </a:moveTo>
                  <a:cubicBezTo>
                    <a:pt x="650" y="1"/>
                    <a:pt x="0" y="650"/>
                    <a:pt x="0" y="1448"/>
                  </a:cubicBezTo>
                  <a:cubicBezTo>
                    <a:pt x="0" y="2236"/>
                    <a:pt x="650" y="2886"/>
                    <a:pt x="1448" y="2886"/>
                  </a:cubicBezTo>
                  <a:cubicBezTo>
                    <a:pt x="2236" y="2886"/>
                    <a:pt x="2885" y="2236"/>
                    <a:pt x="2885" y="1448"/>
                  </a:cubicBezTo>
                  <a:cubicBezTo>
                    <a:pt x="2885" y="650"/>
                    <a:pt x="2236" y="1"/>
                    <a:pt x="14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3">
              <a:extLst>
                <a:ext uri="{FF2B5EF4-FFF2-40B4-BE49-F238E27FC236}">
                  <a16:creationId xmlns:a16="http://schemas.microsoft.com/office/drawing/2014/main" id="{854922EA-0404-0145-602D-966642F35448}"/>
                </a:ext>
              </a:extLst>
            </p:cNvPr>
            <p:cNvSpPr/>
            <p:nvPr/>
          </p:nvSpPr>
          <p:spPr>
            <a:xfrm>
              <a:off x="2144250" y="2947825"/>
              <a:ext cx="50800" cy="50800"/>
            </a:xfrm>
            <a:custGeom>
              <a:avLst/>
              <a:gdLst/>
              <a:ahLst/>
              <a:cxnLst/>
              <a:rect l="l" t="t" r="r" b="b"/>
              <a:pathLst>
                <a:path w="2032" h="2032" extrusionOk="0">
                  <a:moveTo>
                    <a:pt x="1021" y="0"/>
                  </a:moveTo>
                  <a:cubicBezTo>
                    <a:pt x="455" y="0"/>
                    <a:pt x="0" y="455"/>
                    <a:pt x="0" y="1021"/>
                  </a:cubicBezTo>
                  <a:cubicBezTo>
                    <a:pt x="0" y="1577"/>
                    <a:pt x="455" y="2032"/>
                    <a:pt x="1021" y="2032"/>
                  </a:cubicBezTo>
                  <a:cubicBezTo>
                    <a:pt x="1577" y="2032"/>
                    <a:pt x="2032" y="1577"/>
                    <a:pt x="2032" y="1021"/>
                  </a:cubicBezTo>
                  <a:cubicBezTo>
                    <a:pt x="2032" y="455"/>
                    <a:pt x="1577" y="0"/>
                    <a:pt x="10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3">
              <a:extLst>
                <a:ext uri="{FF2B5EF4-FFF2-40B4-BE49-F238E27FC236}">
                  <a16:creationId xmlns:a16="http://schemas.microsoft.com/office/drawing/2014/main" id="{1CB7CB69-F12F-2039-2521-2C1723C97071}"/>
                </a:ext>
              </a:extLst>
            </p:cNvPr>
            <p:cNvSpPr/>
            <p:nvPr/>
          </p:nvSpPr>
          <p:spPr>
            <a:xfrm>
              <a:off x="2142850" y="2946425"/>
              <a:ext cx="53825" cy="53825"/>
            </a:xfrm>
            <a:custGeom>
              <a:avLst/>
              <a:gdLst/>
              <a:ahLst/>
              <a:cxnLst/>
              <a:rect l="l" t="t" r="r" b="b"/>
              <a:pathLst>
                <a:path w="2153" h="2153" extrusionOk="0">
                  <a:moveTo>
                    <a:pt x="1077" y="112"/>
                  </a:moveTo>
                  <a:cubicBezTo>
                    <a:pt x="1605" y="112"/>
                    <a:pt x="2032" y="548"/>
                    <a:pt x="2032" y="1077"/>
                  </a:cubicBezTo>
                  <a:cubicBezTo>
                    <a:pt x="2032" y="1605"/>
                    <a:pt x="1605" y="2032"/>
                    <a:pt x="1077" y="2032"/>
                  </a:cubicBezTo>
                  <a:cubicBezTo>
                    <a:pt x="548" y="2032"/>
                    <a:pt x="112" y="1605"/>
                    <a:pt x="112" y="1077"/>
                  </a:cubicBezTo>
                  <a:cubicBezTo>
                    <a:pt x="112" y="548"/>
                    <a:pt x="548" y="112"/>
                    <a:pt x="1077" y="112"/>
                  </a:cubicBezTo>
                  <a:close/>
                  <a:moveTo>
                    <a:pt x="1077" y="1"/>
                  </a:moveTo>
                  <a:cubicBezTo>
                    <a:pt x="483" y="1"/>
                    <a:pt x="0" y="483"/>
                    <a:pt x="0" y="1077"/>
                  </a:cubicBezTo>
                  <a:cubicBezTo>
                    <a:pt x="0" y="1670"/>
                    <a:pt x="483" y="2153"/>
                    <a:pt x="1077" y="2153"/>
                  </a:cubicBezTo>
                  <a:cubicBezTo>
                    <a:pt x="1670" y="2153"/>
                    <a:pt x="2153" y="1670"/>
                    <a:pt x="2153" y="1077"/>
                  </a:cubicBezTo>
                  <a:cubicBezTo>
                    <a:pt x="2153" y="483"/>
                    <a:pt x="1670" y="1"/>
                    <a:pt x="10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3">
              <a:extLst>
                <a:ext uri="{FF2B5EF4-FFF2-40B4-BE49-F238E27FC236}">
                  <a16:creationId xmlns:a16="http://schemas.microsoft.com/office/drawing/2014/main" id="{C3B844CB-B238-D172-348F-18C6A8FA0CC3}"/>
                </a:ext>
              </a:extLst>
            </p:cNvPr>
            <p:cNvSpPr/>
            <p:nvPr/>
          </p:nvSpPr>
          <p:spPr>
            <a:xfrm>
              <a:off x="2154900" y="2949850"/>
              <a:ext cx="45950" cy="34400"/>
            </a:xfrm>
            <a:custGeom>
              <a:avLst/>
              <a:gdLst/>
              <a:ahLst/>
              <a:cxnLst/>
              <a:rect l="l" t="t" r="r" b="b"/>
              <a:pathLst>
                <a:path w="1838" h="1376" extrusionOk="0">
                  <a:moveTo>
                    <a:pt x="1657" y="0"/>
                  </a:moveTo>
                  <a:cubicBezTo>
                    <a:pt x="1615" y="0"/>
                    <a:pt x="1573" y="17"/>
                    <a:pt x="1541" y="49"/>
                  </a:cubicBezTo>
                  <a:lnTo>
                    <a:pt x="613" y="977"/>
                  </a:lnTo>
                  <a:lnTo>
                    <a:pt x="298" y="661"/>
                  </a:lnTo>
                  <a:cubicBezTo>
                    <a:pt x="265" y="629"/>
                    <a:pt x="224" y="613"/>
                    <a:pt x="182" y="613"/>
                  </a:cubicBezTo>
                  <a:cubicBezTo>
                    <a:pt x="140" y="613"/>
                    <a:pt x="98" y="629"/>
                    <a:pt x="66" y="661"/>
                  </a:cubicBezTo>
                  <a:cubicBezTo>
                    <a:pt x="1" y="726"/>
                    <a:pt x="1" y="828"/>
                    <a:pt x="66" y="893"/>
                  </a:cubicBezTo>
                  <a:lnTo>
                    <a:pt x="493" y="1320"/>
                  </a:lnTo>
                  <a:cubicBezTo>
                    <a:pt x="530" y="1357"/>
                    <a:pt x="567" y="1376"/>
                    <a:pt x="613" y="1376"/>
                  </a:cubicBezTo>
                  <a:cubicBezTo>
                    <a:pt x="650" y="1376"/>
                    <a:pt x="697" y="1357"/>
                    <a:pt x="724" y="1329"/>
                  </a:cubicBezTo>
                  <a:lnTo>
                    <a:pt x="1773" y="281"/>
                  </a:lnTo>
                  <a:cubicBezTo>
                    <a:pt x="1838" y="216"/>
                    <a:pt x="1838" y="114"/>
                    <a:pt x="1773" y="49"/>
                  </a:cubicBezTo>
                  <a:cubicBezTo>
                    <a:pt x="1740" y="17"/>
                    <a:pt x="1699"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043E850E-6D44-E4FB-65DD-D609CD63C285}"/>
              </a:ext>
            </a:extLst>
          </p:cNvPr>
          <p:cNvPicPr>
            <a:picLocks noChangeAspect="1"/>
          </p:cNvPicPr>
          <p:nvPr/>
        </p:nvPicPr>
        <p:blipFill>
          <a:blip r:embed="rId3"/>
          <a:stretch>
            <a:fillRect/>
          </a:stretch>
        </p:blipFill>
        <p:spPr>
          <a:xfrm>
            <a:off x="7916475" y="942265"/>
            <a:ext cx="460102" cy="452085"/>
          </a:xfrm>
          <a:prstGeom prst="rect">
            <a:avLst/>
          </a:prstGeom>
        </p:spPr>
      </p:pic>
    </p:spTree>
    <p:extLst>
      <p:ext uri="{BB962C8B-B14F-4D97-AF65-F5344CB8AC3E}">
        <p14:creationId xmlns:p14="http://schemas.microsoft.com/office/powerpoint/2010/main" val="403421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08">
          <a:extLst>
            <a:ext uri="{FF2B5EF4-FFF2-40B4-BE49-F238E27FC236}">
              <a16:creationId xmlns:a16="http://schemas.microsoft.com/office/drawing/2014/main" id="{300430C7-7003-9A98-2D35-B80C43AEC16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21AEF95-D41F-958C-83FC-BCB64A76B9CD}"/>
              </a:ext>
            </a:extLst>
          </p:cNvPr>
          <p:cNvPicPr>
            <a:picLocks noChangeAspect="1"/>
          </p:cNvPicPr>
          <p:nvPr/>
        </p:nvPicPr>
        <p:blipFill>
          <a:blip r:embed="rId3"/>
          <a:stretch>
            <a:fillRect/>
          </a:stretch>
        </p:blipFill>
        <p:spPr>
          <a:xfrm>
            <a:off x="6164821" y="1878784"/>
            <a:ext cx="1771885" cy="1791906"/>
          </a:xfrm>
          <a:prstGeom prst="rect">
            <a:avLst/>
          </a:prstGeom>
        </p:spPr>
      </p:pic>
      <p:sp>
        <p:nvSpPr>
          <p:cNvPr id="1709" name="Google Shape;1709;p33">
            <a:extLst>
              <a:ext uri="{FF2B5EF4-FFF2-40B4-BE49-F238E27FC236}">
                <a16:creationId xmlns:a16="http://schemas.microsoft.com/office/drawing/2014/main" id="{530D0426-CB23-540E-103A-360CC0DDB2A5}"/>
              </a:ext>
            </a:extLst>
          </p:cNvPr>
          <p:cNvSpPr txBox="1">
            <a:spLocks noGrp="1"/>
          </p:cNvSpPr>
          <p:nvPr>
            <p:ph type="title"/>
          </p:nvPr>
        </p:nvSpPr>
        <p:spPr>
          <a:xfrm>
            <a:off x="3110500" y="701958"/>
            <a:ext cx="5320200" cy="93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Ready. Set. Action</a:t>
            </a:r>
            <a:endParaRPr sz="3000" dirty="0"/>
          </a:p>
        </p:txBody>
      </p:sp>
      <p:sp>
        <p:nvSpPr>
          <p:cNvPr id="1710" name="Google Shape;1710;p33">
            <a:extLst>
              <a:ext uri="{FF2B5EF4-FFF2-40B4-BE49-F238E27FC236}">
                <a16:creationId xmlns:a16="http://schemas.microsoft.com/office/drawing/2014/main" id="{0F07F9A7-3A4F-F83F-7772-6782687002A0}"/>
              </a:ext>
            </a:extLst>
          </p:cNvPr>
          <p:cNvSpPr txBox="1">
            <a:spLocks noGrp="1"/>
          </p:cNvSpPr>
          <p:nvPr>
            <p:ph type="subTitle" idx="1"/>
          </p:nvPr>
        </p:nvSpPr>
        <p:spPr>
          <a:xfrm>
            <a:off x="3179773" y="1831623"/>
            <a:ext cx="2692882" cy="49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IBM will be filming short clips of you sharing your experience at the Hackathon (Fri/Sat/Sun)</a:t>
            </a:r>
          </a:p>
          <a:p>
            <a:pPr marL="0" lvl="0" indent="0" algn="l" rtl="0">
              <a:spcBef>
                <a:spcPts val="0"/>
              </a:spcBef>
              <a:spcAft>
                <a:spcPts val="0"/>
              </a:spcAft>
              <a:buNone/>
            </a:pPr>
            <a:endParaRPr lang="en-CA" dirty="0"/>
          </a:p>
          <a:p>
            <a:pPr marL="0" lvl="0" indent="0" algn="l" rtl="0">
              <a:spcBef>
                <a:spcPts val="0"/>
              </a:spcBef>
              <a:spcAft>
                <a:spcPts val="0"/>
              </a:spcAft>
              <a:buNone/>
            </a:pPr>
            <a:r>
              <a:rPr lang="en-CA" dirty="0"/>
              <a:t>If interested, find Debra Henry at the IBM Booth!</a:t>
            </a:r>
          </a:p>
          <a:p>
            <a:pPr marL="0" lvl="0" indent="0" algn="l" rtl="0">
              <a:spcBef>
                <a:spcPts val="0"/>
              </a:spcBef>
              <a:spcAft>
                <a:spcPts val="0"/>
              </a:spcAft>
              <a:buNone/>
            </a:pPr>
            <a:endParaRPr lang="en-CA" dirty="0"/>
          </a:p>
          <a:p>
            <a:pPr marL="0" lvl="0" indent="0" algn="l" rtl="0">
              <a:spcBef>
                <a:spcPts val="0"/>
              </a:spcBef>
              <a:spcAft>
                <a:spcPts val="0"/>
              </a:spcAft>
              <a:buNone/>
            </a:pPr>
            <a:endParaRPr lang="en" dirty="0"/>
          </a:p>
          <a:p>
            <a:pPr marL="0" lvl="0" indent="0" algn="l" rtl="0">
              <a:spcBef>
                <a:spcPts val="0"/>
              </a:spcBef>
              <a:spcAft>
                <a:spcPts val="0"/>
              </a:spcAft>
              <a:buNone/>
            </a:pPr>
            <a:endParaRPr dirty="0"/>
          </a:p>
        </p:txBody>
      </p:sp>
      <p:grpSp>
        <p:nvGrpSpPr>
          <p:cNvPr id="1711" name="Google Shape;1711;p33">
            <a:extLst>
              <a:ext uri="{FF2B5EF4-FFF2-40B4-BE49-F238E27FC236}">
                <a16:creationId xmlns:a16="http://schemas.microsoft.com/office/drawing/2014/main" id="{02399BE4-EA2D-3B6D-7508-7F17AC34F510}"/>
              </a:ext>
            </a:extLst>
          </p:cNvPr>
          <p:cNvGrpSpPr/>
          <p:nvPr/>
        </p:nvGrpSpPr>
        <p:grpSpPr>
          <a:xfrm>
            <a:off x="713216" y="1123904"/>
            <a:ext cx="2305770" cy="2895692"/>
            <a:chOff x="1539175" y="2330700"/>
            <a:chExt cx="810350" cy="1017675"/>
          </a:xfrm>
        </p:grpSpPr>
        <p:sp>
          <p:nvSpPr>
            <p:cNvPr id="1712" name="Google Shape;1712;p33">
              <a:extLst>
                <a:ext uri="{FF2B5EF4-FFF2-40B4-BE49-F238E27FC236}">
                  <a16:creationId xmlns:a16="http://schemas.microsoft.com/office/drawing/2014/main" id="{A085D7E7-D738-4F41-0CF8-5F9DFE976021}"/>
                </a:ext>
              </a:extLst>
            </p:cNvPr>
            <p:cNvSpPr/>
            <p:nvPr/>
          </p:nvSpPr>
          <p:spPr>
            <a:xfrm>
              <a:off x="1898400" y="2363625"/>
              <a:ext cx="2825" cy="37825"/>
            </a:xfrm>
            <a:custGeom>
              <a:avLst/>
              <a:gdLst/>
              <a:ahLst/>
              <a:cxnLst/>
              <a:rect l="l" t="t" r="r" b="b"/>
              <a:pathLst>
                <a:path w="113" h="1513" extrusionOk="0">
                  <a:moveTo>
                    <a:pt x="57" y="0"/>
                  </a:moveTo>
                  <a:cubicBezTo>
                    <a:pt x="29" y="0"/>
                    <a:pt x="1" y="28"/>
                    <a:pt x="1" y="65"/>
                  </a:cubicBezTo>
                  <a:lnTo>
                    <a:pt x="1" y="529"/>
                  </a:lnTo>
                  <a:cubicBezTo>
                    <a:pt x="1" y="557"/>
                    <a:pt x="29" y="585"/>
                    <a:pt x="57" y="585"/>
                  </a:cubicBezTo>
                  <a:cubicBezTo>
                    <a:pt x="94" y="585"/>
                    <a:pt x="112" y="557"/>
                    <a:pt x="112" y="529"/>
                  </a:cubicBezTo>
                  <a:lnTo>
                    <a:pt x="112" y="65"/>
                  </a:lnTo>
                  <a:cubicBezTo>
                    <a:pt x="112" y="28"/>
                    <a:pt x="94" y="0"/>
                    <a:pt x="57" y="0"/>
                  </a:cubicBezTo>
                  <a:close/>
                  <a:moveTo>
                    <a:pt x="57" y="928"/>
                  </a:moveTo>
                  <a:cubicBezTo>
                    <a:pt x="29" y="928"/>
                    <a:pt x="1" y="956"/>
                    <a:pt x="1" y="993"/>
                  </a:cubicBezTo>
                  <a:lnTo>
                    <a:pt x="1" y="1457"/>
                  </a:lnTo>
                  <a:cubicBezTo>
                    <a:pt x="1" y="1485"/>
                    <a:pt x="29" y="1512"/>
                    <a:pt x="57" y="1512"/>
                  </a:cubicBezTo>
                  <a:cubicBezTo>
                    <a:pt x="94" y="1512"/>
                    <a:pt x="112" y="1485"/>
                    <a:pt x="112" y="1457"/>
                  </a:cubicBezTo>
                  <a:lnTo>
                    <a:pt x="112" y="993"/>
                  </a:lnTo>
                  <a:cubicBezTo>
                    <a:pt x="112" y="956"/>
                    <a:pt x="94" y="928"/>
                    <a:pt x="57" y="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3">
              <a:extLst>
                <a:ext uri="{FF2B5EF4-FFF2-40B4-BE49-F238E27FC236}">
                  <a16:creationId xmlns:a16="http://schemas.microsoft.com/office/drawing/2014/main" id="{D7506A37-8CEC-1362-EEFB-F5A76928A460}"/>
                </a:ext>
              </a:extLst>
            </p:cNvPr>
            <p:cNvSpPr/>
            <p:nvPr/>
          </p:nvSpPr>
          <p:spPr>
            <a:xfrm>
              <a:off x="2199675" y="2704075"/>
              <a:ext cx="82350" cy="174425"/>
            </a:xfrm>
            <a:custGeom>
              <a:avLst/>
              <a:gdLst/>
              <a:ahLst/>
              <a:cxnLst/>
              <a:rect l="l" t="t" r="r" b="b"/>
              <a:pathLst>
                <a:path w="3294" h="6977" extrusionOk="0">
                  <a:moveTo>
                    <a:pt x="1670" y="1"/>
                  </a:moveTo>
                  <a:cubicBezTo>
                    <a:pt x="1642" y="1"/>
                    <a:pt x="1614" y="19"/>
                    <a:pt x="1614" y="56"/>
                  </a:cubicBezTo>
                  <a:cubicBezTo>
                    <a:pt x="1614" y="84"/>
                    <a:pt x="1642" y="112"/>
                    <a:pt x="1670" y="112"/>
                  </a:cubicBezTo>
                  <a:lnTo>
                    <a:pt x="2134" y="112"/>
                  </a:lnTo>
                  <a:cubicBezTo>
                    <a:pt x="2171" y="112"/>
                    <a:pt x="2190" y="84"/>
                    <a:pt x="2190" y="56"/>
                  </a:cubicBezTo>
                  <a:cubicBezTo>
                    <a:pt x="2190" y="19"/>
                    <a:pt x="2171" y="1"/>
                    <a:pt x="2134" y="1"/>
                  </a:cubicBezTo>
                  <a:close/>
                  <a:moveTo>
                    <a:pt x="2598" y="1"/>
                  </a:moveTo>
                  <a:cubicBezTo>
                    <a:pt x="2570" y="1"/>
                    <a:pt x="2542" y="19"/>
                    <a:pt x="2542" y="56"/>
                  </a:cubicBezTo>
                  <a:cubicBezTo>
                    <a:pt x="2542" y="84"/>
                    <a:pt x="2570" y="112"/>
                    <a:pt x="2598" y="112"/>
                  </a:cubicBezTo>
                  <a:lnTo>
                    <a:pt x="3062" y="112"/>
                  </a:lnTo>
                  <a:cubicBezTo>
                    <a:pt x="3099" y="112"/>
                    <a:pt x="3117" y="84"/>
                    <a:pt x="3117" y="56"/>
                  </a:cubicBezTo>
                  <a:cubicBezTo>
                    <a:pt x="3117" y="19"/>
                    <a:pt x="3099" y="1"/>
                    <a:pt x="3062" y="1"/>
                  </a:cubicBezTo>
                  <a:close/>
                  <a:moveTo>
                    <a:pt x="3229" y="288"/>
                  </a:moveTo>
                  <a:cubicBezTo>
                    <a:pt x="3201" y="288"/>
                    <a:pt x="3173" y="316"/>
                    <a:pt x="3173" y="353"/>
                  </a:cubicBezTo>
                  <a:lnTo>
                    <a:pt x="3173" y="817"/>
                  </a:lnTo>
                  <a:cubicBezTo>
                    <a:pt x="3173" y="845"/>
                    <a:pt x="3201" y="873"/>
                    <a:pt x="3229" y="873"/>
                  </a:cubicBezTo>
                  <a:cubicBezTo>
                    <a:pt x="3266" y="873"/>
                    <a:pt x="3294" y="845"/>
                    <a:pt x="3294" y="817"/>
                  </a:cubicBezTo>
                  <a:lnTo>
                    <a:pt x="3294" y="353"/>
                  </a:lnTo>
                  <a:cubicBezTo>
                    <a:pt x="3294" y="316"/>
                    <a:pt x="3266" y="288"/>
                    <a:pt x="3229" y="288"/>
                  </a:cubicBezTo>
                  <a:close/>
                  <a:moveTo>
                    <a:pt x="3229" y="1216"/>
                  </a:moveTo>
                  <a:cubicBezTo>
                    <a:pt x="3201" y="1216"/>
                    <a:pt x="3173" y="1244"/>
                    <a:pt x="3173" y="1281"/>
                  </a:cubicBezTo>
                  <a:lnTo>
                    <a:pt x="3173" y="1745"/>
                  </a:lnTo>
                  <a:cubicBezTo>
                    <a:pt x="3173" y="1772"/>
                    <a:pt x="3201" y="1800"/>
                    <a:pt x="3229" y="1800"/>
                  </a:cubicBezTo>
                  <a:cubicBezTo>
                    <a:pt x="3266" y="1800"/>
                    <a:pt x="3294" y="1772"/>
                    <a:pt x="3294" y="1745"/>
                  </a:cubicBezTo>
                  <a:lnTo>
                    <a:pt x="3294" y="1281"/>
                  </a:lnTo>
                  <a:cubicBezTo>
                    <a:pt x="3294" y="1244"/>
                    <a:pt x="3266" y="1216"/>
                    <a:pt x="3229" y="1216"/>
                  </a:cubicBezTo>
                  <a:close/>
                  <a:moveTo>
                    <a:pt x="3229" y="2143"/>
                  </a:moveTo>
                  <a:cubicBezTo>
                    <a:pt x="3201" y="2143"/>
                    <a:pt x="3173" y="2171"/>
                    <a:pt x="3173" y="2208"/>
                  </a:cubicBezTo>
                  <a:lnTo>
                    <a:pt x="3173" y="2672"/>
                  </a:lnTo>
                  <a:cubicBezTo>
                    <a:pt x="3173" y="2700"/>
                    <a:pt x="3201" y="2728"/>
                    <a:pt x="3229" y="2728"/>
                  </a:cubicBezTo>
                  <a:cubicBezTo>
                    <a:pt x="3266" y="2728"/>
                    <a:pt x="3294" y="2700"/>
                    <a:pt x="3294" y="2672"/>
                  </a:cubicBezTo>
                  <a:lnTo>
                    <a:pt x="3294" y="2208"/>
                  </a:lnTo>
                  <a:cubicBezTo>
                    <a:pt x="3294" y="2171"/>
                    <a:pt x="3266" y="2143"/>
                    <a:pt x="3229" y="2143"/>
                  </a:cubicBezTo>
                  <a:close/>
                  <a:moveTo>
                    <a:pt x="3229" y="3071"/>
                  </a:moveTo>
                  <a:cubicBezTo>
                    <a:pt x="3201" y="3071"/>
                    <a:pt x="3173" y="3099"/>
                    <a:pt x="3173" y="3136"/>
                  </a:cubicBezTo>
                  <a:lnTo>
                    <a:pt x="3173" y="3600"/>
                  </a:lnTo>
                  <a:cubicBezTo>
                    <a:pt x="3173" y="3628"/>
                    <a:pt x="3201" y="3656"/>
                    <a:pt x="3229" y="3656"/>
                  </a:cubicBezTo>
                  <a:cubicBezTo>
                    <a:pt x="3266" y="3656"/>
                    <a:pt x="3294" y="3628"/>
                    <a:pt x="3294" y="3600"/>
                  </a:cubicBezTo>
                  <a:lnTo>
                    <a:pt x="3294" y="3136"/>
                  </a:lnTo>
                  <a:cubicBezTo>
                    <a:pt x="3294" y="3099"/>
                    <a:pt x="3266" y="3071"/>
                    <a:pt x="3229" y="3071"/>
                  </a:cubicBezTo>
                  <a:close/>
                  <a:moveTo>
                    <a:pt x="3229" y="3999"/>
                  </a:moveTo>
                  <a:cubicBezTo>
                    <a:pt x="3201" y="3999"/>
                    <a:pt x="3173" y="4027"/>
                    <a:pt x="3173" y="4064"/>
                  </a:cubicBezTo>
                  <a:lnTo>
                    <a:pt x="3173" y="4528"/>
                  </a:lnTo>
                  <a:cubicBezTo>
                    <a:pt x="3173" y="4555"/>
                    <a:pt x="3201" y="4583"/>
                    <a:pt x="3229" y="4583"/>
                  </a:cubicBezTo>
                  <a:cubicBezTo>
                    <a:pt x="3266" y="4583"/>
                    <a:pt x="3294" y="4555"/>
                    <a:pt x="3294" y="4528"/>
                  </a:cubicBezTo>
                  <a:lnTo>
                    <a:pt x="3294" y="4064"/>
                  </a:lnTo>
                  <a:cubicBezTo>
                    <a:pt x="3294" y="4027"/>
                    <a:pt x="3266" y="3999"/>
                    <a:pt x="3229" y="3999"/>
                  </a:cubicBezTo>
                  <a:close/>
                  <a:moveTo>
                    <a:pt x="269" y="5214"/>
                  </a:moveTo>
                  <a:cubicBezTo>
                    <a:pt x="241" y="5214"/>
                    <a:pt x="214" y="5242"/>
                    <a:pt x="214" y="5279"/>
                  </a:cubicBezTo>
                  <a:cubicBezTo>
                    <a:pt x="214" y="5307"/>
                    <a:pt x="241" y="5335"/>
                    <a:pt x="269" y="5335"/>
                  </a:cubicBezTo>
                  <a:lnTo>
                    <a:pt x="733" y="5335"/>
                  </a:lnTo>
                  <a:cubicBezTo>
                    <a:pt x="770" y="5335"/>
                    <a:pt x="789" y="5307"/>
                    <a:pt x="789" y="5279"/>
                  </a:cubicBezTo>
                  <a:cubicBezTo>
                    <a:pt x="789" y="5242"/>
                    <a:pt x="770" y="5214"/>
                    <a:pt x="733" y="5214"/>
                  </a:cubicBezTo>
                  <a:close/>
                  <a:moveTo>
                    <a:pt x="1197" y="5214"/>
                  </a:moveTo>
                  <a:cubicBezTo>
                    <a:pt x="1169" y="5214"/>
                    <a:pt x="1141" y="5242"/>
                    <a:pt x="1141" y="5279"/>
                  </a:cubicBezTo>
                  <a:cubicBezTo>
                    <a:pt x="1141" y="5307"/>
                    <a:pt x="1169" y="5335"/>
                    <a:pt x="1197" y="5335"/>
                  </a:cubicBezTo>
                  <a:lnTo>
                    <a:pt x="1661" y="5335"/>
                  </a:lnTo>
                  <a:cubicBezTo>
                    <a:pt x="1698" y="5335"/>
                    <a:pt x="1716" y="5307"/>
                    <a:pt x="1716" y="5279"/>
                  </a:cubicBezTo>
                  <a:cubicBezTo>
                    <a:pt x="1716" y="5242"/>
                    <a:pt x="1698" y="5214"/>
                    <a:pt x="1661" y="5214"/>
                  </a:cubicBezTo>
                  <a:close/>
                  <a:moveTo>
                    <a:pt x="2125" y="5214"/>
                  </a:moveTo>
                  <a:cubicBezTo>
                    <a:pt x="2097" y="5214"/>
                    <a:pt x="2069" y="5242"/>
                    <a:pt x="2069" y="5279"/>
                  </a:cubicBezTo>
                  <a:cubicBezTo>
                    <a:pt x="2069" y="5307"/>
                    <a:pt x="2097" y="5335"/>
                    <a:pt x="2125" y="5335"/>
                  </a:cubicBezTo>
                  <a:lnTo>
                    <a:pt x="2588" y="5335"/>
                  </a:lnTo>
                  <a:cubicBezTo>
                    <a:pt x="2626" y="5335"/>
                    <a:pt x="2644" y="5307"/>
                    <a:pt x="2644" y="5279"/>
                  </a:cubicBezTo>
                  <a:cubicBezTo>
                    <a:pt x="2644" y="5242"/>
                    <a:pt x="2626" y="5214"/>
                    <a:pt x="2588" y="5214"/>
                  </a:cubicBezTo>
                  <a:close/>
                  <a:moveTo>
                    <a:pt x="3229" y="4936"/>
                  </a:moveTo>
                  <a:cubicBezTo>
                    <a:pt x="3201" y="4936"/>
                    <a:pt x="3173" y="4954"/>
                    <a:pt x="3173" y="4991"/>
                  </a:cubicBezTo>
                  <a:lnTo>
                    <a:pt x="3173" y="5214"/>
                  </a:lnTo>
                  <a:lnTo>
                    <a:pt x="3052" y="5214"/>
                  </a:lnTo>
                  <a:cubicBezTo>
                    <a:pt x="3024" y="5214"/>
                    <a:pt x="2997" y="5242"/>
                    <a:pt x="2997" y="5279"/>
                  </a:cubicBezTo>
                  <a:cubicBezTo>
                    <a:pt x="2997" y="5307"/>
                    <a:pt x="3024" y="5335"/>
                    <a:pt x="3052" y="5335"/>
                  </a:cubicBezTo>
                  <a:lnTo>
                    <a:pt x="3229" y="5335"/>
                  </a:lnTo>
                  <a:cubicBezTo>
                    <a:pt x="3266" y="5335"/>
                    <a:pt x="3294" y="5307"/>
                    <a:pt x="3294" y="5279"/>
                  </a:cubicBezTo>
                  <a:lnTo>
                    <a:pt x="3294" y="4991"/>
                  </a:lnTo>
                  <a:cubicBezTo>
                    <a:pt x="3294" y="4954"/>
                    <a:pt x="3266" y="4936"/>
                    <a:pt x="3229" y="4936"/>
                  </a:cubicBezTo>
                  <a:close/>
                  <a:moveTo>
                    <a:pt x="56" y="5464"/>
                  </a:moveTo>
                  <a:cubicBezTo>
                    <a:pt x="28" y="5464"/>
                    <a:pt x="0" y="5492"/>
                    <a:pt x="0" y="5520"/>
                  </a:cubicBezTo>
                  <a:lnTo>
                    <a:pt x="0" y="5993"/>
                  </a:lnTo>
                  <a:cubicBezTo>
                    <a:pt x="0" y="6021"/>
                    <a:pt x="28" y="6049"/>
                    <a:pt x="56" y="6049"/>
                  </a:cubicBezTo>
                  <a:cubicBezTo>
                    <a:pt x="93" y="6049"/>
                    <a:pt x="112" y="6021"/>
                    <a:pt x="112" y="5993"/>
                  </a:cubicBezTo>
                  <a:lnTo>
                    <a:pt x="112" y="5520"/>
                  </a:lnTo>
                  <a:cubicBezTo>
                    <a:pt x="112" y="5492"/>
                    <a:pt x="93" y="5464"/>
                    <a:pt x="56" y="5464"/>
                  </a:cubicBezTo>
                  <a:close/>
                  <a:moveTo>
                    <a:pt x="56" y="6392"/>
                  </a:moveTo>
                  <a:cubicBezTo>
                    <a:pt x="28" y="6392"/>
                    <a:pt x="0" y="6420"/>
                    <a:pt x="0" y="6457"/>
                  </a:cubicBezTo>
                  <a:lnTo>
                    <a:pt x="0" y="6921"/>
                  </a:lnTo>
                  <a:cubicBezTo>
                    <a:pt x="0" y="6949"/>
                    <a:pt x="28" y="6977"/>
                    <a:pt x="56" y="6977"/>
                  </a:cubicBezTo>
                  <a:cubicBezTo>
                    <a:pt x="93" y="6977"/>
                    <a:pt x="112" y="6949"/>
                    <a:pt x="112" y="6921"/>
                  </a:cubicBezTo>
                  <a:lnTo>
                    <a:pt x="112" y="6457"/>
                  </a:lnTo>
                  <a:cubicBezTo>
                    <a:pt x="112" y="6420"/>
                    <a:pt x="93" y="6392"/>
                    <a:pt x="56" y="639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3">
              <a:extLst>
                <a:ext uri="{FF2B5EF4-FFF2-40B4-BE49-F238E27FC236}">
                  <a16:creationId xmlns:a16="http://schemas.microsoft.com/office/drawing/2014/main" id="{3D9BD228-6C56-D2F3-6C7A-ECC43C27E203}"/>
                </a:ext>
              </a:extLst>
            </p:cNvPr>
            <p:cNvSpPr/>
            <p:nvPr/>
          </p:nvSpPr>
          <p:spPr>
            <a:xfrm>
              <a:off x="2221250" y="2699900"/>
              <a:ext cx="76775" cy="195775"/>
            </a:xfrm>
            <a:custGeom>
              <a:avLst/>
              <a:gdLst/>
              <a:ahLst/>
              <a:cxnLst/>
              <a:rect l="l" t="t" r="r" b="b"/>
              <a:pathLst>
                <a:path w="3071" h="7831" extrusionOk="0">
                  <a:moveTo>
                    <a:pt x="3015" y="1"/>
                  </a:moveTo>
                  <a:cubicBezTo>
                    <a:pt x="2987" y="1"/>
                    <a:pt x="2959" y="28"/>
                    <a:pt x="2959" y="56"/>
                  </a:cubicBezTo>
                  <a:lnTo>
                    <a:pt x="2959" y="520"/>
                  </a:lnTo>
                  <a:cubicBezTo>
                    <a:pt x="2959" y="557"/>
                    <a:pt x="2987" y="585"/>
                    <a:pt x="3015" y="585"/>
                  </a:cubicBezTo>
                  <a:cubicBezTo>
                    <a:pt x="3043" y="585"/>
                    <a:pt x="3071" y="557"/>
                    <a:pt x="3071" y="520"/>
                  </a:cubicBezTo>
                  <a:lnTo>
                    <a:pt x="3071" y="56"/>
                  </a:lnTo>
                  <a:cubicBezTo>
                    <a:pt x="3071" y="28"/>
                    <a:pt x="3052" y="1"/>
                    <a:pt x="3015" y="1"/>
                  </a:cubicBezTo>
                  <a:close/>
                  <a:moveTo>
                    <a:pt x="3015" y="928"/>
                  </a:moveTo>
                  <a:cubicBezTo>
                    <a:pt x="2987" y="928"/>
                    <a:pt x="2959" y="956"/>
                    <a:pt x="2959" y="984"/>
                  </a:cubicBezTo>
                  <a:lnTo>
                    <a:pt x="2959" y="1448"/>
                  </a:lnTo>
                  <a:cubicBezTo>
                    <a:pt x="2959" y="1485"/>
                    <a:pt x="2987" y="1513"/>
                    <a:pt x="3015" y="1513"/>
                  </a:cubicBezTo>
                  <a:cubicBezTo>
                    <a:pt x="3043" y="1513"/>
                    <a:pt x="3071" y="1485"/>
                    <a:pt x="3071" y="1448"/>
                  </a:cubicBezTo>
                  <a:lnTo>
                    <a:pt x="3071" y="984"/>
                  </a:lnTo>
                  <a:cubicBezTo>
                    <a:pt x="3071" y="956"/>
                    <a:pt x="3052" y="928"/>
                    <a:pt x="3015" y="928"/>
                  </a:cubicBezTo>
                  <a:close/>
                  <a:moveTo>
                    <a:pt x="3015" y="1856"/>
                  </a:moveTo>
                  <a:cubicBezTo>
                    <a:pt x="2987" y="1856"/>
                    <a:pt x="2959" y="1884"/>
                    <a:pt x="2959" y="1912"/>
                  </a:cubicBezTo>
                  <a:lnTo>
                    <a:pt x="2959" y="2375"/>
                  </a:lnTo>
                  <a:cubicBezTo>
                    <a:pt x="2959" y="2412"/>
                    <a:pt x="2987" y="2440"/>
                    <a:pt x="3015" y="2440"/>
                  </a:cubicBezTo>
                  <a:cubicBezTo>
                    <a:pt x="3043" y="2440"/>
                    <a:pt x="3071" y="2412"/>
                    <a:pt x="3071" y="2375"/>
                  </a:cubicBezTo>
                  <a:lnTo>
                    <a:pt x="3071" y="1912"/>
                  </a:lnTo>
                  <a:cubicBezTo>
                    <a:pt x="3071" y="1884"/>
                    <a:pt x="3052" y="1856"/>
                    <a:pt x="3015" y="1856"/>
                  </a:cubicBezTo>
                  <a:close/>
                  <a:moveTo>
                    <a:pt x="3015" y="2784"/>
                  </a:moveTo>
                  <a:cubicBezTo>
                    <a:pt x="2987" y="2784"/>
                    <a:pt x="2959" y="2811"/>
                    <a:pt x="2959" y="2839"/>
                  </a:cubicBezTo>
                  <a:lnTo>
                    <a:pt x="2959" y="3303"/>
                  </a:lnTo>
                  <a:cubicBezTo>
                    <a:pt x="2959" y="3340"/>
                    <a:pt x="2987" y="3368"/>
                    <a:pt x="3015" y="3368"/>
                  </a:cubicBezTo>
                  <a:cubicBezTo>
                    <a:pt x="3043" y="3368"/>
                    <a:pt x="3071" y="3340"/>
                    <a:pt x="3071" y="3303"/>
                  </a:cubicBezTo>
                  <a:lnTo>
                    <a:pt x="3071" y="2839"/>
                  </a:lnTo>
                  <a:cubicBezTo>
                    <a:pt x="3071" y="2811"/>
                    <a:pt x="3052" y="2784"/>
                    <a:pt x="3015" y="2784"/>
                  </a:cubicBezTo>
                  <a:close/>
                  <a:moveTo>
                    <a:pt x="3015" y="3711"/>
                  </a:moveTo>
                  <a:cubicBezTo>
                    <a:pt x="2987" y="3711"/>
                    <a:pt x="2959" y="3739"/>
                    <a:pt x="2959" y="3767"/>
                  </a:cubicBezTo>
                  <a:lnTo>
                    <a:pt x="2959" y="4231"/>
                  </a:lnTo>
                  <a:cubicBezTo>
                    <a:pt x="2959" y="4268"/>
                    <a:pt x="2987" y="4296"/>
                    <a:pt x="3015" y="4296"/>
                  </a:cubicBezTo>
                  <a:cubicBezTo>
                    <a:pt x="3043" y="4296"/>
                    <a:pt x="3071" y="4268"/>
                    <a:pt x="3071" y="4231"/>
                  </a:cubicBezTo>
                  <a:lnTo>
                    <a:pt x="3071" y="3767"/>
                  </a:lnTo>
                  <a:cubicBezTo>
                    <a:pt x="3071" y="3739"/>
                    <a:pt x="3052" y="3711"/>
                    <a:pt x="3015" y="3711"/>
                  </a:cubicBezTo>
                  <a:close/>
                  <a:moveTo>
                    <a:pt x="3015" y="4639"/>
                  </a:moveTo>
                  <a:cubicBezTo>
                    <a:pt x="2987" y="4639"/>
                    <a:pt x="2959" y="4667"/>
                    <a:pt x="2959" y="4695"/>
                  </a:cubicBezTo>
                  <a:lnTo>
                    <a:pt x="2959" y="5158"/>
                  </a:lnTo>
                  <a:cubicBezTo>
                    <a:pt x="2959" y="5195"/>
                    <a:pt x="2987" y="5223"/>
                    <a:pt x="3015" y="5223"/>
                  </a:cubicBezTo>
                  <a:cubicBezTo>
                    <a:pt x="3043" y="5223"/>
                    <a:pt x="3071" y="5195"/>
                    <a:pt x="3071" y="5158"/>
                  </a:cubicBezTo>
                  <a:lnTo>
                    <a:pt x="3071" y="4695"/>
                  </a:lnTo>
                  <a:cubicBezTo>
                    <a:pt x="3071" y="4667"/>
                    <a:pt x="3052" y="4639"/>
                    <a:pt x="3015" y="4639"/>
                  </a:cubicBezTo>
                  <a:close/>
                  <a:moveTo>
                    <a:pt x="3015" y="5567"/>
                  </a:moveTo>
                  <a:cubicBezTo>
                    <a:pt x="2987" y="5567"/>
                    <a:pt x="2959" y="5594"/>
                    <a:pt x="2959" y="5622"/>
                  </a:cubicBezTo>
                  <a:lnTo>
                    <a:pt x="2959" y="6095"/>
                  </a:lnTo>
                  <a:cubicBezTo>
                    <a:pt x="2959" y="6123"/>
                    <a:pt x="2987" y="6151"/>
                    <a:pt x="3015" y="6151"/>
                  </a:cubicBezTo>
                  <a:cubicBezTo>
                    <a:pt x="3043" y="6151"/>
                    <a:pt x="3071" y="6123"/>
                    <a:pt x="3071" y="6095"/>
                  </a:cubicBezTo>
                  <a:lnTo>
                    <a:pt x="3071" y="5622"/>
                  </a:lnTo>
                  <a:cubicBezTo>
                    <a:pt x="3071" y="5594"/>
                    <a:pt x="3052" y="5567"/>
                    <a:pt x="3015" y="5567"/>
                  </a:cubicBezTo>
                  <a:close/>
                  <a:moveTo>
                    <a:pt x="390" y="6188"/>
                  </a:moveTo>
                  <a:cubicBezTo>
                    <a:pt x="353" y="6188"/>
                    <a:pt x="334" y="6216"/>
                    <a:pt x="334" y="6253"/>
                  </a:cubicBezTo>
                  <a:cubicBezTo>
                    <a:pt x="334" y="6281"/>
                    <a:pt x="353" y="6309"/>
                    <a:pt x="390" y="6309"/>
                  </a:cubicBezTo>
                  <a:lnTo>
                    <a:pt x="853" y="6309"/>
                  </a:lnTo>
                  <a:cubicBezTo>
                    <a:pt x="881" y="6309"/>
                    <a:pt x="909" y="6281"/>
                    <a:pt x="909" y="6253"/>
                  </a:cubicBezTo>
                  <a:cubicBezTo>
                    <a:pt x="909" y="6216"/>
                    <a:pt x="881" y="6188"/>
                    <a:pt x="853" y="6188"/>
                  </a:cubicBezTo>
                  <a:close/>
                  <a:moveTo>
                    <a:pt x="1317" y="6188"/>
                  </a:moveTo>
                  <a:cubicBezTo>
                    <a:pt x="1280" y="6188"/>
                    <a:pt x="1262" y="6216"/>
                    <a:pt x="1262" y="6253"/>
                  </a:cubicBezTo>
                  <a:cubicBezTo>
                    <a:pt x="1262" y="6281"/>
                    <a:pt x="1280" y="6309"/>
                    <a:pt x="1317" y="6309"/>
                  </a:cubicBezTo>
                  <a:lnTo>
                    <a:pt x="1781" y="6309"/>
                  </a:lnTo>
                  <a:cubicBezTo>
                    <a:pt x="1809" y="6309"/>
                    <a:pt x="1837" y="6281"/>
                    <a:pt x="1837" y="6253"/>
                  </a:cubicBezTo>
                  <a:cubicBezTo>
                    <a:pt x="1837" y="6216"/>
                    <a:pt x="1809" y="6188"/>
                    <a:pt x="1781" y="6188"/>
                  </a:cubicBezTo>
                  <a:close/>
                  <a:moveTo>
                    <a:pt x="2245" y="6188"/>
                  </a:moveTo>
                  <a:cubicBezTo>
                    <a:pt x="2208" y="6188"/>
                    <a:pt x="2189" y="6216"/>
                    <a:pt x="2189" y="6253"/>
                  </a:cubicBezTo>
                  <a:cubicBezTo>
                    <a:pt x="2189" y="6281"/>
                    <a:pt x="2208" y="6309"/>
                    <a:pt x="2245" y="6309"/>
                  </a:cubicBezTo>
                  <a:lnTo>
                    <a:pt x="2709" y="6309"/>
                  </a:lnTo>
                  <a:cubicBezTo>
                    <a:pt x="2737" y="6309"/>
                    <a:pt x="2764" y="6281"/>
                    <a:pt x="2764" y="6253"/>
                  </a:cubicBezTo>
                  <a:cubicBezTo>
                    <a:pt x="2764" y="6216"/>
                    <a:pt x="2737" y="6188"/>
                    <a:pt x="2709" y="6188"/>
                  </a:cubicBezTo>
                  <a:close/>
                  <a:moveTo>
                    <a:pt x="56" y="6318"/>
                  </a:moveTo>
                  <a:cubicBezTo>
                    <a:pt x="28" y="6318"/>
                    <a:pt x="0" y="6346"/>
                    <a:pt x="0" y="6383"/>
                  </a:cubicBezTo>
                  <a:lnTo>
                    <a:pt x="0" y="6847"/>
                  </a:lnTo>
                  <a:cubicBezTo>
                    <a:pt x="0" y="6875"/>
                    <a:pt x="28" y="6902"/>
                    <a:pt x="56" y="6902"/>
                  </a:cubicBezTo>
                  <a:cubicBezTo>
                    <a:pt x="84" y="6902"/>
                    <a:pt x="111" y="6875"/>
                    <a:pt x="111" y="6847"/>
                  </a:cubicBezTo>
                  <a:lnTo>
                    <a:pt x="111" y="6383"/>
                  </a:lnTo>
                  <a:cubicBezTo>
                    <a:pt x="111" y="6346"/>
                    <a:pt x="84" y="6318"/>
                    <a:pt x="56" y="6318"/>
                  </a:cubicBezTo>
                  <a:close/>
                  <a:moveTo>
                    <a:pt x="56" y="7246"/>
                  </a:moveTo>
                  <a:cubicBezTo>
                    <a:pt x="28" y="7246"/>
                    <a:pt x="0" y="7273"/>
                    <a:pt x="0" y="7311"/>
                  </a:cubicBezTo>
                  <a:lnTo>
                    <a:pt x="0" y="7774"/>
                  </a:lnTo>
                  <a:cubicBezTo>
                    <a:pt x="0" y="7802"/>
                    <a:pt x="28" y="7830"/>
                    <a:pt x="56" y="7830"/>
                  </a:cubicBezTo>
                  <a:cubicBezTo>
                    <a:pt x="84" y="7830"/>
                    <a:pt x="111" y="7802"/>
                    <a:pt x="111" y="7774"/>
                  </a:cubicBezTo>
                  <a:lnTo>
                    <a:pt x="111" y="7311"/>
                  </a:lnTo>
                  <a:cubicBezTo>
                    <a:pt x="111" y="7273"/>
                    <a:pt x="84" y="7246"/>
                    <a:pt x="56" y="72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3">
              <a:extLst>
                <a:ext uri="{FF2B5EF4-FFF2-40B4-BE49-F238E27FC236}">
                  <a16:creationId xmlns:a16="http://schemas.microsoft.com/office/drawing/2014/main" id="{F72B9B28-2C15-3341-9CFC-EC04D1827890}"/>
                </a:ext>
              </a:extLst>
            </p:cNvPr>
            <p:cNvSpPr/>
            <p:nvPr/>
          </p:nvSpPr>
          <p:spPr>
            <a:xfrm>
              <a:off x="2079525" y="2330700"/>
              <a:ext cx="30425" cy="30175"/>
            </a:xfrm>
            <a:custGeom>
              <a:avLst/>
              <a:gdLst/>
              <a:ahLst/>
              <a:cxnLst/>
              <a:rect l="l" t="t" r="r" b="b"/>
              <a:pathLst>
                <a:path w="1217" h="1207" extrusionOk="0">
                  <a:moveTo>
                    <a:pt x="613" y="176"/>
                  </a:moveTo>
                  <a:lnTo>
                    <a:pt x="752" y="436"/>
                  </a:lnTo>
                  <a:cubicBezTo>
                    <a:pt x="752" y="445"/>
                    <a:pt x="762" y="455"/>
                    <a:pt x="771" y="464"/>
                  </a:cubicBezTo>
                  <a:lnTo>
                    <a:pt x="1031" y="603"/>
                  </a:lnTo>
                  <a:lnTo>
                    <a:pt x="771" y="742"/>
                  </a:lnTo>
                  <a:cubicBezTo>
                    <a:pt x="762" y="752"/>
                    <a:pt x="752" y="761"/>
                    <a:pt x="752" y="770"/>
                  </a:cubicBezTo>
                  <a:lnTo>
                    <a:pt x="604" y="1030"/>
                  </a:lnTo>
                  <a:lnTo>
                    <a:pt x="465" y="770"/>
                  </a:lnTo>
                  <a:cubicBezTo>
                    <a:pt x="465" y="761"/>
                    <a:pt x="456" y="752"/>
                    <a:pt x="446" y="742"/>
                  </a:cubicBezTo>
                  <a:lnTo>
                    <a:pt x="186" y="603"/>
                  </a:lnTo>
                  <a:lnTo>
                    <a:pt x="446" y="464"/>
                  </a:lnTo>
                  <a:cubicBezTo>
                    <a:pt x="456" y="455"/>
                    <a:pt x="465" y="445"/>
                    <a:pt x="465" y="436"/>
                  </a:cubicBezTo>
                  <a:lnTo>
                    <a:pt x="613" y="176"/>
                  </a:lnTo>
                  <a:close/>
                  <a:moveTo>
                    <a:pt x="613" y="0"/>
                  </a:moveTo>
                  <a:cubicBezTo>
                    <a:pt x="585" y="0"/>
                    <a:pt x="567" y="9"/>
                    <a:pt x="558" y="28"/>
                  </a:cubicBezTo>
                  <a:lnTo>
                    <a:pt x="372" y="362"/>
                  </a:lnTo>
                  <a:lnTo>
                    <a:pt x="38" y="547"/>
                  </a:lnTo>
                  <a:cubicBezTo>
                    <a:pt x="20" y="557"/>
                    <a:pt x="1" y="585"/>
                    <a:pt x="1" y="603"/>
                  </a:cubicBezTo>
                  <a:cubicBezTo>
                    <a:pt x="1" y="622"/>
                    <a:pt x="20" y="640"/>
                    <a:pt x="38" y="649"/>
                  </a:cubicBezTo>
                  <a:lnTo>
                    <a:pt x="372" y="835"/>
                  </a:lnTo>
                  <a:lnTo>
                    <a:pt x="558" y="1178"/>
                  </a:lnTo>
                  <a:cubicBezTo>
                    <a:pt x="567" y="1197"/>
                    <a:pt x="585" y="1206"/>
                    <a:pt x="604" y="1206"/>
                  </a:cubicBezTo>
                  <a:cubicBezTo>
                    <a:pt x="632" y="1206"/>
                    <a:pt x="650" y="1197"/>
                    <a:pt x="660" y="1178"/>
                  </a:cubicBezTo>
                  <a:lnTo>
                    <a:pt x="845" y="835"/>
                  </a:lnTo>
                  <a:lnTo>
                    <a:pt x="1179" y="659"/>
                  </a:lnTo>
                  <a:cubicBezTo>
                    <a:pt x="1198" y="640"/>
                    <a:pt x="1216" y="622"/>
                    <a:pt x="1216" y="603"/>
                  </a:cubicBezTo>
                  <a:cubicBezTo>
                    <a:pt x="1216" y="585"/>
                    <a:pt x="1198" y="566"/>
                    <a:pt x="1179" y="557"/>
                  </a:cubicBezTo>
                  <a:lnTo>
                    <a:pt x="845" y="371"/>
                  </a:lnTo>
                  <a:lnTo>
                    <a:pt x="660" y="28"/>
                  </a:lnTo>
                  <a:cubicBezTo>
                    <a:pt x="650" y="9"/>
                    <a:pt x="632"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3">
              <a:extLst>
                <a:ext uri="{FF2B5EF4-FFF2-40B4-BE49-F238E27FC236}">
                  <a16:creationId xmlns:a16="http://schemas.microsoft.com/office/drawing/2014/main" id="{A5BF9005-3E0F-1D4E-3942-B7A7989BEFEC}"/>
                </a:ext>
              </a:extLst>
            </p:cNvPr>
            <p:cNvSpPr/>
            <p:nvPr/>
          </p:nvSpPr>
          <p:spPr>
            <a:xfrm>
              <a:off x="2275275" y="3037350"/>
              <a:ext cx="44550" cy="44775"/>
            </a:xfrm>
            <a:custGeom>
              <a:avLst/>
              <a:gdLst/>
              <a:ahLst/>
              <a:cxnLst/>
              <a:rect l="l" t="t" r="r" b="b"/>
              <a:pathLst>
                <a:path w="1782" h="1791" extrusionOk="0">
                  <a:moveTo>
                    <a:pt x="891" y="176"/>
                  </a:moveTo>
                  <a:lnTo>
                    <a:pt x="1142" y="631"/>
                  </a:lnTo>
                  <a:cubicBezTo>
                    <a:pt x="1142" y="640"/>
                    <a:pt x="1151" y="640"/>
                    <a:pt x="1160" y="649"/>
                  </a:cubicBezTo>
                  <a:lnTo>
                    <a:pt x="1605" y="900"/>
                  </a:lnTo>
                  <a:lnTo>
                    <a:pt x="1160" y="1141"/>
                  </a:lnTo>
                  <a:cubicBezTo>
                    <a:pt x="1151" y="1141"/>
                    <a:pt x="1142" y="1150"/>
                    <a:pt x="1142" y="1160"/>
                  </a:cubicBezTo>
                  <a:lnTo>
                    <a:pt x="891" y="1605"/>
                  </a:lnTo>
                  <a:lnTo>
                    <a:pt x="650" y="1160"/>
                  </a:lnTo>
                  <a:cubicBezTo>
                    <a:pt x="641" y="1150"/>
                    <a:pt x="631" y="1141"/>
                    <a:pt x="622" y="1141"/>
                  </a:cubicBezTo>
                  <a:lnTo>
                    <a:pt x="177" y="891"/>
                  </a:lnTo>
                  <a:lnTo>
                    <a:pt x="622" y="649"/>
                  </a:lnTo>
                  <a:cubicBezTo>
                    <a:pt x="641" y="640"/>
                    <a:pt x="641" y="631"/>
                    <a:pt x="650" y="622"/>
                  </a:cubicBezTo>
                  <a:lnTo>
                    <a:pt x="891" y="176"/>
                  </a:lnTo>
                  <a:close/>
                  <a:moveTo>
                    <a:pt x="891" y="0"/>
                  </a:moveTo>
                  <a:cubicBezTo>
                    <a:pt x="872" y="0"/>
                    <a:pt x="854" y="9"/>
                    <a:pt x="845" y="28"/>
                  </a:cubicBezTo>
                  <a:lnTo>
                    <a:pt x="557" y="557"/>
                  </a:lnTo>
                  <a:lnTo>
                    <a:pt x="28" y="844"/>
                  </a:lnTo>
                  <a:cubicBezTo>
                    <a:pt x="10" y="853"/>
                    <a:pt x="0" y="872"/>
                    <a:pt x="0" y="891"/>
                  </a:cubicBezTo>
                  <a:cubicBezTo>
                    <a:pt x="0" y="909"/>
                    <a:pt x="10" y="937"/>
                    <a:pt x="28" y="946"/>
                  </a:cubicBezTo>
                  <a:lnTo>
                    <a:pt x="557" y="1234"/>
                  </a:lnTo>
                  <a:lnTo>
                    <a:pt x="835" y="1753"/>
                  </a:lnTo>
                  <a:cubicBezTo>
                    <a:pt x="854" y="1772"/>
                    <a:pt x="872" y="1790"/>
                    <a:pt x="891" y="1790"/>
                  </a:cubicBezTo>
                  <a:cubicBezTo>
                    <a:pt x="910" y="1790"/>
                    <a:pt x="928" y="1772"/>
                    <a:pt x="937" y="1753"/>
                  </a:cubicBezTo>
                  <a:lnTo>
                    <a:pt x="1234" y="1234"/>
                  </a:lnTo>
                  <a:lnTo>
                    <a:pt x="1754" y="946"/>
                  </a:lnTo>
                  <a:cubicBezTo>
                    <a:pt x="1772" y="937"/>
                    <a:pt x="1782" y="918"/>
                    <a:pt x="1782" y="900"/>
                  </a:cubicBezTo>
                  <a:cubicBezTo>
                    <a:pt x="1782" y="872"/>
                    <a:pt x="1772" y="853"/>
                    <a:pt x="1754" y="844"/>
                  </a:cubicBezTo>
                  <a:lnTo>
                    <a:pt x="1234" y="557"/>
                  </a:lnTo>
                  <a:lnTo>
                    <a:pt x="947" y="28"/>
                  </a:lnTo>
                  <a:cubicBezTo>
                    <a:pt x="937" y="9"/>
                    <a:pt x="919" y="0"/>
                    <a:pt x="8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3">
              <a:extLst>
                <a:ext uri="{FF2B5EF4-FFF2-40B4-BE49-F238E27FC236}">
                  <a16:creationId xmlns:a16="http://schemas.microsoft.com/office/drawing/2014/main" id="{199A6875-FCE3-D3F7-2683-F5B34573976A}"/>
                </a:ext>
              </a:extLst>
            </p:cNvPr>
            <p:cNvSpPr/>
            <p:nvPr/>
          </p:nvSpPr>
          <p:spPr>
            <a:xfrm>
              <a:off x="2281075" y="2533150"/>
              <a:ext cx="3025" cy="16500"/>
            </a:xfrm>
            <a:custGeom>
              <a:avLst/>
              <a:gdLst/>
              <a:ahLst/>
              <a:cxnLst/>
              <a:rect l="l" t="t" r="r" b="b"/>
              <a:pathLst>
                <a:path w="121" h="660" extrusionOk="0">
                  <a:moveTo>
                    <a:pt x="65" y="1"/>
                  </a:moveTo>
                  <a:cubicBezTo>
                    <a:pt x="28" y="1"/>
                    <a:pt x="0" y="28"/>
                    <a:pt x="0" y="66"/>
                  </a:cubicBezTo>
                  <a:lnTo>
                    <a:pt x="0" y="604"/>
                  </a:lnTo>
                  <a:cubicBezTo>
                    <a:pt x="0" y="641"/>
                    <a:pt x="28" y="659"/>
                    <a:pt x="65" y="659"/>
                  </a:cubicBezTo>
                  <a:cubicBezTo>
                    <a:pt x="93" y="659"/>
                    <a:pt x="121" y="631"/>
                    <a:pt x="121" y="604"/>
                  </a:cubicBezTo>
                  <a:lnTo>
                    <a:pt x="121" y="66"/>
                  </a:lnTo>
                  <a:cubicBezTo>
                    <a:pt x="121" y="28"/>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3">
              <a:extLst>
                <a:ext uri="{FF2B5EF4-FFF2-40B4-BE49-F238E27FC236}">
                  <a16:creationId xmlns:a16="http://schemas.microsoft.com/office/drawing/2014/main" id="{1864534D-86BB-8AA7-8027-4B29EB293D33}"/>
                </a:ext>
              </a:extLst>
            </p:cNvPr>
            <p:cNvSpPr/>
            <p:nvPr/>
          </p:nvSpPr>
          <p:spPr>
            <a:xfrm>
              <a:off x="2281075" y="2567950"/>
              <a:ext cx="3025" cy="16475"/>
            </a:xfrm>
            <a:custGeom>
              <a:avLst/>
              <a:gdLst/>
              <a:ahLst/>
              <a:cxnLst/>
              <a:rect l="l" t="t" r="r" b="b"/>
              <a:pathLst>
                <a:path w="121" h="659" extrusionOk="0">
                  <a:moveTo>
                    <a:pt x="65" y="0"/>
                  </a:moveTo>
                  <a:cubicBezTo>
                    <a:pt x="28" y="0"/>
                    <a:pt x="0" y="28"/>
                    <a:pt x="0" y="65"/>
                  </a:cubicBezTo>
                  <a:lnTo>
                    <a:pt x="0" y="603"/>
                  </a:lnTo>
                  <a:cubicBezTo>
                    <a:pt x="0" y="640"/>
                    <a:pt x="28" y="659"/>
                    <a:pt x="65" y="659"/>
                  </a:cubicBezTo>
                  <a:cubicBezTo>
                    <a:pt x="93" y="659"/>
                    <a:pt x="121" y="631"/>
                    <a:pt x="121" y="603"/>
                  </a:cubicBezTo>
                  <a:lnTo>
                    <a:pt x="121" y="65"/>
                  </a:lnTo>
                  <a:cubicBezTo>
                    <a:pt x="121" y="28"/>
                    <a:pt x="93"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3">
              <a:extLst>
                <a:ext uri="{FF2B5EF4-FFF2-40B4-BE49-F238E27FC236}">
                  <a16:creationId xmlns:a16="http://schemas.microsoft.com/office/drawing/2014/main" id="{E7B61A46-5352-ADCB-090D-B22B81B3E92F}"/>
                </a:ext>
              </a:extLst>
            </p:cNvPr>
            <p:cNvSpPr/>
            <p:nvPr/>
          </p:nvSpPr>
          <p:spPr>
            <a:xfrm>
              <a:off x="2291750" y="2557500"/>
              <a:ext cx="16475" cy="2800"/>
            </a:xfrm>
            <a:custGeom>
              <a:avLst/>
              <a:gdLst/>
              <a:ahLst/>
              <a:cxnLst/>
              <a:rect l="l" t="t" r="r" b="b"/>
              <a:pathLst>
                <a:path w="659" h="112" extrusionOk="0">
                  <a:moveTo>
                    <a:pt x="65" y="1"/>
                  </a:moveTo>
                  <a:cubicBezTo>
                    <a:pt x="28" y="1"/>
                    <a:pt x="0" y="19"/>
                    <a:pt x="0" y="56"/>
                  </a:cubicBezTo>
                  <a:cubicBezTo>
                    <a:pt x="0" y="84"/>
                    <a:pt x="28" y="112"/>
                    <a:pt x="65" y="112"/>
                  </a:cubicBezTo>
                  <a:lnTo>
                    <a:pt x="603" y="112"/>
                  </a:lnTo>
                  <a:cubicBezTo>
                    <a:pt x="631" y="112"/>
                    <a:pt x="659" y="84"/>
                    <a:pt x="659" y="56"/>
                  </a:cubicBezTo>
                  <a:cubicBezTo>
                    <a:pt x="659" y="19"/>
                    <a:pt x="631"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3">
              <a:extLst>
                <a:ext uri="{FF2B5EF4-FFF2-40B4-BE49-F238E27FC236}">
                  <a16:creationId xmlns:a16="http://schemas.microsoft.com/office/drawing/2014/main" id="{3634BA0C-21BE-986D-3394-2B497DE60A42}"/>
                </a:ext>
              </a:extLst>
            </p:cNvPr>
            <p:cNvSpPr/>
            <p:nvPr/>
          </p:nvSpPr>
          <p:spPr>
            <a:xfrm>
              <a:off x="2256950" y="2557500"/>
              <a:ext cx="16500" cy="2800"/>
            </a:xfrm>
            <a:custGeom>
              <a:avLst/>
              <a:gdLst/>
              <a:ahLst/>
              <a:cxnLst/>
              <a:rect l="l" t="t" r="r" b="b"/>
              <a:pathLst>
                <a:path w="660" h="112" extrusionOk="0">
                  <a:moveTo>
                    <a:pt x="66" y="1"/>
                  </a:moveTo>
                  <a:cubicBezTo>
                    <a:pt x="28" y="1"/>
                    <a:pt x="1" y="19"/>
                    <a:pt x="1" y="56"/>
                  </a:cubicBezTo>
                  <a:cubicBezTo>
                    <a:pt x="1" y="84"/>
                    <a:pt x="28" y="112"/>
                    <a:pt x="66" y="112"/>
                  </a:cubicBezTo>
                  <a:lnTo>
                    <a:pt x="604" y="112"/>
                  </a:lnTo>
                  <a:cubicBezTo>
                    <a:pt x="631" y="112"/>
                    <a:pt x="659" y="84"/>
                    <a:pt x="659" y="56"/>
                  </a:cubicBezTo>
                  <a:cubicBezTo>
                    <a:pt x="659" y="19"/>
                    <a:pt x="631"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3">
              <a:extLst>
                <a:ext uri="{FF2B5EF4-FFF2-40B4-BE49-F238E27FC236}">
                  <a16:creationId xmlns:a16="http://schemas.microsoft.com/office/drawing/2014/main" id="{DCA27487-475D-2EB0-B197-826AC0DCD022}"/>
                </a:ext>
              </a:extLst>
            </p:cNvPr>
            <p:cNvSpPr/>
            <p:nvPr/>
          </p:nvSpPr>
          <p:spPr>
            <a:xfrm>
              <a:off x="2265525" y="2566325"/>
              <a:ext cx="9550" cy="9525"/>
            </a:xfrm>
            <a:custGeom>
              <a:avLst/>
              <a:gdLst/>
              <a:ahLst/>
              <a:cxnLst/>
              <a:rect l="l" t="t" r="r" b="b"/>
              <a:pathLst>
                <a:path w="382" h="381" extrusionOk="0">
                  <a:moveTo>
                    <a:pt x="1" y="381"/>
                  </a:moveTo>
                  <a:lnTo>
                    <a:pt x="381"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3">
              <a:extLst>
                <a:ext uri="{FF2B5EF4-FFF2-40B4-BE49-F238E27FC236}">
                  <a16:creationId xmlns:a16="http://schemas.microsoft.com/office/drawing/2014/main" id="{60F3C502-2D17-ADC5-D596-2B52FFF9055D}"/>
                </a:ext>
              </a:extLst>
            </p:cNvPr>
            <p:cNvSpPr/>
            <p:nvPr/>
          </p:nvSpPr>
          <p:spPr>
            <a:xfrm>
              <a:off x="2263900" y="2564875"/>
              <a:ext cx="12800" cy="12600"/>
            </a:xfrm>
            <a:custGeom>
              <a:avLst/>
              <a:gdLst/>
              <a:ahLst/>
              <a:cxnLst/>
              <a:rect l="l" t="t" r="r" b="b"/>
              <a:pathLst>
                <a:path w="512" h="504" extrusionOk="0">
                  <a:moveTo>
                    <a:pt x="447" y="0"/>
                  </a:moveTo>
                  <a:cubicBezTo>
                    <a:pt x="432" y="0"/>
                    <a:pt x="418" y="7"/>
                    <a:pt x="409" y="21"/>
                  </a:cubicBezTo>
                  <a:lnTo>
                    <a:pt x="29" y="401"/>
                  </a:lnTo>
                  <a:cubicBezTo>
                    <a:pt x="1" y="420"/>
                    <a:pt x="1" y="457"/>
                    <a:pt x="29" y="485"/>
                  </a:cubicBezTo>
                  <a:cubicBezTo>
                    <a:pt x="38" y="494"/>
                    <a:pt x="47" y="503"/>
                    <a:pt x="66" y="503"/>
                  </a:cubicBezTo>
                  <a:cubicBezTo>
                    <a:pt x="84" y="503"/>
                    <a:pt x="94" y="494"/>
                    <a:pt x="112" y="485"/>
                  </a:cubicBezTo>
                  <a:lnTo>
                    <a:pt x="493" y="105"/>
                  </a:lnTo>
                  <a:cubicBezTo>
                    <a:pt x="511" y="77"/>
                    <a:pt x="511" y="40"/>
                    <a:pt x="493" y="21"/>
                  </a:cubicBezTo>
                  <a:cubicBezTo>
                    <a:pt x="479" y="7"/>
                    <a:pt x="462" y="0"/>
                    <a:pt x="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3">
              <a:extLst>
                <a:ext uri="{FF2B5EF4-FFF2-40B4-BE49-F238E27FC236}">
                  <a16:creationId xmlns:a16="http://schemas.microsoft.com/office/drawing/2014/main" id="{B4B38F59-EBE7-16CC-ABE8-67558B0179AD}"/>
                </a:ext>
              </a:extLst>
            </p:cNvPr>
            <p:cNvSpPr/>
            <p:nvPr/>
          </p:nvSpPr>
          <p:spPr>
            <a:xfrm>
              <a:off x="2290125" y="2541725"/>
              <a:ext cx="9525" cy="9550"/>
            </a:xfrm>
            <a:custGeom>
              <a:avLst/>
              <a:gdLst/>
              <a:ahLst/>
              <a:cxnLst/>
              <a:rect l="l" t="t" r="r" b="b"/>
              <a:pathLst>
                <a:path w="381" h="382" extrusionOk="0">
                  <a:moveTo>
                    <a:pt x="0" y="381"/>
                  </a:moveTo>
                  <a:lnTo>
                    <a:pt x="381"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3">
              <a:extLst>
                <a:ext uri="{FF2B5EF4-FFF2-40B4-BE49-F238E27FC236}">
                  <a16:creationId xmlns:a16="http://schemas.microsoft.com/office/drawing/2014/main" id="{0DD80CB4-3EAD-E94B-C6B3-40E99EC51F04}"/>
                </a:ext>
              </a:extLst>
            </p:cNvPr>
            <p:cNvSpPr/>
            <p:nvPr/>
          </p:nvSpPr>
          <p:spPr>
            <a:xfrm>
              <a:off x="2288500" y="2540275"/>
              <a:ext cx="12775" cy="12625"/>
            </a:xfrm>
            <a:custGeom>
              <a:avLst/>
              <a:gdLst/>
              <a:ahLst/>
              <a:cxnLst/>
              <a:rect l="l" t="t" r="r" b="b"/>
              <a:pathLst>
                <a:path w="511" h="505" extrusionOk="0">
                  <a:moveTo>
                    <a:pt x="447" y="1"/>
                  </a:moveTo>
                  <a:cubicBezTo>
                    <a:pt x="432" y="1"/>
                    <a:pt x="418" y="8"/>
                    <a:pt x="408" y="22"/>
                  </a:cubicBezTo>
                  <a:lnTo>
                    <a:pt x="28" y="402"/>
                  </a:lnTo>
                  <a:cubicBezTo>
                    <a:pt x="0" y="421"/>
                    <a:pt x="0" y="458"/>
                    <a:pt x="28" y="486"/>
                  </a:cubicBezTo>
                  <a:cubicBezTo>
                    <a:pt x="37" y="495"/>
                    <a:pt x="47" y="504"/>
                    <a:pt x="65" y="504"/>
                  </a:cubicBezTo>
                  <a:cubicBezTo>
                    <a:pt x="84" y="504"/>
                    <a:pt x="93" y="495"/>
                    <a:pt x="112" y="486"/>
                  </a:cubicBezTo>
                  <a:lnTo>
                    <a:pt x="492" y="96"/>
                  </a:lnTo>
                  <a:cubicBezTo>
                    <a:pt x="510" y="77"/>
                    <a:pt x="510" y="40"/>
                    <a:pt x="492" y="22"/>
                  </a:cubicBezTo>
                  <a:cubicBezTo>
                    <a:pt x="478" y="8"/>
                    <a:pt x="462" y="1"/>
                    <a:pt x="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3">
              <a:extLst>
                <a:ext uri="{FF2B5EF4-FFF2-40B4-BE49-F238E27FC236}">
                  <a16:creationId xmlns:a16="http://schemas.microsoft.com/office/drawing/2014/main" id="{2FDEC242-F887-EFC2-730B-F9D78C0A228F}"/>
                </a:ext>
              </a:extLst>
            </p:cNvPr>
            <p:cNvSpPr/>
            <p:nvPr/>
          </p:nvSpPr>
          <p:spPr>
            <a:xfrm>
              <a:off x="2265525" y="2541725"/>
              <a:ext cx="9550" cy="9550"/>
            </a:xfrm>
            <a:custGeom>
              <a:avLst/>
              <a:gdLst/>
              <a:ahLst/>
              <a:cxnLst/>
              <a:rect l="l" t="t" r="r" b="b"/>
              <a:pathLst>
                <a:path w="382" h="382" extrusionOk="0">
                  <a:moveTo>
                    <a:pt x="1" y="1"/>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3">
              <a:extLst>
                <a:ext uri="{FF2B5EF4-FFF2-40B4-BE49-F238E27FC236}">
                  <a16:creationId xmlns:a16="http://schemas.microsoft.com/office/drawing/2014/main" id="{2741F254-1190-F942-746E-09C52EC21E10}"/>
                </a:ext>
              </a:extLst>
            </p:cNvPr>
            <p:cNvSpPr/>
            <p:nvPr/>
          </p:nvSpPr>
          <p:spPr>
            <a:xfrm>
              <a:off x="2263900" y="2540275"/>
              <a:ext cx="12800" cy="12625"/>
            </a:xfrm>
            <a:custGeom>
              <a:avLst/>
              <a:gdLst/>
              <a:ahLst/>
              <a:cxnLst/>
              <a:rect l="l" t="t" r="r" b="b"/>
              <a:pathLst>
                <a:path w="512" h="505" extrusionOk="0">
                  <a:moveTo>
                    <a:pt x="67" y="1"/>
                  </a:moveTo>
                  <a:cubicBezTo>
                    <a:pt x="52" y="1"/>
                    <a:pt x="38" y="8"/>
                    <a:pt x="29" y="22"/>
                  </a:cubicBezTo>
                  <a:cubicBezTo>
                    <a:pt x="1" y="40"/>
                    <a:pt x="1" y="77"/>
                    <a:pt x="29" y="96"/>
                  </a:cubicBezTo>
                  <a:lnTo>
                    <a:pt x="409" y="486"/>
                  </a:lnTo>
                  <a:cubicBezTo>
                    <a:pt x="418" y="495"/>
                    <a:pt x="437" y="504"/>
                    <a:pt x="446" y="504"/>
                  </a:cubicBezTo>
                  <a:cubicBezTo>
                    <a:pt x="465" y="504"/>
                    <a:pt x="483" y="495"/>
                    <a:pt x="493" y="486"/>
                  </a:cubicBezTo>
                  <a:cubicBezTo>
                    <a:pt x="511" y="458"/>
                    <a:pt x="511" y="421"/>
                    <a:pt x="493" y="402"/>
                  </a:cubicBezTo>
                  <a:lnTo>
                    <a:pt x="112" y="22"/>
                  </a:lnTo>
                  <a:cubicBezTo>
                    <a:pt x="98" y="8"/>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3">
              <a:extLst>
                <a:ext uri="{FF2B5EF4-FFF2-40B4-BE49-F238E27FC236}">
                  <a16:creationId xmlns:a16="http://schemas.microsoft.com/office/drawing/2014/main" id="{94EFC0FC-DCE6-0EF2-A300-05B9C8901B6E}"/>
                </a:ext>
              </a:extLst>
            </p:cNvPr>
            <p:cNvSpPr/>
            <p:nvPr/>
          </p:nvSpPr>
          <p:spPr>
            <a:xfrm>
              <a:off x="2290125" y="2566325"/>
              <a:ext cx="9525" cy="9525"/>
            </a:xfrm>
            <a:custGeom>
              <a:avLst/>
              <a:gdLst/>
              <a:ahLst/>
              <a:cxnLst/>
              <a:rect l="l" t="t" r="r" b="b"/>
              <a:pathLst>
                <a:path w="381" h="381" extrusionOk="0">
                  <a:moveTo>
                    <a:pt x="0" y="0"/>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3">
              <a:extLst>
                <a:ext uri="{FF2B5EF4-FFF2-40B4-BE49-F238E27FC236}">
                  <a16:creationId xmlns:a16="http://schemas.microsoft.com/office/drawing/2014/main" id="{0D17A63B-5046-B53B-9313-9E29D7F87767}"/>
                </a:ext>
              </a:extLst>
            </p:cNvPr>
            <p:cNvSpPr/>
            <p:nvPr/>
          </p:nvSpPr>
          <p:spPr>
            <a:xfrm>
              <a:off x="2288500" y="2564875"/>
              <a:ext cx="12775" cy="12600"/>
            </a:xfrm>
            <a:custGeom>
              <a:avLst/>
              <a:gdLst/>
              <a:ahLst/>
              <a:cxnLst/>
              <a:rect l="l" t="t" r="r" b="b"/>
              <a:pathLst>
                <a:path w="511" h="504" extrusionOk="0">
                  <a:moveTo>
                    <a:pt x="66" y="0"/>
                  </a:moveTo>
                  <a:cubicBezTo>
                    <a:pt x="51" y="0"/>
                    <a:pt x="37" y="7"/>
                    <a:pt x="28" y="21"/>
                  </a:cubicBezTo>
                  <a:cubicBezTo>
                    <a:pt x="0" y="40"/>
                    <a:pt x="0" y="77"/>
                    <a:pt x="28" y="105"/>
                  </a:cubicBezTo>
                  <a:lnTo>
                    <a:pt x="408" y="485"/>
                  </a:lnTo>
                  <a:cubicBezTo>
                    <a:pt x="418" y="494"/>
                    <a:pt x="436" y="503"/>
                    <a:pt x="446" y="503"/>
                  </a:cubicBezTo>
                  <a:cubicBezTo>
                    <a:pt x="464" y="503"/>
                    <a:pt x="483" y="494"/>
                    <a:pt x="492" y="485"/>
                  </a:cubicBezTo>
                  <a:cubicBezTo>
                    <a:pt x="510" y="457"/>
                    <a:pt x="510" y="420"/>
                    <a:pt x="492" y="401"/>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3">
              <a:extLst>
                <a:ext uri="{FF2B5EF4-FFF2-40B4-BE49-F238E27FC236}">
                  <a16:creationId xmlns:a16="http://schemas.microsoft.com/office/drawing/2014/main" id="{73339197-0DC5-2DB2-DFEA-047173BA174F}"/>
                </a:ext>
              </a:extLst>
            </p:cNvPr>
            <p:cNvSpPr/>
            <p:nvPr/>
          </p:nvSpPr>
          <p:spPr>
            <a:xfrm>
              <a:off x="2241175" y="2381700"/>
              <a:ext cx="19525" cy="19525"/>
            </a:xfrm>
            <a:custGeom>
              <a:avLst/>
              <a:gdLst/>
              <a:ahLst/>
              <a:cxnLst/>
              <a:rect l="l" t="t" r="r" b="b"/>
              <a:pathLst>
                <a:path w="781" h="781" extrusionOk="0">
                  <a:moveTo>
                    <a:pt x="390" y="112"/>
                  </a:moveTo>
                  <a:cubicBezTo>
                    <a:pt x="539" y="112"/>
                    <a:pt x="659" y="233"/>
                    <a:pt x="659" y="391"/>
                  </a:cubicBezTo>
                  <a:cubicBezTo>
                    <a:pt x="659" y="539"/>
                    <a:pt x="539" y="660"/>
                    <a:pt x="390" y="660"/>
                  </a:cubicBezTo>
                  <a:cubicBezTo>
                    <a:pt x="233" y="660"/>
                    <a:pt x="112" y="539"/>
                    <a:pt x="112" y="391"/>
                  </a:cubicBezTo>
                  <a:cubicBezTo>
                    <a:pt x="112" y="233"/>
                    <a:pt x="242" y="112"/>
                    <a:pt x="390" y="112"/>
                  </a:cubicBezTo>
                  <a:close/>
                  <a:moveTo>
                    <a:pt x="390" y="1"/>
                  </a:moveTo>
                  <a:cubicBezTo>
                    <a:pt x="177" y="1"/>
                    <a:pt x="1" y="177"/>
                    <a:pt x="1" y="391"/>
                  </a:cubicBezTo>
                  <a:cubicBezTo>
                    <a:pt x="1" y="604"/>
                    <a:pt x="177" y="780"/>
                    <a:pt x="390" y="780"/>
                  </a:cubicBezTo>
                  <a:cubicBezTo>
                    <a:pt x="604" y="780"/>
                    <a:pt x="780" y="604"/>
                    <a:pt x="780" y="391"/>
                  </a:cubicBezTo>
                  <a:cubicBezTo>
                    <a:pt x="780" y="177"/>
                    <a:pt x="604" y="1"/>
                    <a:pt x="3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3">
              <a:extLst>
                <a:ext uri="{FF2B5EF4-FFF2-40B4-BE49-F238E27FC236}">
                  <a16:creationId xmlns:a16="http://schemas.microsoft.com/office/drawing/2014/main" id="{B90FF984-9730-2F8F-E3F4-D522D4B40592}"/>
                </a:ext>
              </a:extLst>
            </p:cNvPr>
            <p:cNvSpPr/>
            <p:nvPr/>
          </p:nvSpPr>
          <p:spPr>
            <a:xfrm>
              <a:off x="2330000" y="2906075"/>
              <a:ext cx="19525" cy="19500"/>
            </a:xfrm>
            <a:custGeom>
              <a:avLst/>
              <a:gdLst/>
              <a:ahLst/>
              <a:cxnLst/>
              <a:rect l="l" t="t" r="r" b="b"/>
              <a:pathLst>
                <a:path w="781" h="780" extrusionOk="0">
                  <a:moveTo>
                    <a:pt x="390" y="112"/>
                  </a:moveTo>
                  <a:cubicBezTo>
                    <a:pt x="539" y="112"/>
                    <a:pt x="659" y="232"/>
                    <a:pt x="659" y="390"/>
                  </a:cubicBezTo>
                  <a:cubicBezTo>
                    <a:pt x="659" y="539"/>
                    <a:pt x="539" y="659"/>
                    <a:pt x="390" y="659"/>
                  </a:cubicBezTo>
                  <a:cubicBezTo>
                    <a:pt x="233" y="659"/>
                    <a:pt x="112" y="539"/>
                    <a:pt x="112" y="390"/>
                  </a:cubicBezTo>
                  <a:cubicBezTo>
                    <a:pt x="112" y="232"/>
                    <a:pt x="233" y="112"/>
                    <a:pt x="390" y="112"/>
                  </a:cubicBezTo>
                  <a:close/>
                  <a:moveTo>
                    <a:pt x="390" y="0"/>
                  </a:moveTo>
                  <a:cubicBezTo>
                    <a:pt x="168" y="0"/>
                    <a:pt x="1" y="167"/>
                    <a:pt x="1" y="390"/>
                  </a:cubicBezTo>
                  <a:cubicBezTo>
                    <a:pt x="1" y="603"/>
                    <a:pt x="168" y="780"/>
                    <a:pt x="390" y="780"/>
                  </a:cubicBezTo>
                  <a:cubicBezTo>
                    <a:pt x="604" y="780"/>
                    <a:pt x="780" y="603"/>
                    <a:pt x="780" y="390"/>
                  </a:cubicBezTo>
                  <a:cubicBezTo>
                    <a:pt x="780" y="167"/>
                    <a:pt x="604" y="0"/>
                    <a:pt x="3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3">
              <a:extLst>
                <a:ext uri="{FF2B5EF4-FFF2-40B4-BE49-F238E27FC236}">
                  <a16:creationId xmlns:a16="http://schemas.microsoft.com/office/drawing/2014/main" id="{AC92268A-4785-077E-22E3-CC5B412BF6B3}"/>
                </a:ext>
              </a:extLst>
            </p:cNvPr>
            <p:cNvSpPr/>
            <p:nvPr/>
          </p:nvSpPr>
          <p:spPr>
            <a:xfrm>
              <a:off x="2228425" y="3186000"/>
              <a:ext cx="12550" cy="12775"/>
            </a:xfrm>
            <a:custGeom>
              <a:avLst/>
              <a:gdLst/>
              <a:ahLst/>
              <a:cxnLst/>
              <a:rect l="l" t="t" r="r" b="b"/>
              <a:pathLst>
                <a:path w="502" h="511" extrusionOk="0">
                  <a:moveTo>
                    <a:pt x="251" y="121"/>
                  </a:moveTo>
                  <a:cubicBezTo>
                    <a:pt x="325" y="121"/>
                    <a:pt x="390" y="177"/>
                    <a:pt x="390" y="251"/>
                  </a:cubicBezTo>
                  <a:cubicBezTo>
                    <a:pt x="390" y="325"/>
                    <a:pt x="325" y="390"/>
                    <a:pt x="251" y="390"/>
                  </a:cubicBezTo>
                  <a:cubicBezTo>
                    <a:pt x="177" y="390"/>
                    <a:pt x="121" y="334"/>
                    <a:pt x="121" y="251"/>
                  </a:cubicBezTo>
                  <a:cubicBezTo>
                    <a:pt x="121" y="177"/>
                    <a:pt x="177" y="121"/>
                    <a:pt x="251" y="121"/>
                  </a:cubicBezTo>
                  <a:close/>
                  <a:moveTo>
                    <a:pt x="251" y="0"/>
                  </a:moveTo>
                  <a:cubicBezTo>
                    <a:pt x="112" y="0"/>
                    <a:pt x="1" y="112"/>
                    <a:pt x="1" y="251"/>
                  </a:cubicBezTo>
                  <a:cubicBezTo>
                    <a:pt x="1" y="390"/>
                    <a:pt x="112" y="511"/>
                    <a:pt x="251" y="511"/>
                  </a:cubicBezTo>
                  <a:cubicBezTo>
                    <a:pt x="390" y="511"/>
                    <a:pt x="502" y="390"/>
                    <a:pt x="502" y="251"/>
                  </a:cubicBezTo>
                  <a:cubicBezTo>
                    <a:pt x="502" y="112"/>
                    <a:pt x="390" y="0"/>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3">
              <a:extLst>
                <a:ext uri="{FF2B5EF4-FFF2-40B4-BE49-F238E27FC236}">
                  <a16:creationId xmlns:a16="http://schemas.microsoft.com/office/drawing/2014/main" id="{E2CDA1A1-796D-4C06-7A96-952DA0F2822E}"/>
                </a:ext>
              </a:extLst>
            </p:cNvPr>
            <p:cNvSpPr/>
            <p:nvPr/>
          </p:nvSpPr>
          <p:spPr>
            <a:xfrm>
              <a:off x="1942250" y="2555875"/>
              <a:ext cx="313575" cy="313575"/>
            </a:xfrm>
            <a:custGeom>
              <a:avLst/>
              <a:gdLst/>
              <a:ahLst/>
              <a:cxnLst/>
              <a:rect l="l" t="t" r="r" b="b"/>
              <a:pathLst>
                <a:path w="12543" h="12543" extrusionOk="0">
                  <a:moveTo>
                    <a:pt x="12496" y="5196"/>
                  </a:moveTo>
                  <a:lnTo>
                    <a:pt x="11995" y="3582"/>
                  </a:lnTo>
                  <a:cubicBezTo>
                    <a:pt x="11949" y="3452"/>
                    <a:pt x="11809" y="3377"/>
                    <a:pt x="11680" y="3424"/>
                  </a:cubicBezTo>
                  <a:lnTo>
                    <a:pt x="10641" y="3748"/>
                  </a:lnTo>
                  <a:cubicBezTo>
                    <a:pt x="10529" y="3786"/>
                    <a:pt x="10418" y="3739"/>
                    <a:pt x="10353" y="3646"/>
                  </a:cubicBezTo>
                  <a:cubicBezTo>
                    <a:pt x="10130" y="3294"/>
                    <a:pt x="9861" y="2988"/>
                    <a:pt x="9564" y="2710"/>
                  </a:cubicBezTo>
                  <a:cubicBezTo>
                    <a:pt x="9481" y="2635"/>
                    <a:pt x="9462" y="2505"/>
                    <a:pt x="9518" y="2413"/>
                  </a:cubicBezTo>
                  <a:lnTo>
                    <a:pt x="10019" y="1439"/>
                  </a:lnTo>
                  <a:cubicBezTo>
                    <a:pt x="10084" y="1318"/>
                    <a:pt x="10028" y="1170"/>
                    <a:pt x="9908" y="1105"/>
                  </a:cubicBezTo>
                  <a:lnTo>
                    <a:pt x="8414" y="325"/>
                  </a:lnTo>
                  <a:cubicBezTo>
                    <a:pt x="8284" y="260"/>
                    <a:pt x="8136" y="307"/>
                    <a:pt x="8071" y="437"/>
                  </a:cubicBezTo>
                  <a:lnTo>
                    <a:pt x="7570" y="1402"/>
                  </a:lnTo>
                  <a:cubicBezTo>
                    <a:pt x="7524" y="1504"/>
                    <a:pt x="7412" y="1550"/>
                    <a:pt x="7301" y="1531"/>
                  </a:cubicBezTo>
                  <a:cubicBezTo>
                    <a:pt x="6902" y="1448"/>
                    <a:pt x="6494" y="1411"/>
                    <a:pt x="6076" y="1420"/>
                  </a:cubicBezTo>
                  <a:cubicBezTo>
                    <a:pt x="5965" y="1429"/>
                    <a:pt x="5863" y="1355"/>
                    <a:pt x="5835" y="1253"/>
                  </a:cubicBezTo>
                  <a:lnTo>
                    <a:pt x="5501" y="214"/>
                  </a:lnTo>
                  <a:cubicBezTo>
                    <a:pt x="5464" y="75"/>
                    <a:pt x="5325" y="1"/>
                    <a:pt x="5186" y="47"/>
                  </a:cubicBezTo>
                  <a:lnTo>
                    <a:pt x="3581" y="557"/>
                  </a:lnTo>
                  <a:cubicBezTo>
                    <a:pt x="3451" y="594"/>
                    <a:pt x="3377" y="734"/>
                    <a:pt x="3414" y="873"/>
                  </a:cubicBezTo>
                  <a:lnTo>
                    <a:pt x="3748" y="1912"/>
                  </a:lnTo>
                  <a:cubicBezTo>
                    <a:pt x="3776" y="2014"/>
                    <a:pt x="3739" y="2134"/>
                    <a:pt x="3646" y="2190"/>
                  </a:cubicBezTo>
                  <a:cubicBezTo>
                    <a:pt x="3293" y="2422"/>
                    <a:pt x="2978" y="2682"/>
                    <a:pt x="2700" y="2979"/>
                  </a:cubicBezTo>
                  <a:cubicBezTo>
                    <a:pt x="2625" y="3062"/>
                    <a:pt x="2505" y="3081"/>
                    <a:pt x="2403" y="3034"/>
                  </a:cubicBezTo>
                  <a:lnTo>
                    <a:pt x="1438" y="2533"/>
                  </a:lnTo>
                  <a:cubicBezTo>
                    <a:pt x="1317" y="2468"/>
                    <a:pt x="1169" y="2515"/>
                    <a:pt x="1104" y="2635"/>
                  </a:cubicBezTo>
                  <a:lnTo>
                    <a:pt x="325" y="4138"/>
                  </a:lnTo>
                  <a:cubicBezTo>
                    <a:pt x="260" y="4259"/>
                    <a:pt x="306" y="4407"/>
                    <a:pt x="427" y="4472"/>
                  </a:cubicBezTo>
                  <a:lnTo>
                    <a:pt x="1401" y="4973"/>
                  </a:lnTo>
                  <a:cubicBezTo>
                    <a:pt x="1494" y="5029"/>
                    <a:pt x="1549" y="5140"/>
                    <a:pt x="1531" y="5251"/>
                  </a:cubicBezTo>
                  <a:cubicBezTo>
                    <a:pt x="1438" y="5641"/>
                    <a:pt x="1401" y="6058"/>
                    <a:pt x="1419" y="6467"/>
                  </a:cubicBezTo>
                  <a:cubicBezTo>
                    <a:pt x="1429" y="6578"/>
                    <a:pt x="1355" y="6680"/>
                    <a:pt x="1243" y="6717"/>
                  </a:cubicBezTo>
                  <a:lnTo>
                    <a:pt x="204" y="7042"/>
                  </a:lnTo>
                  <a:cubicBezTo>
                    <a:pt x="74" y="7088"/>
                    <a:pt x="0" y="7227"/>
                    <a:pt x="47" y="7357"/>
                  </a:cubicBezTo>
                  <a:lnTo>
                    <a:pt x="557" y="8971"/>
                  </a:lnTo>
                  <a:cubicBezTo>
                    <a:pt x="594" y="9101"/>
                    <a:pt x="733" y="9175"/>
                    <a:pt x="863" y="9129"/>
                  </a:cubicBezTo>
                  <a:lnTo>
                    <a:pt x="1902" y="8804"/>
                  </a:lnTo>
                  <a:cubicBezTo>
                    <a:pt x="2013" y="8767"/>
                    <a:pt x="2134" y="8804"/>
                    <a:pt x="2189" y="8906"/>
                  </a:cubicBezTo>
                  <a:cubicBezTo>
                    <a:pt x="2412" y="9250"/>
                    <a:pt x="2681" y="9565"/>
                    <a:pt x="2978" y="9843"/>
                  </a:cubicBezTo>
                  <a:cubicBezTo>
                    <a:pt x="3061" y="9917"/>
                    <a:pt x="3080" y="10038"/>
                    <a:pt x="3034" y="10140"/>
                  </a:cubicBezTo>
                  <a:lnTo>
                    <a:pt x="2523" y="11105"/>
                  </a:lnTo>
                  <a:cubicBezTo>
                    <a:pt x="2468" y="11225"/>
                    <a:pt x="2514" y="11383"/>
                    <a:pt x="2635" y="11448"/>
                  </a:cubicBezTo>
                  <a:lnTo>
                    <a:pt x="4128" y="12227"/>
                  </a:lnTo>
                  <a:cubicBezTo>
                    <a:pt x="4258" y="12283"/>
                    <a:pt x="4407" y="12237"/>
                    <a:pt x="4472" y="12116"/>
                  </a:cubicBezTo>
                  <a:lnTo>
                    <a:pt x="4972" y="11151"/>
                  </a:lnTo>
                  <a:cubicBezTo>
                    <a:pt x="5028" y="11049"/>
                    <a:pt x="5139" y="10994"/>
                    <a:pt x="5241" y="11021"/>
                  </a:cubicBezTo>
                  <a:cubicBezTo>
                    <a:pt x="5640" y="11105"/>
                    <a:pt x="6049" y="11142"/>
                    <a:pt x="6466" y="11123"/>
                  </a:cubicBezTo>
                  <a:cubicBezTo>
                    <a:pt x="6577" y="11123"/>
                    <a:pt x="6679" y="11198"/>
                    <a:pt x="6716" y="11300"/>
                  </a:cubicBezTo>
                  <a:lnTo>
                    <a:pt x="7041" y="12339"/>
                  </a:lnTo>
                  <a:cubicBezTo>
                    <a:pt x="7078" y="12469"/>
                    <a:pt x="7227" y="12543"/>
                    <a:pt x="7357" y="12506"/>
                  </a:cubicBezTo>
                  <a:lnTo>
                    <a:pt x="8961" y="11995"/>
                  </a:lnTo>
                  <a:cubicBezTo>
                    <a:pt x="9101" y="11949"/>
                    <a:pt x="9166" y="11810"/>
                    <a:pt x="9128" y="11680"/>
                  </a:cubicBezTo>
                  <a:lnTo>
                    <a:pt x="8804" y="10641"/>
                  </a:lnTo>
                  <a:cubicBezTo>
                    <a:pt x="8767" y="10539"/>
                    <a:pt x="8804" y="10418"/>
                    <a:pt x="8896" y="10353"/>
                  </a:cubicBezTo>
                  <a:cubicBezTo>
                    <a:pt x="9249" y="10131"/>
                    <a:pt x="9564" y="9871"/>
                    <a:pt x="9843" y="9565"/>
                  </a:cubicBezTo>
                  <a:cubicBezTo>
                    <a:pt x="9917" y="9481"/>
                    <a:pt x="10038" y="9463"/>
                    <a:pt x="10140" y="9519"/>
                  </a:cubicBezTo>
                  <a:lnTo>
                    <a:pt x="11104" y="10020"/>
                  </a:lnTo>
                  <a:cubicBezTo>
                    <a:pt x="11225" y="10084"/>
                    <a:pt x="11373" y="10038"/>
                    <a:pt x="11438" y="9917"/>
                  </a:cubicBezTo>
                  <a:lnTo>
                    <a:pt x="12218" y="8415"/>
                  </a:lnTo>
                  <a:cubicBezTo>
                    <a:pt x="12282" y="8294"/>
                    <a:pt x="12236" y="8136"/>
                    <a:pt x="12116" y="8081"/>
                  </a:cubicBezTo>
                  <a:lnTo>
                    <a:pt x="11141" y="7570"/>
                  </a:lnTo>
                  <a:cubicBezTo>
                    <a:pt x="11049" y="7524"/>
                    <a:pt x="10993" y="7413"/>
                    <a:pt x="11012" y="7301"/>
                  </a:cubicBezTo>
                  <a:cubicBezTo>
                    <a:pt x="11104" y="6903"/>
                    <a:pt x="11141" y="6494"/>
                    <a:pt x="11123" y="6077"/>
                  </a:cubicBezTo>
                  <a:cubicBezTo>
                    <a:pt x="11114" y="5966"/>
                    <a:pt x="11188" y="5873"/>
                    <a:pt x="11299" y="5836"/>
                  </a:cubicBezTo>
                  <a:lnTo>
                    <a:pt x="12338" y="5511"/>
                  </a:lnTo>
                  <a:cubicBezTo>
                    <a:pt x="12468" y="5465"/>
                    <a:pt x="12542" y="5326"/>
                    <a:pt x="12496" y="5196"/>
                  </a:cubicBezTo>
                  <a:close/>
                  <a:moveTo>
                    <a:pt x="7088" y="8869"/>
                  </a:moveTo>
                  <a:cubicBezTo>
                    <a:pt x="5371" y="9361"/>
                    <a:pt x="3637" y="8211"/>
                    <a:pt x="3423" y="6439"/>
                  </a:cubicBezTo>
                  <a:cubicBezTo>
                    <a:pt x="3247" y="5047"/>
                    <a:pt x="4138" y="3711"/>
                    <a:pt x="5483" y="3331"/>
                  </a:cubicBezTo>
                  <a:cubicBezTo>
                    <a:pt x="7199" y="2839"/>
                    <a:pt x="8934" y="3990"/>
                    <a:pt x="9147" y="5752"/>
                  </a:cubicBezTo>
                  <a:cubicBezTo>
                    <a:pt x="9314" y="7144"/>
                    <a:pt x="8433" y="8480"/>
                    <a:pt x="7088" y="886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3">
              <a:extLst>
                <a:ext uri="{FF2B5EF4-FFF2-40B4-BE49-F238E27FC236}">
                  <a16:creationId xmlns:a16="http://schemas.microsoft.com/office/drawing/2014/main" id="{3A58D40C-B949-4D62-7D52-A262321E6F6D}"/>
                </a:ext>
              </a:extLst>
            </p:cNvPr>
            <p:cNvSpPr/>
            <p:nvPr/>
          </p:nvSpPr>
          <p:spPr>
            <a:xfrm>
              <a:off x="1942250" y="2548100"/>
              <a:ext cx="313575" cy="312075"/>
            </a:xfrm>
            <a:custGeom>
              <a:avLst/>
              <a:gdLst/>
              <a:ahLst/>
              <a:cxnLst/>
              <a:rect l="l" t="t" r="r" b="b"/>
              <a:pathLst>
                <a:path w="12543" h="12483" extrusionOk="0">
                  <a:moveTo>
                    <a:pt x="6281" y="3179"/>
                  </a:moveTo>
                  <a:cubicBezTo>
                    <a:pt x="7703" y="3179"/>
                    <a:pt x="8967" y="4225"/>
                    <a:pt x="9147" y="5720"/>
                  </a:cubicBezTo>
                  <a:cubicBezTo>
                    <a:pt x="9314" y="7112"/>
                    <a:pt x="8433" y="8447"/>
                    <a:pt x="7088" y="8837"/>
                  </a:cubicBezTo>
                  <a:cubicBezTo>
                    <a:pt x="6820" y="8912"/>
                    <a:pt x="6552" y="8948"/>
                    <a:pt x="6289" y="8948"/>
                  </a:cubicBezTo>
                  <a:cubicBezTo>
                    <a:pt x="4867" y="8948"/>
                    <a:pt x="3603" y="7902"/>
                    <a:pt x="3423" y="6406"/>
                  </a:cubicBezTo>
                  <a:cubicBezTo>
                    <a:pt x="3247" y="5015"/>
                    <a:pt x="4138" y="3679"/>
                    <a:pt x="5483" y="3290"/>
                  </a:cubicBezTo>
                  <a:cubicBezTo>
                    <a:pt x="5750" y="3214"/>
                    <a:pt x="6019" y="3179"/>
                    <a:pt x="6281" y="3179"/>
                  </a:cubicBezTo>
                  <a:close/>
                  <a:moveTo>
                    <a:pt x="5270" y="1"/>
                  </a:moveTo>
                  <a:cubicBezTo>
                    <a:pt x="5242" y="1"/>
                    <a:pt x="5214" y="5"/>
                    <a:pt x="5186" y="15"/>
                  </a:cubicBezTo>
                  <a:lnTo>
                    <a:pt x="3581" y="525"/>
                  </a:lnTo>
                  <a:cubicBezTo>
                    <a:pt x="3451" y="562"/>
                    <a:pt x="3377" y="701"/>
                    <a:pt x="3414" y="840"/>
                  </a:cubicBezTo>
                  <a:lnTo>
                    <a:pt x="3748" y="1879"/>
                  </a:lnTo>
                  <a:cubicBezTo>
                    <a:pt x="3776" y="1982"/>
                    <a:pt x="3739" y="2102"/>
                    <a:pt x="3646" y="2158"/>
                  </a:cubicBezTo>
                  <a:cubicBezTo>
                    <a:pt x="3293" y="2380"/>
                    <a:pt x="2978" y="2649"/>
                    <a:pt x="2700" y="2946"/>
                  </a:cubicBezTo>
                  <a:cubicBezTo>
                    <a:pt x="2652" y="3000"/>
                    <a:pt x="2585" y="3027"/>
                    <a:pt x="2516" y="3027"/>
                  </a:cubicBezTo>
                  <a:cubicBezTo>
                    <a:pt x="2478" y="3027"/>
                    <a:pt x="2439" y="3019"/>
                    <a:pt x="2403" y="3002"/>
                  </a:cubicBezTo>
                  <a:lnTo>
                    <a:pt x="1438" y="2501"/>
                  </a:lnTo>
                  <a:cubicBezTo>
                    <a:pt x="1401" y="2481"/>
                    <a:pt x="1361" y="2472"/>
                    <a:pt x="1322" y="2472"/>
                  </a:cubicBezTo>
                  <a:cubicBezTo>
                    <a:pt x="1234" y="2472"/>
                    <a:pt x="1149" y="2520"/>
                    <a:pt x="1104" y="2603"/>
                  </a:cubicBezTo>
                  <a:lnTo>
                    <a:pt x="325" y="4106"/>
                  </a:lnTo>
                  <a:cubicBezTo>
                    <a:pt x="260" y="4226"/>
                    <a:pt x="306" y="4375"/>
                    <a:pt x="427" y="4440"/>
                  </a:cubicBezTo>
                  <a:lnTo>
                    <a:pt x="1401" y="4941"/>
                  </a:lnTo>
                  <a:cubicBezTo>
                    <a:pt x="1494" y="4996"/>
                    <a:pt x="1549" y="5108"/>
                    <a:pt x="1531" y="5210"/>
                  </a:cubicBezTo>
                  <a:cubicBezTo>
                    <a:pt x="1438" y="5609"/>
                    <a:pt x="1401" y="6026"/>
                    <a:pt x="1419" y="6434"/>
                  </a:cubicBezTo>
                  <a:cubicBezTo>
                    <a:pt x="1429" y="6546"/>
                    <a:pt x="1355" y="6648"/>
                    <a:pt x="1243" y="6685"/>
                  </a:cubicBezTo>
                  <a:lnTo>
                    <a:pt x="204" y="7009"/>
                  </a:lnTo>
                  <a:cubicBezTo>
                    <a:pt x="74" y="7056"/>
                    <a:pt x="0" y="7195"/>
                    <a:pt x="47" y="7325"/>
                  </a:cubicBezTo>
                  <a:lnTo>
                    <a:pt x="557" y="8930"/>
                  </a:lnTo>
                  <a:cubicBezTo>
                    <a:pt x="587" y="9043"/>
                    <a:pt x="685" y="9107"/>
                    <a:pt x="790" y="9107"/>
                  </a:cubicBezTo>
                  <a:cubicBezTo>
                    <a:pt x="814" y="9107"/>
                    <a:pt x="839" y="9104"/>
                    <a:pt x="863" y="9097"/>
                  </a:cubicBezTo>
                  <a:lnTo>
                    <a:pt x="1902" y="8772"/>
                  </a:lnTo>
                  <a:cubicBezTo>
                    <a:pt x="1931" y="8762"/>
                    <a:pt x="1960" y="8758"/>
                    <a:pt x="1989" y="8758"/>
                  </a:cubicBezTo>
                  <a:cubicBezTo>
                    <a:pt x="2071" y="8758"/>
                    <a:pt x="2148" y="8796"/>
                    <a:pt x="2189" y="8865"/>
                  </a:cubicBezTo>
                  <a:cubicBezTo>
                    <a:pt x="2412" y="9217"/>
                    <a:pt x="2681" y="9533"/>
                    <a:pt x="2978" y="9811"/>
                  </a:cubicBezTo>
                  <a:cubicBezTo>
                    <a:pt x="3061" y="9885"/>
                    <a:pt x="3080" y="10006"/>
                    <a:pt x="3034" y="10108"/>
                  </a:cubicBezTo>
                  <a:lnTo>
                    <a:pt x="2523" y="11073"/>
                  </a:lnTo>
                  <a:cubicBezTo>
                    <a:pt x="2468" y="11193"/>
                    <a:pt x="2514" y="11351"/>
                    <a:pt x="2635" y="11407"/>
                  </a:cubicBezTo>
                  <a:lnTo>
                    <a:pt x="4128" y="12186"/>
                  </a:lnTo>
                  <a:cubicBezTo>
                    <a:pt x="4168" y="12206"/>
                    <a:pt x="4210" y="12215"/>
                    <a:pt x="4250" y="12215"/>
                  </a:cubicBezTo>
                  <a:cubicBezTo>
                    <a:pt x="4342" y="12215"/>
                    <a:pt x="4427" y="12167"/>
                    <a:pt x="4472" y="12084"/>
                  </a:cubicBezTo>
                  <a:lnTo>
                    <a:pt x="4972" y="11119"/>
                  </a:lnTo>
                  <a:cubicBezTo>
                    <a:pt x="5018" y="11035"/>
                    <a:pt x="5103" y="10982"/>
                    <a:pt x="5188" y="10982"/>
                  </a:cubicBezTo>
                  <a:cubicBezTo>
                    <a:pt x="5206" y="10982"/>
                    <a:pt x="5224" y="10984"/>
                    <a:pt x="5241" y="10989"/>
                  </a:cubicBezTo>
                  <a:cubicBezTo>
                    <a:pt x="5573" y="11059"/>
                    <a:pt x="5911" y="11096"/>
                    <a:pt x="6255" y="11096"/>
                  </a:cubicBezTo>
                  <a:cubicBezTo>
                    <a:pt x="6325" y="11096"/>
                    <a:pt x="6395" y="11094"/>
                    <a:pt x="6466" y="11091"/>
                  </a:cubicBezTo>
                  <a:cubicBezTo>
                    <a:pt x="6577" y="11091"/>
                    <a:pt x="6679" y="11156"/>
                    <a:pt x="6716" y="11267"/>
                  </a:cubicBezTo>
                  <a:lnTo>
                    <a:pt x="7041" y="12306"/>
                  </a:lnTo>
                  <a:cubicBezTo>
                    <a:pt x="7072" y="12414"/>
                    <a:pt x="7178" y="12483"/>
                    <a:pt x="7288" y="12483"/>
                  </a:cubicBezTo>
                  <a:cubicBezTo>
                    <a:pt x="7311" y="12483"/>
                    <a:pt x="7334" y="12480"/>
                    <a:pt x="7357" y="12473"/>
                  </a:cubicBezTo>
                  <a:lnTo>
                    <a:pt x="8961" y="11963"/>
                  </a:lnTo>
                  <a:cubicBezTo>
                    <a:pt x="9101" y="11917"/>
                    <a:pt x="9166" y="11778"/>
                    <a:pt x="9128" y="11648"/>
                  </a:cubicBezTo>
                  <a:lnTo>
                    <a:pt x="8804" y="10609"/>
                  </a:lnTo>
                  <a:cubicBezTo>
                    <a:pt x="8767" y="10497"/>
                    <a:pt x="8804" y="10386"/>
                    <a:pt x="8896" y="10321"/>
                  </a:cubicBezTo>
                  <a:cubicBezTo>
                    <a:pt x="9249" y="10099"/>
                    <a:pt x="9564" y="9830"/>
                    <a:pt x="9843" y="9533"/>
                  </a:cubicBezTo>
                  <a:cubicBezTo>
                    <a:pt x="9888" y="9481"/>
                    <a:pt x="9952" y="9455"/>
                    <a:pt x="10017" y="9455"/>
                  </a:cubicBezTo>
                  <a:cubicBezTo>
                    <a:pt x="10058" y="9455"/>
                    <a:pt x="10100" y="9465"/>
                    <a:pt x="10140" y="9486"/>
                  </a:cubicBezTo>
                  <a:lnTo>
                    <a:pt x="11104" y="9987"/>
                  </a:lnTo>
                  <a:cubicBezTo>
                    <a:pt x="11141" y="10007"/>
                    <a:pt x="11180" y="10016"/>
                    <a:pt x="11219" y="10016"/>
                  </a:cubicBezTo>
                  <a:cubicBezTo>
                    <a:pt x="11307" y="10016"/>
                    <a:pt x="11393" y="9966"/>
                    <a:pt x="11438" y="9876"/>
                  </a:cubicBezTo>
                  <a:lnTo>
                    <a:pt x="12218" y="8382"/>
                  </a:lnTo>
                  <a:cubicBezTo>
                    <a:pt x="12282" y="8262"/>
                    <a:pt x="12236" y="8104"/>
                    <a:pt x="12116" y="8039"/>
                  </a:cubicBezTo>
                  <a:lnTo>
                    <a:pt x="11141" y="7538"/>
                  </a:lnTo>
                  <a:cubicBezTo>
                    <a:pt x="11049" y="7492"/>
                    <a:pt x="10993" y="7381"/>
                    <a:pt x="11012" y="7269"/>
                  </a:cubicBezTo>
                  <a:cubicBezTo>
                    <a:pt x="11104" y="6870"/>
                    <a:pt x="11141" y="6462"/>
                    <a:pt x="11123" y="6045"/>
                  </a:cubicBezTo>
                  <a:cubicBezTo>
                    <a:pt x="11114" y="5933"/>
                    <a:pt x="11188" y="5831"/>
                    <a:pt x="11299" y="5804"/>
                  </a:cubicBezTo>
                  <a:lnTo>
                    <a:pt x="12338" y="5470"/>
                  </a:lnTo>
                  <a:cubicBezTo>
                    <a:pt x="12468" y="5432"/>
                    <a:pt x="12542" y="5293"/>
                    <a:pt x="12496" y="5154"/>
                  </a:cubicBezTo>
                  <a:lnTo>
                    <a:pt x="11995" y="3549"/>
                  </a:lnTo>
                  <a:cubicBezTo>
                    <a:pt x="11957" y="3442"/>
                    <a:pt x="11855" y="3373"/>
                    <a:pt x="11748" y="3373"/>
                  </a:cubicBezTo>
                  <a:cubicBezTo>
                    <a:pt x="11725" y="3373"/>
                    <a:pt x="11702" y="3376"/>
                    <a:pt x="11680" y="3382"/>
                  </a:cubicBezTo>
                  <a:lnTo>
                    <a:pt x="10641" y="3716"/>
                  </a:lnTo>
                  <a:cubicBezTo>
                    <a:pt x="10616" y="3722"/>
                    <a:pt x="10592" y="3725"/>
                    <a:pt x="10568" y="3725"/>
                  </a:cubicBezTo>
                  <a:cubicBezTo>
                    <a:pt x="10483" y="3725"/>
                    <a:pt x="10404" y="3687"/>
                    <a:pt x="10353" y="3614"/>
                  </a:cubicBezTo>
                  <a:cubicBezTo>
                    <a:pt x="10130" y="3262"/>
                    <a:pt x="9861" y="2946"/>
                    <a:pt x="9564" y="2677"/>
                  </a:cubicBezTo>
                  <a:cubicBezTo>
                    <a:pt x="9481" y="2594"/>
                    <a:pt x="9462" y="2473"/>
                    <a:pt x="9518" y="2380"/>
                  </a:cubicBezTo>
                  <a:lnTo>
                    <a:pt x="10019" y="1406"/>
                  </a:lnTo>
                  <a:cubicBezTo>
                    <a:pt x="10084" y="1286"/>
                    <a:pt x="10028" y="1137"/>
                    <a:pt x="9908" y="1072"/>
                  </a:cubicBezTo>
                  <a:lnTo>
                    <a:pt x="8414" y="293"/>
                  </a:lnTo>
                  <a:cubicBezTo>
                    <a:pt x="8374" y="273"/>
                    <a:pt x="8333" y="264"/>
                    <a:pt x="8292" y="264"/>
                  </a:cubicBezTo>
                  <a:cubicBezTo>
                    <a:pt x="8201" y="264"/>
                    <a:pt x="8116" y="312"/>
                    <a:pt x="8071" y="395"/>
                  </a:cubicBezTo>
                  <a:lnTo>
                    <a:pt x="7570" y="1369"/>
                  </a:lnTo>
                  <a:cubicBezTo>
                    <a:pt x="7530" y="1450"/>
                    <a:pt x="7440" y="1503"/>
                    <a:pt x="7344" y="1503"/>
                  </a:cubicBezTo>
                  <a:cubicBezTo>
                    <a:pt x="7330" y="1503"/>
                    <a:pt x="7315" y="1502"/>
                    <a:pt x="7301" y="1499"/>
                  </a:cubicBezTo>
                  <a:cubicBezTo>
                    <a:pt x="6950" y="1417"/>
                    <a:pt x="6591" y="1386"/>
                    <a:pt x="6226" y="1386"/>
                  </a:cubicBezTo>
                  <a:cubicBezTo>
                    <a:pt x="6176" y="1386"/>
                    <a:pt x="6126" y="1387"/>
                    <a:pt x="6076" y="1388"/>
                  </a:cubicBezTo>
                  <a:cubicBezTo>
                    <a:pt x="6070" y="1388"/>
                    <a:pt x="6064" y="1389"/>
                    <a:pt x="6058" y="1389"/>
                  </a:cubicBezTo>
                  <a:cubicBezTo>
                    <a:pt x="5954" y="1389"/>
                    <a:pt x="5861" y="1317"/>
                    <a:pt x="5835" y="1212"/>
                  </a:cubicBezTo>
                  <a:lnTo>
                    <a:pt x="5501" y="173"/>
                  </a:lnTo>
                  <a:cubicBezTo>
                    <a:pt x="5472" y="69"/>
                    <a:pt x="5377" y="1"/>
                    <a:pt x="5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3">
              <a:extLst>
                <a:ext uri="{FF2B5EF4-FFF2-40B4-BE49-F238E27FC236}">
                  <a16:creationId xmlns:a16="http://schemas.microsoft.com/office/drawing/2014/main" id="{3DBDA1AC-3BFD-6D04-B586-399EC95C3BB3}"/>
                </a:ext>
              </a:extLst>
            </p:cNvPr>
            <p:cNvSpPr/>
            <p:nvPr/>
          </p:nvSpPr>
          <p:spPr>
            <a:xfrm>
              <a:off x="1942925" y="2533050"/>
              <a:ext cx="313600" cy="311950"/>
            </a:xfrm>
            <a:custGeom>
              <a:avLst/>
              <a:gdLst/>
              <a:ahLst/>
              <a:cxnLst/>
              <a:rect l="l" t="t" r="r" b="b"/>
              <a:pathLst>
                <a:path w="12544" h="12478" extrusionOk="0">
                  <a:moveTo>
                    <a:pt x="6287" y="3341"/>
                  </a:moveTo>
                  <a:cubicBezTo>
                    <a:pt x="7702" y="3341"/>
                    <a:pt x="8968" y="4392"/>
                    <a:pt x="9148" y="5877"/>
                  </a:cubicBezTo>
                  <a:cubicBezTo>
                    <a:pt x="9315" y="7268"/>
                    <a:pt x="8433" y="8604"/>
                    <a:pt x="7088" y="8994"/>
                  </a:cubicBezTo>
                  <a:cubicBezTo>
                    <a:pt x="6818" y="9071"/>
                    <a:pt x="6548" y="9108"/>
                    <a:pt x="6283" y="9108"/>
                  </a:cubicBezTo>
                  <a:cubicBezTo>
                    <a:pt x="4864" y="9108"/>
                    <a:pt x="3604" y="8056"/>
                    <a:pt x="3424" y="6563"/>
                  </a:cubicBezTo>
                  <a:cubicBezTo>
                    <a:pt x="3248" y="5172"/>
                    <a:pt x="4138" y="3836"/>
                    <a:pt x="5484" y="3456"/>
                  </a:cubicBezTo>
                  <a:cubicBezTo>
                    <a:pt x="5752" y="3378"/>
                    <a:pt x="6022" y="3341"/>
                    <a:pt x="6287" y="3341"/>
                  </a:cubicBezTo>
                  <a:close/>
                  <a:moveTo>
                    <a:pt x="5271" y="0"/>
                  </a:moveTo>
                  <a:cubicBezTo>
                    <a:pt x="5243" y="0"/>
                    <a:pt x="5215" y="4"/>
                    <a:pt x="5187" y="14"/>
                  </a:cubicBezTo>
                  <a:lnTo>
                    <a:pt x="3582" y="524"/>
                  </a:lnTo>
                  <a:cubicBezTo>
                    <a:pt x="3452" y="561"/>
                    <a:pt x="3378" y="700"/>
                    <a:pt x="3415" y="840"/>
                  </a:cubicBezTo>
                  <a:lnTo>
                    <a:pt x="3749" y="1879"/>
                  </a:lnTo>
                  <a:cubicBezTo>
                    <a:pt x="3777" y="1981"/>
                    <a:pt x="3739" y="2101"/>
                    <a:pt x="3647" y="2157"/>
                  </a:cubicBezTo>
                  <a:cubicBezTo>
                    <a:pt x="3294" y="2379"/>
                    <a:pt x="2979" y="2648"/>
                    <a:pt x="2700" y="2945"/>
                  </a:cubicBezTo>
                  <a:cubicBezTo>
                    <a:pt x="2653" y="2999"/>
                    <a:pt x="2586" y="3026"/>
                    <a:pt x="2517" y="3026"/>
                  </a:cubicBezTo>
                  <a:cubicBezTo>
                    <a:pt x="2479" y="3026"/>
                    <a:pt x="2440" y="3018"/>
                    <a:pt x="2404" y="3001"/>
                  </a:cubicBezTo>
                  <a:lnTo>
                    <a:pt x="1439" y="2500"/>
                  </a:lnTo>
                  <a:cubicBezTo>
                    <a:pt x="1402" y="2480"/>
                    <a:pt x="1362" y="2471"/>
                    <a:pt x="1323" y="2471"/>
                  </a:cubicBezTo>
                  <a:cubicBezTo>
                    <a:pt x="1235" y="2471"/>
                    <a:pt x="1150" y="2519"/>
                    <a:pt x="1105" y="2602"/>
                  </a:cubicBezTo>
                  <a:lnTo>
                    <a:pt x="326" y="4096"/>
                  </a:lnTo>
                  <a:cubicBezTo>
                    <a:pt x="261" y="4225"/>
                    <a:pt x="307" y="4374"/>
                    <a:pt x="428" y="4439"/>
                  </a:cubicBezTo>
                  <a:lnTo>
                    <a:pt x="1402" y="4940"/>
                  </a:lnTo>
                  <a:cubicBezTo>
                    <a:pt x="1495" y="4995"/>
                    <a:pt x="1550" y="5107"/>
                    <a:pt x="1532" y="5209"/>
                  </a:cubicBezTo>
                  <a:cubicBezTo>
                    <a:pt x="1439" y="5608"/>
                    <a:pt x="1402" y="6016"/>
                    <a:pt x="1420" y="6433"/>
                  </a:cubicBezTo>
                  <a:cubicBezTo>
                    <a:pt x="1430" y="6545"/>
                    <a:pt x="1355" y="6647"/>
                    <a:pt x="1244" y="6684"/>
                  </a:cubicBezTo>
                  <a:lnTo>
                    <a:pt x="205" y="7008"/>
                  </a:lnTo>
                  <a:cubicBezTo>
                    <a:pt x="75" y="7046"/>
                    <a:pt x="1" y="7194"/>
                    <a:pt x="47" y="7324"/>
                  </a:cubicBezTo>
                  <a:lnTo>
                    <a:pt x="558" y="8929"/>
                  </a:lnTo>
                  <a:cubicBezTo>
                    <a:pt x="588" y="9042"/>
                    <a:pt x="685" y="9106"/>
                    <a:pt x="791" y="9106"/>
                  </a:cubicBezTo>
                  <a:cubicBezTo>
                    <a:pt x="815" y="9106"/>
                    <a:pt x="839" y="9103"/>
                    <a:pt x="864" y="9096"/>
                  </a:cubicBezTo>
                  <a:lnTo>
                    <a:pt x="1903" y="8771"/>
                  </a:lnTo>
                  <a:cubicBezTo>
                    <a:pt x="1931" y="8761"/>
                    <a:pt x="1961" y="8757"/>
                    <a:pt x="1990" y="8757"/>
                  </a:cubicBezTo>
                  <a:cubicBezTo>
                    <a:pt x="2072" y="8757"/>
                    <a:pt x="2149" y="8795"/>
                    <a:pt x="2190" y="8864"/>
                  </a:cubicBezTo>
                  <a:cubicBezTo>
                    <a:pt x="2413" y="9216"/>
                    <a:pt x="2682" y="9532"/>
                    <a:pt x="2979" y="9810"/>
                  </a:cubicBezTo>
                  <a:cubicBezTo>
                    <a:pt x="3062" y="9884"/>
                    <a:pt x="3081" y="10005"/>
                    <a:pt x="3034" y="10107"/>
                  </a:cubicBezTo>
                  <a:lnTo>
                    <a:pt x="2524" y="11072"/>
                  </a:lnTo>
                  <a:cubicBezTo>
                    <a:pt x="2469" y="11192"/>
                    <a:pt x="2515" y="11341"/>
                    <a:pt x="2636" y="11406"/>
                  </a:cubicBezTo>
                  <a:lnTo>
                    <a:pt x="4129" y="12185"/>
                  </a:lnTo>
                  <a:cubicBezTo>
                    <a:pt x="4169" y="12205"/>
                    <a:pt x="4211" y="12214"/>
                    <a:pt x="4251" y="12214"/>
                  </a:cubicBezTo>
                  <a:cubicBezTo>
                    <a:pt x="4342" y="12214"/>
                    <a:pt x="4427" y="12166"/>
                    <a:pt x="4472" y="12083"/>
                  </a:cubicBezTo>
                  <a:lnTo>
                    <a:pt x="4973" y="11109"/>
                  </a:lnTo>
                  <a:cubicBezTo>
                    <a:pt x="5022" y="11028"/>
                    <a:pt x="5112" y="10975"/>
                    <a:pt x="5202" y="10975"/>
                  </a:cubicBezTo>
                  <a:cubicBezTo>
                    <a:pt x="5216" y="10975"/>
                    <a:pt x="5229" y="10976"/>
                    <a:pt x="5242" y="10979"/>
                  </a:cubicBezTo>
                  <a:cubicBezTo>
                    <a:pt x="5575" y="11056"/>
                    <a:pt x="5914" y="11095"/>
                    <a:pt x="6259" y="11095"/>
                  </a:cubicBezTo>
                  <a:cubicBezTo>
                    <a:pt x="6328" y="11095"/>
                    <a:pt x="6397" y="11093"/>
                    <a:pt x="6467" y="11090"/>
                  </a:cubicBezTo>
                  <a:cubicBezTo>
                    <a:pt x="6473" y="11090"/>
                    <a:pt x="6479" y="11089"/>
                    <a:pt x="6486" y="11089"/>
                  </a:cubicBezTo>
                  <a:cubicBezTo>
                    <a:pt x="6589" y="11089"/>
                    <a:pt x="6682" y="11161"/>
                    <a:pt x="6717" y="11266"/>
                  </a:cubicBezTo>
                  <a:lnTo>
                    <a:pt x="7042" y="12305"/>
                  </a:lnTo>
                  <a:cubicBezTo>
                    <a:pt x="7072" y="12409"/>
                    <a:pt x="7172" y="12477"/>
                    <a:pt x="7277" y="12477"/>
                  </a:cubicBezTo>
                  <a:cubicBezTo>
                    <a:pt x="7304" y="12477"/>
                    <a:pt x="7331" y="12473"/>
                    <a:pt x="7357" y="12463"/>
                  </a:cubicBezTo>
                  <a:lnTo>
                    <a:pt x="8962" y="11962"/>
                  </a:lnTo>
                  <a:cubicBezTo>
                    <a:pt x="9101" y="11916"/>
                    <a:pt x="9166" y="11777"/>
                    <a:pt x="9129" y="11647"/>
                  </a:cubicBezTo>
                  <a:lnTo>
                    <a:pt x="8805" y="10608"/>
                  </a:lnTo>
                  <a:cubicBezTo>
                    <a:pt x="8767" y="10497"/>
                    <a:pt x="8805" y="10385"/>
                    <a:pt x="8897" y="10320"/>
                  </a:cubicBezTo>
                  <a:cubicBezTo>
                    <a:pt x="9250" y="10098"/>
                    <a:pt x="9565" y="9829"/>
                    <a:pt x="9844" y="9532"/>
                  </a:cubicBezTo>
                  <a:cubicBezTo>
                    <a:pt x="9889" y="9480"/>
                    <a:pt x="9953" y="9454"/>
                    <a:pt x="10018" y="9454"/>
                  </a:cubicBezTo>
                  <a:cubicBezTo>
                    <a:pt x="10059" y="9454"/>
                    <a:pt x="10101" y="9464"/>
                    <a:pt x="10140" y="9485"/>
                  </a:cubicBezTo>
                  <a:lnTo>
                    <a:pt x="11105" y="9986"/>
                  </a:lnTo>
                  <a:cubicBezTo>
                    <a:pt x="11142" y="10006"/>
                    <a:pt x="11181" y="10015"/>
                    <a:pt x="11219" y="10015"/>
                  </a:cubicBezTo>
                  <a:cubicBezTo>
                    <a:pt x="11308" y="10015"/>
                    <a:pt x="11394" y="9965"/>
                    <a:pt x="11439" y="9875"/>
                  </a:cubicBezTo>
                  <a:lnTo>
                    <a:pt x="12218" y="8381"/>
                  </a:lnTo>
                  <a:cubicBezTo>
                    <a:pt x="12283" y="8252"/>
                    <a:pt x="12237" y="8103"/>
                    <a:pt x="12116" y="8038"/>
                  </a:cubicBezTo>
                  <a:lnTo>
                    <a:pt x="11142" y="7537"/>
                  </a:lnTo>
                  <a:cubicBezTo>
                    <a:pt x="11050" y="7491"/>
                    <a:pt x="10994" y="7380"/>
                    <a:pt x="11012" y="7268"/>
                  </a:cubicBezTo>
                  <a:cubicBezTo>
                    <a:pt x="11105" y="6869"/>
                    <a:pt x="11142" y="6461"/>
                    <a:pt x="11124" y="6044"/>
                  </a:cubicBezTo>
                  <a:cubicBezTo>
                    <a:pt x="11114" y="5932"/>
                    <a:pt x="11189" y="5830"/>
                    <a:pt x="11300" y="5803"/>
                  </a:cubicBezTo>
                  <a:lnTo>
                    <a:pt x="12339" y="5469"/>
                  </a:lnTo>
                  <a:cubicBezTo>
                    <a:pt x="12469" y="5431"/>
                    <a:pt x="12543" y="5292"/>
                    <a:pt x="12497" y="5153"/>
                  </a:cubicBezTo>
                  <a:lnTo>
                    <a:pt x="11996" y="3548"/>
                  </a:lnTo>
                  <a:cubicBezTo>
                    <a:pt x="11957" y="3441"/>
                    <a:pt x="11856" y="3372"/>
                    <a:pt x="11749" y="3372"/>
                  </a:cubicBezTo>
                  <a:cubicBezTo>
                    <a:pt x="11726" y="3372"/>
                    <a:pt x="11703" y="3375"/>
                    <a:pt x="11680" y="3381"/>
                  </a:cubicBezTo>
                  <a:lnTo>
                    <a:pt x="10641" y="3715"/>
                  </a:lnTo>
                  <a:cubicBezTo>
                    <a:pt x="10617" y="3721"/>
                    <a:pt x="10593" y="3724"/>
                    <a:pt x="10569" y="3724"/>
                  </a:cubicBezTo>
                  <a:cubicBezTo>
                    <a:pt x="10484" y="3724"/>
                    <a:pt x="10405" y="3686"/>
                    <a:pt x="10354" y="3613"/>
                  </a:cubicBezTo>
                  <a:cubicBezTo>
                    <a:pt x="10131" y="3261"/>
                    <a:pt x="9862" y="2945"/>
                    <a:pt x="9565" y="2676"/>
                  </a:cubicBezTo>
                  <a:cubicBezTo>
                    <a:pt x="9482" y="2593"/>
                    <a:pt x="9463" y="2472"/>
                    <a:pt x="9519" y="2379"/>
                  </a:cubicBezTo>
                  <a:lnTo>
                    <a:pt x="10020" y="1405"/>
                  </a:lnTo>
                  <a:cubicBezTo>
                    <a:pt x="10085" y="1285"/>
                    <a:pt x="10029" y="1136"/>
                    <a:pt x="9908" y="1071"/>
                  </a:cubicBezTo>
                  <a:lnTo>
                    <a:pt x="8415" y="292"/>
                  </a:lnTo>
                  <a:cubicBezTo>
                    <a:pt x="8376" y="273"/>
                    <a:pt x="8334" y="263"/>
                    <a:pt x="8295" y="263"/>
                  </a:cubicBezTo>
                  <a:cubicBezTo>
                    <a:pt x="8203" y="263"/>
                    <a:pt x="8117" y="313"/>
                    <a:pt x="8072" y="404"/>
                  </a:cubicBezTo>
                  <a:lnTo>
                    <a:pt x="7571" y="1368"/>
                  </a:lnTo>
                  <a:cubicBezTo>
                    <a:pt x="7530" y="1449"/>
                    <a:pt x="7441" y="1502"/>
                    <a:pt x="7345" y="1502"/>
                  </a:cubicBezTo>
                  <a:cubicBezTo>
                    <a:pt x="7330" y="1502"/>
                    <a:pt x="7316" y="1501"/>
                    <a:pt x="7302" y="1498"/>
                  </a:cubicBezTo>
                  <a:cubicBezTo>
                    <a:pt x="6951" y="1416"/>
                    <a:pt x="6592" y="1385"/>
                    <a:pt x="6227" y="1385"/>
                  </a:cubicBezTo>
                  <a:cubicBezTo>
                    <a:pt x="6177" y="1385"/>
                    <a:pt x="6127" y="1386"/>
                    <a:pt x="6077" y="1387"/>
                  </a:cubicBezTo>
                  <a:cubicBezTo>
                    <a:pt x="6071" y="1387"/>
                    <a:pt x="6065" y="1388"/>
                    <a:pt x="6058" y="1388"/>
                  </a:cubicBezTo>
                  <a:cubicBezTo>
                    <a:pt x="5955" y="1388"/>
                    <a:pt x="5862" y="1316"/>
                    <a:pt x="5836" y="1211"/>
                  </a:cubicBezTo>
                  <a:lnTo>
                    <a:pt x="5502" y="172"/>
                  </a:lnTo>
                  <a:cubicBezTo>
                    <a:pt x="5473" y="68"/>
                    <a:pt x="5378" y="0"/>
                    <a:pt x="52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3">
              <a:extLst>
                <a:ext uri="{FF2B5EF4-FFF2-40B4-BE49-F238E27FC236}">
                  <a16:creationId xmlns:a16="http://schemas.microsoft.com/office/drawing/2014/main" id="{A6142E1E-4FBC-C091-0918-01E9C6237007}"/>
                </a:ext>
              </a:extLst>
            </p:cNvPr>
            <p:cNvSpPr/>
            <p:nvPr/>
          </p:nvSpPr>
          <p:spPr>
            <a:xfrm>
              <a:off x="1941325" y="2531675"/>
              <a:ext cx="316800" cy="314825"/>
            </a:xfrm>
            <a:custGeom>
              <a:avLst/>
              <a:gdLst/>
              <a:ahLst/>
              <a:cxnLst/>
              <a:rect l="l" t="t" r="r" b="b"/>
              <a:pathLst>
                <a:path w="12672" h="12593" extrusionOk="0">
                  <a:moveTo>
                    <a:pt x="6345" y="3455"/>
                  </a:moveTo>
                  <a:cubicBezTo>
                    <a:pt x="6902" y="3455"/>
                    <a:pt x="7440" y="3613"/>
                    <a:pt x="7904" y="3928"/>
                  </a:cubicBezTo>
                  <a:cubicBezTo>
                    <a:pt x="8600" y="4383"/>
                    <a:pt x="9054" y="5115"/>
                    <a:pt x="9156" y="5941"/>
                  </a:cubicBezTo>
                  <a:cubicBezTo>
                    <a:pt x="9323" y="7305"/>
                    <a:pt x="8451" y="8613"/>
                    <a:pt x="7134" y="8993"/>
                  </a:cubicBezTo>
                  <a:cubicBezTo>
                    <a:pt x="6875" y="9068"/>
                    <a:pt x="6610" y="9105"/>
                    <a:pt x="6347" y="9105"/>
                  </a:cubicBezTo>
                  <a:cubicBezTo>
                    <a:pt x="5799" y="9105"/>
                    <a:pt x="5257" y="8945"/>
                    <a:pt x="4787" y="8631"/>
                  </a:cubicBezTo>
                  <a:cubicBezTo>
                    <a:pt x="4100" y="8177"/>
                    <a:pt x="3646" y="7444"/>
                    <a:pt x="3544" y="6618"/>
                  </a:cubicBezTo>
                  <a:cubicBezTo>
                    <a:pt x="3377" y="5255"/>
                    <a:pt x="4249" y="3937"/>
                    <a:pt x="5566" y="3566"/>
                  </a:cubicBezTo>
                  <a:cubicBezTo>
                    <a:pt x="5826" y="3492"/>
                    <a:pt x="6086" y="3455"/>
                    <a:pt x="6345" y="3455"/>
                  </a:cubicBezTo>
                  <a:close/>
                  <a:moveTo>
                    <a:pt x="6349" y="3339"/>
                  </a:moveTo>
                  <a:cubicBezTo>
                    <a:pt x="6075" y="3339"/>
                    <a:pt x="5799" y="3377"/>
                    <a:pt x="5529" y="3455"/>
                  </a:cubicBezTo>
                  <a:cubicBezTo>
                    <a:pt x="4156" y="3844"/>
                    <a:pt x="3256" y="5208"/>
                    <a:pt x="3423" y="6627"/>
                  </a:cubicBezTo>
                  <a:cubicBezTo>
                    <a:pt x="3534" y="7490"/>
                    <a:pt x="4008" y="8251"/>
                    <a:pt x="4722" y="8733"/>
                  </a:cubicBezTo>
                  <a:cubicBezTo>
                    <a:pt x="5214" y="9049"/>
                    <a:pt x="5770" y="9216"/>
                    <a:pt x="6345" y="9216"/>
                  </a:cubicBezTo>
                  <a:cubicBezTo>
                    <a:pt x="6624" y="9216"/>
                    <a:pt x="6893" y="9179"/>
                    <a:pt x="7162" y="9104"/>
                  </a:cubicBezTo>
                  <a:cubicBezTo>
                    <a:pt x="8535" y="8715"/>
                    <a:pt x="9444" y="7342"/>
                    <a:pt x="9267" y="5932"/>
                  </a:cubicBezTo>
                  <a:cubicBezTo>
                    <a:pt x="9165" y="5069"/>
                    <a:pt x="8692" y="4299"/>
                    <a:pt x="7969" y="3826"/>
                  </a:cubicBezTo>
                  <a:cubicBezTo>
                    <a:pt x="7485" y="3506"/>
                    <a:pt x="6922" y="3339"/>
                    <a:pt x="6349" y="3339"/>
                  </a:cubicBezTo>
                  <a:close/>
                  <a:moveTo>
                    <a:pt x="5334" y="113"/>
                  </a:moveTo>
                  <a:cubicBezTo>
                    <a:pt x="5415" y="113"/>
                    <a:pt x="5488" y="165"/>
                    <a:pt x="5510" y="245"/>
                  </a:cubicBezTo>
                  <a:lnTo>
                    <a:pt x="5844" y="1284"/>
                  </a:lnTo>
                  <a:cubicBezTo>
                    <a:pt x="5881" y="1423"/>
                    <a:pt x="6011" y="1507"/>
                    <a:pt x="6141" y="1507"/>
                  </a:cubicBezTo>
                  <a:cubicBezTo>
                    <a:pt x="6210" y="1504"/>
                    <a:pt x="6279" y="1502"/>
                    <a:pt x="6348" y="1502"/>
                  </a:cubicBezTo>
                  <a:cubicBezTo>
                    <a:pt x="6687" y="1502"/>
                    <a:pt x="7025" y="1539"/>
                    <a:pt x="7356" y="1609"/>
                  </a:cubicBezTo>
                  <a:cubicBezTo>
                    <a:pt x="7377" y="1613"/>
                    <a:pt x="7397" y="1615"/>
                    <a:pt x="7417" y="1615"/>
                  </a:cubicBezTo>
                  <a:cubicBezTo>
                    <a:pt x="7528" y="1615"/>
                    <a:pt x="7636" y="1553"/>
                    <a:pt x="7690" y="1451"/>
                  </a:cubicBezTo>
                  <a:lnTo>
                    <a:pt x="8191" y="477"/>
                  </a:lnTo>
                  <a:cubicBezTo>
                    <a:pt x="8223" y="414"/>
                    <a:pt x="8289" y="377"/>
                    <a:pt x="8357" y="377"/>
                  </a:cubicBezTo>
                  <a:cubicBezTo>
                    <a:pt x="8389" y="377"/>
                    <a:pt x="8421" y="385"/>
                    <a:pt x="8451" y="403"/>
                  </a:cubicBezTo>
                  <a:lnTo>
                    <a:pt x="9945" y="1173"/>
                  </a:lnTo>
                  <a:cubicBezTo>
                    <a:pt x="10047" y="1228"/>
                    <a:pt x="10084" y="1340"/>
                    <a:pt x="10028" y="1433"/>
                  </a:cubicBezTo>
                  <a:lnTo>
                    <a:pt x="9527" y="2407"/>
                  </a:lnTo>
                  <a:cubicBezTo>
                    <a:pt x="9462" y="2527"/>
                    <a:pt x="9490" y="2676"/>
                    <a:pt x="9592" y="2768"/>
                  </a:cubicBezTo>
                  <a:cubicBezTo>
                    <a:pt x="9889" y="3047"/>
                    <a:pt x="10149" y="3353"/>
                    <a:pt x="10371" y="3696"/>
                  </a:cubicBezTo>
                  <a:cubicBezTo>
                    <a:pt x="10429" y="3790"/>
                    <a:pt x="10525" y="3838"/>
                    <a:pt x="10626" y="3838"/>
                  </a:cubicBezTo>
                  <a:cubicBezTo>
                    <a:pt x="10656" y="3838"/>
                    <a:pt x="10685" y="3834"/>
                    <a:pt x="10715" y="3826"/>
                  </a:cubicBezTo>
                  <a:lnTo>
                    <a:pt x="11763" y="3492"/>
                  </a:lnTo>
                  <a:cubicBezTo>
                    <a:pt x="11780" y="3489"/>
                    <a:pt x="11797" y="3486"/>
                    <a:pt x="11814" y="3486"/>
                  </a:cubicBezTo>
                  <a:cubicBezTo>
                    <a:pt x="11843" y="3486"/>
                    <a:pt x="11873" y="3493"/>
                    <a:pt x="11902" y="3511"/>
                  </a:cubicBezTo>
                  <a:cubicBezTo>
                    <a:pt x="11948" y="3529"/>
                    <a:pt x="11986" y="3575"/>
                    <a:pt x="12004" y="3622"/>
                  </a:cubicBezTo>
                  <a:lnTo>
                    <a:pt x="12505" y="5227"/>
                  </a:lnTo>
                  <a:cubicBezTo>
                    <a:pt x="12542" y="5329"/>
                    <a:pt x="12486" y="5440"/>
                    <a:pt x="12384" y="5468"/>
                  </a:cubicBezTo>
                  <a:lnTo>
                    <a:pt x="11345" y="5793"/>
                  </a:lnTo>
                  <a:cubicBezTo>
                    <a:pt x="11206" y="5839"/>
                    <a:pt x="11123" y="5960"/>
                    <a:pt x="11123" y="6099"/>
                  </a:cubicBezTo>
                  <a:cubicBezTo>
                    <a:pt x="11141" y="6507"/>
                    <a:pt x="11104" y="6915"/>
                    <a:pt x="11021" y="7305"/>
                  </a:cubicBezTo>
                  <a:cubicBezTo>
                    <a:pt x="10993" y="7444"/>
                    <a:pt x="11058" y="7583"/>
                    <a:pt x="11178" y="7648"/>
                  </a:cubicBezTo>
                  <a:lnTo>
                    <a:pt x="12153" y="8149"/>
                  </a:lnTo>
                  <a:cubicBezTo>
                    <a:pt x="12245" y="8195"/>
                    <a:pt x="12282" y="8316"/>
                    <a:pt x="12236" y="8409"/>
                  </a:cubicBezTo>
                  <a:lnTo>
                    <a:pt x="11457" y="9902"/>
                  </a:lnTo>
                  <a:cubicBezTo>
                    <a:pt x="11429" y="9949"/>
                    <a:pt x="11392" y="9986"/>
                    <a:pt x="11345" y="10004"/>
                  </a:cubicBezTo>
                  <a:cubicBezTo>
                    <a:pt x="11325" y="10008"/>
                    <a:pt x="11306" y="10010"/>
                    <a:pt x="11288" y="10010"/>
                  </a:cubicBezTo>
                  <a:cubicBezTo>
                    <a:pt x="11256" y="10010"/>
                    <a:pt x="11226" y="10003"/>
                    <a:pt x="11197" y="9986"/>
                  </a:cubicBezTo>
                  <a:lnTo>
                    <a:pt x="10232" y="9485"/>
                  </a:lnTo>
                  <a:cubicBezTo>
                    <a:pt x="10185" y="9461"/>
                    <a:pt x="10135" y="9450"/>
                    <a:pt x="10087" y="9450"/>
                  </a:cubicBezTo>
                  <a:cubicBezTo>
                    <a:pt x="10002" y="9450"/>
                    <a:pt x="9920" y="9485"/>
                    <a:pt x="9861" y="9550"/>
                  </a:cubicBezTo>
                  <a:cubicBezTo>
                    <a:pt x="9583" y="9846"/>
                    <a:pt x="9277" y="10106"/>
                    <a:pt x="8933" y="10329"/>
                  </a:cubicBezTo>
                  <a:cubicBezTo>
                    <a:pt x="8822" y="10403"/>
                    <a:pt x="8767" y="10542"/>
                    <a:pt x="8813" y="10681"/>
                  </a:cubicBezTo>
                  <a:lnTo>
                    <a:pt x="9138" y="11720"/>
                  </a:lnTo>
                  <a:cubicBezTo>
                    <a:pt x="9165" y="11813"/>
                    <a:pt x="9110" y="11924"/>
                    <a:pt x="9008" y="11952"/>
                  </a:cubicBezTo>
                  <a:lnTo>
                    <a:pt x="7403" y="12462"/>
                  </a:lnTo>
                  <a:cubicBezTo>
                    <a:pt x="7381" y="12470"/>
                    <a:pt x="7359" y="12474"/>
                    <a:pt x="7338" y="12474"/>
                  </a:cubicBezTo>
                  <a:cubicBezTo>
                    <a:pt x="7258" y="12474"/>
                    <a:pt x="7184" y="12422"/>
                    <a:pt x="7162" y="12342"/>
                  </a:cubicBezTo>
                  <a:lnTo>
                    <a:pt x="6837" y="11303"/>
                  </a:lnTo>
                  <a:cubicBezTo>
                    <a:pt x="6791" y="11173"/>
                    <a:pt x="6670" y="11090"/>
                    <a:pt x="6540" y="11090"/>
                  </a:cubicBezTo>
                  <a:lnTo>
                    <a:pt x="6531" y="11090"/>
                  </a:lnTo>
                  <a:cubicBezTo>
                    <a:pt x="6463" y="11093"/>
                    <a:pt x="6395" y="11094"/>
                    <a:pt x="6327" y="11094"/>
                  </a:cubicBezTo>
                  <a:cubicBezTo>
                    <a:pt x="5987" y="11094"/>
                    <a:pt x="5650" y="11056"/>
                    <a:pt x="5325" y="10978"/>
                  </a:cubicBezTo>
                  <a:cubicBezTo>
                    <a:pt x="5304" y="10974"/>
                    <a:pt x="5282" y="10972"/>
                    <a:pt x="5261" y="10972"/>
                  </a:cubicBezTo>
                  <a:cubicBezTo>
                    <a:pt x="5145" y="10972"/>
                    <a:pt x="5038" y="11035"/>
                    <a:pt x="4991" y="11145"/>
                  </a:cubicBezTo>
                  <a:lnTo>
                    <a:pt x="4481" y="12110"/>
                  </a:lnTo>
                  <a:cubicBezTo>
                    <a:pt x="4462" y="12156"/>
                    <a:pt x="4425" y="12193"/>
                    <a:pt x="4369" y="12203"/>
                  </a:cubicBezTo>
                  <a:cubicBezTo>
                    <a:pt x="4352" y="12210"/>
                    <a:pt x="4333" y="12213"/>
                    <a:pt x="4314" y="12213"/>
                  </a:cubicBezTo>
                  <a:cubicBezTo>
                    <a:pt x="4283" y="12213"/>
                    <a:pt x="4253" y="12205"/>
                    <a:pt x="4230" y="12193"/>
                  </a:cubicBezTo>
                  <a:lnTo>
                    <a:pt x="2727" y="11414"/>
                  </a:lnTo>
                  <a:cubicBezTo>
                    <a:pt x="2681" y="11386"/>
                    <a:pt x="2644" y="11349"/>
                    <a:pt x="2635" y="11303"/>
                  </a:cubicBezTo>
                  <a:cubicBezTo>
                    <a:pt x="2616" y="11247"/>
                    <a:pt x="2625" y="11201"/>
                    <a:pt x="2644" y="11154"/>
                  </a:cubicBezTo>
                  <a:lnTo>
                    <a:pt x="3145" y="10190"/>
                  </a:lnTo>
                  <a:cubicBezTo>
                    <a:pt x="3210" y="10060"/>
                    <a:pt x="3191" y="9911"/>
                    <a:pt x="3089" y="9819"/>
                  </a:cubicBezTo>
                  <a:cubicBezTo>
                    <a:pt x="2783" y="9550"/>
                    <a:pt x="2523" y="9234"/>
                    <a:pt x="2310" y="8891"/>
                  </a:cubicBezTo>
                  <a:cubicBezTo>
                    <a:pt x="2254" y="8806"/>
                    <a:pt x="2154" y="8754"/>
                    <a:pt x="2053" y="8754"/>
                  </a:cubicBezTo>
                  <a:cubicBezTo>
                    <a:pt x="2021" y="8754"/>
                    <a:pt x="1989" y="8759"/>
                    <a:pt x="1957" y="8770"/>
                  </a:cubicBezTo>
                  <a:lnTo>
                    <a:pt x="918" y="9095"/>
                  </a:lnTo>
                  <a:cubicBezTo>
                    <a:pt x="898" y="9102"/>
                    <a:pt x="878" y="9106"/>
                    <a:pt x="858" y="9106"/>
                  </a:cubicBezTo>
                  <a:cubicBezTo>
                    <a:pt x="776" y="9106"/>
                    <a:pt x="700" y="9049"/>
                    <a:pt x="677" y="8974"/>
                  </a:cubicBezTo>
                  <a:lnTo>
                    <a:pt x="167" y="7360"/>
                  </a:lnTo>
                  <a:cubicBezTo>
                    <a:pt x="130" y="7258"/>
                    <a:pt x="195" y="7156"/>
                    <a:pt x="288" y="7119"/>
                  </a:cubicBezTo>
                  <a:lnTo>
                    <a:pt x="1327" y="6794"/>
                  </a:lnTo>
                  <a:cubicBezTo>
                    <a:pt x="1466" y="6748"/>
                    <a:pt x="1549" y="6627"/>
                    <a:pt x="1549" y="6488"/>
                  </a:cubicBezTo>
                  <a:cubicBezTo>
                    <a:pt x="1531" y="6080"/>
                    <a:pt x="1568" y="5672"/>
                    <a:pt x="1651" y="5282"/>
                  </a:cubicBezTo>
                  <a:cubicBezTo>
                    <a:pt x="1679" y="5143"/>
                    <a:pt x="1614" y="5004"/>
                    <a:pt x="1494" y="4948"/>
                  </a:cubicBezTo>
                  <a:lnTo>
                    <a:pt x="520" y="4438"/>
                  </a:lnTo>
                  <a:cubicBezTo>
                    <a:pt x="473" y="4420"/>
                    <a:pt x="445" y="4383"/>
                    <a:pt x="427" y="4327"/>
                  </a:cubicBezTo>
                  <a:cubicBezTo>
                    <a:pt x="417" y="4280"/>
                    <a:pt x="417" y="4225"/>
                    <a:pt x="445" y="4178"/>
                  </a:cubicBezTo>
                  <a:lnTo>
                    <a:pt x="1215" y="2685"/>
                  </a:lnTo>
                  <a:cubicBezTo>
                    <a:pt x="1243" y="2639"/>
                    <a:pt x="1280" y="2601"/>
                    <a:pt x="1336" y="2592"/>
                  </a:cubicBezTo>
                  <a:cubicBezTo>
                    <a:pt x="1354" y="2585"/>
                    <a:pt x="1371" y="2582"/>
                    <a:pt x="1389" y="2582"/>
                  </a:cubicBezTo>
                  <a:cubicBezTo>
                    <a:pt x="1418" y="2582"/>
                    <a:pt x="1446" y="2590"/>
                    <a:pt x="1475" y="2601"/>
                  </a:cubicBezTo>
                  <a:lnTo>
                    <a:pt x="2449" y="3102"/>
                  </a:lnTo>
                  <a:cubicBezTo>
                    <a:pt x="2494" y="3126"/>
                    <a:pt x="2542" y="3138"/>
                    <a:pt x="2590" y="3138"/>
                  </a:cubicBezTo>
                  <a:cubicBezTo>
                    <a:pt x="2672" y="3138"/>
                    <a:pt x="2752" y="3105"/>
                    <a:pt x="2811" y="3047"/>
                  </a:cubicBezTo>
                  <a:cubicBezTo>
                    <a:pt x="3089" y="2741"/>
                    <a:pt x="3395" y="2481"/>
                    <a:pt x="3739" y="2258"/>
                  </a:cubicBezTo>
                  <a:cubicBezTo>
                    <a:pt x="3859" y="2184"/>
                    <a:pt x="3906" y="2045"/>
                    <a:pt x="3868" y="1915"/>
                  </a:cubicBezTo>
                  <a:lnTo>
                    <a:pt x="3534" y="876"/>
                  </a:lnTo>
                  <a:cubicBezTo>
                    <a:pt x="3525" y="820"/>
                    <a:pt x="3525" y="774"/>
                    <a:pt x="3553" y="728"/>
                  </a:cubicBezTo>
                  <a:cubicBezTo>
                    <a:pt x="3572" y="681"/>
                    <a:pt x="3609" y="644"/>
                    <a:pt x="3664" y="635"/>
                  </a:cubicBezTo>
                  <a:lnTo>
                    <a:pt x="5269" y="125"/>
                  </a:lnTo>
                  <a:cubicBezTo>
                    <a:pt x="5291" y="117"/>
                    <a:pt x="5313" y="113"/>
                    <a:pt x="5334" y="113"/>
                  </a:cubicBezTo>
                  <a:close/>
                  <a:moveTo>
                    <a:pt x="5330" y="1"/>
                  </a:moveTo>
                  <a:cubicBezTo>
                    <a:pt x="5300" y="1"/>
                    <a:pt x="5270" y="5"/>
                    <a:pt x="5241" y="13"/>
                  </a:cubicBezTo>
                  <a:lnTo>
                    <a:pt x="3627" y="523"/>
                  </a:lnTo>
                  <a:cubicBezTo>
                    <a:pt x="3553" y="551"/>
                    <a:pt x="3488" y="598"/>
                    <a:pt x="3451" y="672"/>
                  </a:cubicBezTo>
                  <a:cubicBezTo>
                    <a:pt x="3405" y="746"/>
                    <a:pt x="3405" y="830"/>
                    <a:pt x="3423" y="913"/>
                  </a:cubicBezTo>
                  <a:lnTo>
                    <a:pt x="3757" y="1952"/>
                  </a:lnTo>
                  <a:cubicBezTo>
                    <a:pt x="3785" y="2036"/>
                    <a:pt x="3748" y="2119"/>
                    <a:pt x="3683" y="2165"/>
                  </a:cubicBezTo>
                  <a:cubicBezTo>
                    <a:pt x="3330" y="2388"/>
                    <a:pt x="3006" y="2657"/>
                    <a:pt x="2727" y="2963"/>
                  </a:cubicBezTo>
                  <a:cubicBezTo>
                    <a:pt x="2693" y="3003"/>
                    <a:pt x="2645" y="3022"/>
                    <a:pt x="2596" y="3022"/>
                  </a:cubicBezTo>
                  <a:cubicBezTo>
                    <a:pt x="2565" y="3022"/>
                    <a:pt x="2533" y="3015"/>
                    <a:pt x="2505" y="3000"/>
                  </a:cubicBezTo>
                  <a:lnTo>
                    <a:pt x="1531" y="2499"/>
                  </a:lnTo>
                  <a:cubicBezTo>
                    <a:pt x="1486" y="2477"/>
                    <a:pt x="1437" y="2465"/>
                    <a:pt x="1390" y="2465"/>
                  </a:cubicBezTo>
                  <a:cubicBezTo>
                    <a:pt x="1359" y="2465"/>
                    <a:pt x="1328" y="2470"/>
                    <a:pt x="1299" y="2481"/>
                  </a:cubicBezTo>
                  <a:cubicBezTo>
                    <a:pt x="1225" y="2499"/>
                    <a:pt x="1160" y="2555"/>
                    <a:pt x="1123" y="2629"/>
                  </a:cubicBezTo>
                  <a:lnTo>
                    <a:pt x="343" y="4132"/>
                  </a:lnTo>
                  <a:cubicBezTo>
                    <a:pt x="306" y="4206"/>
                    <a:pt x="297" y="4290"/>
                    <a:pt x="315" y="4364"/>
                  </a:cubicBezTo>
                  <a:cubicBezTo>
                    <a:pt x="343" y="4447"/>
                    <a:pt x="399" y="4503"/>
                    <a:pt x="473" y="4550"/>
                  </a:cubicBezTo>
                  <a:lnTo>
                    <a:pt x="1438" y="5050"/>
                  </a:lnTo>
                  <a:cubicBezTo>
                    <a:pt x="1512" y="5088"/>
                    <a:pt x="1559" y="5171"/>
                    <a:pt x="1540" y="5255"/>
                  </a:cubicBezTo>
                  <a:cubicBezTo>
                    <a:pt x="1447" y="5663"/>
                    <a:pt x="1410" y="6080"/>
                    <a:pt x="1429" y="6498"/>
                  </a:cubicBezTo>
                  <a:cubicBezTo>
                    <a:pt x="1438" y="6581"/>
                    <a:pt x="1382" y="6655"/>
                    <a:pt x="1299" y="6683"/>
                  </a:cubicBezTo>
                  <a:lnTo>
                    <a:pt x="260" y="7008"/>
                  </a:lnTo>
                  <a:cubicBezTo>
                    <a:pt x="93" y="7063"/>
                    <a:pt x="0" y="7230"/>
                    <a:pt x="56" y="7397"/>
                  </a:cubicBezTo>
                  <a:lnTo>
                    <a:pt x="566" y="9002"/>
                  </a:lnTo>
                  <a:cubicBezTo>
                    <a:pt x="604" y="9138"/>
                    <a:pt x="728" y="9219"/>
                    <a:pt x="863" y="9219"/>
                  </a:cubicBezTo>
                  <a:cubicBezTo>
                    <a:pt x="894" y="9219"/>
                    <a:pt x="925" y="9215"/>
                    <a:pt x="956" y="9206"/>
                  </a:cubicBezTo>
                  <a:lnTo>
                    <a:pt x="1995" y="8882"/>
                  </a:lnTo>
                  <a:cubicBezTo>
                    <a:pt x="2016" y="8875"/>
                    <a:pt x="2037" y="8871"/>
                    <a:pt x="2058" y="8871"/>
                  </a:cubicBezTo>
                  <a:cubicBezTo>
                    <a:pt x="2118" y="8871"/>
                    <a:pt x="2173" y="8901"/>
                    <a:pt x="2208" y="8956"/>
                  </a:cubicBezTo>
                  <a:cubicBezTo>
                    <a:pt x="2431" y="9299"/>
                    <a:pt x="2700" y="9624"/>
                    <a:pt x="3006" y="9902"/>
                  </a:cubicBezTo>
                  <a:cubicBezTo>
                    <a:pt x="3071" y="9958"/>
                    <a:pt x="3080" y="10051"/>
                    <a:pt x="3043" y="10134"/>
                  </a:cubicBezTo>
                  <a:lnTo>
                    <a:pt x="2542" y="11099"/>
                  </a:lnTo>
                  <a:cubicBezTo>
                    <a:pt x="2505" y="11173"/>
                    <a:pt x="2495" y="11257"/>
                    <a:pt x="2523" y="11331"/>
                  </a:cubicBezTo>
                  <a:cubicBezTo>
                    <a:pt x="2542" y="11414"/>
                    <a:pt x="2598" y="11479"/>
                    <a:pt x="2672" y="11516"/>
                  </a:cubicBezTo>
                  <a:lnTo>
                    <a:pt x="4175" y="12296"/>
                  </a:lnTo>
                  <a:cubicBezTo>
                    <a:pt x="4218" y="12317"/>
                    <a:pt x="4265" y="12326"/>
                    <a:pt x="4311" y="12326"/>
                  </a:cubicBezTo>
                  <a:cubicBezTo>
                    <a:pt x="4343" y="12326"/>
                    <a:pt x="4376" y="12322"/>
                    <a:pt x="4406" y="12314"/>
                  </a:cubicBezTo>
                  <a:cubicBezTo>
                    <a:pt x="4490" y="12286"/>
                    <a:pt x="4546" y="12231"/>
                    <a:pt x="4592" y="12156"/>
                  </a:cubicBezTo>
                  <a:lnTo>
                    <a:pt x="5093" y="11192"/>
                  </a:lnTo>
                  <a:cubicBezTo>
                    <a:pt x="5125" y="11128"/>
                    <a:pt x="5190" y="11085"/>
                    <a:pt x="5260" y="11085"/>
                  </a:cubicBezTo>
                  <a:cubicBezTo>
                    <a:pt x="5272" y="11085"/>
                    <a:pt x="5285" y="11087"/>
                    <a:pt x="5297" y="11090"/>
                  </a:cubicBezTo>
                  <a:cubicBezTo>
                    <a:pt x="5637" y="11167"/>
                    <a:pt x="5984" y="11206"/>
                    <a:pt x="6331" y="11206"/>
                  </a:cubicBezTo>
                  <a:cubicBezTo>
                    <a:pt x="6401" y="11206"/>
                    <a:pt x="6471" y="11204"/>
                    <a:pt x="6540" y="11201"/>
                  </a:cubicBezTo>
                  <a:cubicBezTo>
                    <a:pt x="6624" y="11201"/>
                    <a:pt x="6698" y="11257"/>
                    <a:pt x="6726" y="11340"/>
                  </a:cubicBezTo>
                  <a:lnTo>
                    <a:pt x="7050" y="12379"/>
                  </a:lnTo>
                  <a:cubicBezTo>
                    <a:pt x="7097" y="12509"/>
                    <a:pt x="7217" y="12592"/>
                    <a:pt x="7347" y="12592"/>
                  </a:cubicBezTo>
                  <a:cubicBezTo>
                    <a:pt x="7375" y="12592"/>
                    <a:pt x="7403" y="12583"/>
                    <a:pt x="7440" y="12583"/>
                  </a:cubicBezTo>
                  <a:lnTo>
                    <a:pt x="9045" y="12073"/>
                  </a:lnTo>
                  <a:cubicBezTo>
                    <a:pt x="9212" y="12017"/>
                    <a:pt x="9295" y="11850"/>
                    <a:pt x="9249" y="11683"/>
                  </a:cubicBezTo>
                  <a:lnTo>
                    <a:pt x="8924" y="10644"/>
                  </a:lnTo>
                  <a:cubicBezTo>
                    <a:pt x="8896" y="10561"/>
                    <a:pt x="8924" y="10477"/>
                    <a:pt x="8998" y="10431"/>
                  </a:cubicBezTo>
                  <a:cubicBezTo>
                    <a:pt x="9342" y="10208"/>
                    <a:pt x="9666" y="9939"/>
                    <a:pt x="9945" y="9633"/>
                  </a:cubicBezTo>
                  <a:cubicBezTo>
                    <a:pt x="9979" y="9593"/>
                    <a:pt x="10032" y="9570"/>
                    <a:pt x="10085" y="9570"/>
                  </a:cubicBezTo>
                  <a:cubicBezTo>
                    <a:pt x="10117" y="9570"/>
                    <a:pt x="10149" y="9578"/>
                    <a:pt x="10177" y="9596"/>
                  </a:cubicBezTo>
                  <a:lnTo>
                    <a:pt x="11141" y="10097"/>
                  </a:lnTo>
                  <a:cubicBezTo>
                    <a:pt x="11186" y="10119"/>
                    <a:pt x="11235" y="10132"/>
                    <a:pt x="11282" y="10132"/>
                  </a:cubicBezTo>
                  <a:cubicBezTo>
                    <a:pt x="11313" y="10132"/>
                    <a:pt x="11344" y="10126"/>
                    <a:pt x="11373" y="10115"/>
                  </a:cubicBezTo>
                  <a:cubicBezTo>
                    <a:pt x="11457" y="10088"/>
                    <a:pt x="11522" y="10032"/>
                    <a:pt x="11559" y="9967"/>
                  </a:cubicBezTo>
                  <a:lnTo>
                    <a:pt x="12338" y="8464"/>
                  </a:lnTo>
                  <a:cubicBezTo>
                    <a:pt x="12412" y="8316"/>
                    <a:pt x="12357" y="8130"/>
                    <a:pt x="12208" y="8047"/>
                  </a:cubicBezTo>
                  <a:lnTo>
                    <a:pt x="11234" y="7546"/>
                  </a:lnTo>
                  <a:cubicBezTo>
                    <a:pt x="11160" y="7509"/>
                    <a:pt x="11123" y="7416"/>
                    <a:pt x="11141" y="7342"/>
                  </a:cubicBezTo>
                  <a:cubicBezTo>
                    <a:pt x="11225" y="6934"/>
                    <a:pt x="11262" y="6516"/>
                    <a:pt x="11243" y="6099"/>
                  </a:cubicBezTo>
                  <a:cubicBezTo>
                    <a:pt x="11243" y="6015"/>
                    <a:pt x="11299" y="5941"/>
                    <a:pt x="11383" y="5913"/>
                  </a:cubicBezTo>
                  <a:lnTo>
                    <a:pt x="12422" y="5588"/>
                  </a:lnTo>
                  <a:cubicBezTo>
                    <a:pt x="12579" y="5533"/>
                    <a:pt x="12672" y="5357"/>
                    <a:pt x="12616" y="5199"/>
                  </a:cubicBezTo>
                  <a:lnTo>
                    <a:pt x="12115" y="3585"/>
                  </a:lnTo>
                  <a:cubicBezTo>
                    <a:pt x="12088" y="3511"/>
                    <a:pt x="12032" y="3446"/>
                    <a:pt x="11958" y="3408"/>
                  </a:cubicBezTo>
                  <a:cubicBezTo>
                    <a:pt x="11913" y="3386"/>
                    <a:pt x="11864" y="3374"/>
                    <a:pt x="11817" y="3374"/>
                  </a:cubicBezTo>
                  <a:cubicBezTo>
                    <a:pt x="11786" y="3374"/>
                    <a:pt x="11755" y="3379"/>
                    <a:pt x="11726" y="3390"/>
                  </a:cubicBezTo>
                  <a:lnTo>
                    <a:pt x="10687" y="3715"/>
                  </a:lnTo>
                  <a:cubicBezTo>
                    <a:pt x="10668" y="3721"/>
                    <a:pt x="10648" y="3724"/>
                    <a:pt x="10629" y="3724"/>
                  </a:cubicBezTo>
                  <a:cubicBezTo>
                    <a:pt x="10563" y="3724"/>
                    <a:pt x="10500" y="3690"/>
                    <a:pt x="10464" y="3640"/>
                  </a:cubicBezTo>
                  <a:cubicBezTo>
                    <a:pt x="10242" y="3288"/>
                    <a:pt x="9972" y="2972"/>
                    <a:pt x="9666" y="2685"/>
                  </a:cubicBezTo>
                  <a:cubicBezTo>
                    <a:pt x="9611" y="2629"/>
                    <a:pt x="9592" y="2536"/>
                    <a:pt x="9629" y="2462"/>
                  </a:cubicBezTo>
                  <a:lnTo>
                    <a:pt x="10130" y="1488"/>
                  </a:lnTo>
                  <a:cubicBezTo>
                    <a:pt x="10214" y="1340"/>
                    <a:pt x="10158" y="1154"/>
                    <a:pt x="10000" y="1080"/>
                  </a:cubicBezTo>
                  <a:lnTo>
                    <a:pt x="8507" y="301"/>
                  </a:lnTo>
                  <a:cubicBezTo>
                    <a:pt x="8459" y="276"/>
                    <a:pt x="8409" y="264"/>
                    <a:pt x="8361" y="264"/>
                  </a:cubicBezTo>
                  <a:cubicBezTo>
                    <a:pt x="8247" y="264"/>
                    <a:pt x="8141" y="327"/>
                    <a:pt x="8089" y="431"/>
                  </a:cubicBezTo>
                  <a:lnTo>
                    <a:pt x="7588" y="1395"/>
                  </a:lnTo>
                  <a:cubicBezTo>
                    <a:pt x="7549" y="1459"/>
                    <a:pt x="7483" y="1502"/>
                    <a:pt x="7412" y="1502"/>
                  </a:cubicBezTo>
                  <a:cubicBezTo>
                    <a:pt x="7400" y="1502"/>
                    <a:pt x="7387" y="1500"/>
                    <a:pt x="7375" y="1497"/>
                  </a:cubicBezTo>
                  <a:cubicBezTo>
                    <a:pt x="7043" y="1420"/>
                    <a:pt x="6697" y="1382"/>
                    <a:pt x="6350" y="1382"/>
                  </a:cubicBezTo>
                  <a:cubicBezTo>
                    <a:pt x="6280" y="1382"/>
                    <a:pt x="6211" y="1383"/>
                    <a:pt x="6141" y="1386"/>
                  </a:cubicBezTo>
                  <a:cubicBezTo>
                    <a:pt x="6058" y="1386"/>
                    <a:pt x="5974" y="1340"/>
                    <a:pt x="5956" y="1256"/>
                  </a:cubicBezTo>
                  <a:lnTo>
                    <a:pt x="5622" y="217"/>
                  </a:lnTo>
                  <a:cubicBezTo>
                    <a:pt x="5584" y="81"/>
                    <a:pt x="5460" y="1"/>
                    <a:pt x="5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3">
              <a:extLst>
                <a:ext uri="{FF2B5EF4-FFF2-40B4-BE49-F238E27FC236}">
                  <a16:creationId xmlns:a16="http://schemas.microsoft.com/office/drawing/2014/main" id="{74F71D1B-7778-B93E-FCF5-48CA5BC3BD44}"/>
                </a:ext>
              </a:extLst>
            </p:cNvPr>
            <p:cNvSpPr/>
            <p:nvPr/>
          </p:nvSpPr>
          <p:spPr>
            <a:xfrm>
              <a:off x="2050775" y="2414100"/>
              <a:ext cx="126425" cy="126275"/>
            </a:xfrm>
            <a:custGeom>
              <a:avLst/>
              <a:gdLst/>
              <a:ahLst/>
              <a:cxnLst/>
              <a:rect l="l" t="t" r="r" b="b"/>
              <a:pathLst>
                <a:path w="5057" h="5051" extrusionOk="0">
                  <a:moveTo>
                    <a:pt x="2540" y="1452"/>
                  </a:moveTo>
                  <a:cubicBezTo>
                    <a:pt x="2602" y="1452"/>
                    <a:pt x="2665" y="1458"/>
                    <a:pt x="2728" y="1469"/>
                  </a:cubicBezTo>
                  <a:cubicBezTo>
                    <a:pt x="3034" y="1534"/>
                    <a:pt x="3303" y="1720"/>
                    <a:pt x="3452" y="1989"/>
                  </a:cubicBezTo>
                  <a:cubicBezTo>
                    <a:pt x="3609" y="2258"/>
                    <a:pt x="3637" y="2583"/>
                    <a:pt x="3535" y="2879"/>
                  </a:cubicBezTo>
                  <a:cubicBezTo>
                    <a:pt x="3382" y="3306"/>
                    <a:pt x="2971" y="3586"/>
                    <a:pt x="2537" y="3586"/>
                  </a:cubicBezTo>
                  <a:cubicBezTo>
                    <a:pt x="2471" y="3586"/>
                    <a:pt x="2405" y="3579"/>
                    <a:pt x="2338" y="3566"/>
                  </a:cubicBezTo>
                  <a:cubicBezTo>
                    <a:pt x="2032" y="3510"/>
                    <a:pt x="1763" y="3325"/>
                    <a:pt x="1606" y="3046"/>
                  </a:cubicBezTo>
                  <a:cubicBezTo>
                    <a:pt x="1448" y="2777"/>
                    <a:pt x="1420" y="2453"/>
                    <a:pt x="1531" y="2156"/>
                  </a:cubicBezTo>
                  <a:cubicBezTo>
                    <a:pt x="1678" y="1733"/>
                    <a:pt x="2095" y="1452"/>
                    <a:pt x="2540" y="1452"/>
                  </a:cubicBezTo>
                  <a:close/>
                  <a:moveTo>
                    <a:pt x="2538" y="1339"/>
                  </a:moveTo>
                  <a:cubicBezTo>
                    <a:pt x="2047" y="1339"/>
                    <a:pt x="1591" y="1647"/>
                    <a:pt x="1420" y="2119"/>
                  </a:cubicBezTo>
                  <a:cubicBezTo>
                    <a:pt x="1299" y="2443"/>
                    <a:pt x="1336" y="2805"/>
                    <a:pt x="1503" y="3111"/>
                  </a:cubicBezTo>
                  <a:cubicBezTo>
                    <a:pt x="1680" y="3408"/>
                    <a:pt x="1977" y="3622"/>
                    <a:pt x="2320" y="3687"/>
                  </a:cubicBezTo>
                  <a:cubicBezTo>
                    <a:pt x="2385" y="3696"/>
                    <a:pt x="2459" y="3705"/>
                    <a:pt x="2533" y="3705"/>
                  </a:cubicBezTo>
                  <a:cubicBezTo>
                    <a:pt x="3016" y="3705"/>
                    <a:pt x="3470" y="3390"/>
                    <a:pt x="3646" y="2917"/>
                  </a:cubicBezTo>
                  <a:cubicBezTo>
                    <a:pt x="3758" y="2592"/>
                    <a:pt x="3730" y="2230"/>
                    <a:pt x="3554" y="1933"/>
                  </a:cubicBezTo>
                  <a:cubicBezTo>
                    <a:pt x="3387" y="1636"/>
                    <a:pt x="3090" y="1423"/>
                    <a:pt x="2747" y="1358"/>
                  </a:cubicBezTo>
                  <a:cubicBezTo>
                    <a:pt x="2677" y="1346"/>
                    <a:pt x="2607" y="1339"/>
                    <a:pt x="2538" y="1339"/>
                  </a:cubicBezTo>
                  <a:close/>
                  <a:moveTo>
                    <a:pt x="2580" y="115"/>
                  </a:moveTo>
                  <a:lnTo>
                    <a:pt x="3229" y="226"/>
                  </a:lnTo>
                  <a:cubicBezTo>
                    <a:pt x="3247" y="226"/>
                    <a:pt x="3266" y="245"/>
                    <a:pt x="3257" y="273"/>
                  </a:cubicBezTo>
                  <a:lnTo>
                    <a:pt x="3192" y="690"/>
                  </a:lnTo>
                  <a:cubicBezTo>
                    <a:pt x="3183" y="755"/>
                    <a:pt x="3220" y="829"/>
                    <a:pt x="3275" y="857"/>
                  </a:cubicBezTo>
                  <a:cubicBezTo>
                    <a:pt x="3424" y="922"/>
                    <a:pt x="3554" y="996"/>
                    <a:pt x="3674" y="1098"/>
                  </a:cubicBezTo>
                  <a:cubicBezTo>
                    <a:pt x="3702" y="1122"/>
                    <a:pt x="3735" y="1133"/>
                    <a:pt x="3767" y="1133"/>
                  </a:cubicBezTo>
                  <a:cubicBezTo>
                    <a:pt x="3799" y="1133"/>
                    <a:pt x="3832" y="1122"/>
                    <a:pt x="3860" y="1098"/>
                  </a:cubicBezTo>
                  <a:lnTo>
                    <a:pt x="4212" y="848"/>
                  </a:lnTo>
                  <a:lnTo>
                    <a:pt x="4240" y="848"/>
                  </a:lnTo>
                  <a:cubicBezTo>
                    <a:pt x="4249" y="848"/>
                    <a:pt x="4259" y="857"/>
                    <a:pt x="4259" y="857"/>
                  </a:cubicBezTo>
                  <a:lnTo>
                    <a:pt x="4648" y="1395"/>
                  </a:lnTo>
                  <a:cubicBezTo>
                    <a:pt x="4658" y="1404"/>
                    <a:pt x="4658" y="1414"/>
                    <a:pt x="4658" y="1423"/>
                  </a:cubicBezTo>
                  <a:cubicBezTo>
                    <a:pt x="4658" y="1432"/>
                    <a:pt x="4648" y="1442"/>
                    <a:pt x="4639" y="1451"/>
                  </a:cubicBezTo>
                  <a:lnTo>
                    <a:pt x="4296" y="1701"/>
                  </a:lnTo>
                  <a:cubicBezTo>
                    <a:pt x="4240" y="1738"/>
                    <a:pt x="4212" y="1813"/>
                    <a:pt x="4240" y="1878"/>
                  </a:cubicBezTo>
                  <a:cubicBezTo>
                    <a:pt x="4296" y="2026"/>
                    <a:pt x="4333" y="2174"/>
                    <a:pt x="4351" y="2332"/>
                  </a:cubicBezTo>
                  <a:cubicBezTo>
                    <a:pt x="4351" y="2397"/>
                    <a:pt x="4407" y="2453"/>
                    <a:pt x="4481" y="2462"/>
                  </a:cubicBezTo>
                  <a:lnTo>
                    <a:pt x="4899" y="2536"/>
                  </a:lnTo>
                  <a:cubicBezTo>
                    <a:pt x="4917" y="2536"/>
                    <a:pt x="4936" y="2555"/>
                    <a:pt x="4927" y="2573"/>
                  </a:cubicBezTo>
                  <a:lnTo>
                    <a:pt x="4825" y="3223"/>
                  </a:lnTo>
                  <a:cubicBezTo>
                    <a:pt x="4825" y="3241"/>
                    <a:pt x="4815" y="3251"/>
                    <a:pt x="4806" y="3251"/>
                  </a:cubicBezTo>
                  <a:cubicBezTo>
                    <a:pt x="4797" y="3260"/>
                    <a:pt x="4787" y="3260"/>
                    <a:pt x="4778" y="3260"/>
                  </a:cubicBezTo>
                  <a:lnTo>
                    <a:pt x="4361" y="3195"/>
                  </a:lnTo>
                  <a:cubicBezTo>
                    <a:pt x="4349" y="3192"/>
                    <a:pt x="4338" y="3190"/>
                    <a:pt x="4326" y="3190"/>
                  </a:cubicBezTo>
                  <a:cubicBezTo>
                    <a:pt x="4271" y="3190"/>
                    <a:pt x="4217" y="3225"/>
                    <a:pt x="4194" y="3278"/>
                  </a:cubicBezTo>
                  <a:cubicBezTo>
                    <a:pt x="4129" y="3418"/>
                    <a:pt x="4045" y="3557"/>
                    <a:pt x="3953" y="3677"/>
                  </a:cubicBezTo>
                  <a:cubicBezTo>
                    <a:pt x="3906" y="3733"/>
                    <a:pt x="3906" y="3807"/>
                    <a:pt x="3953" y="3863"/>
                  </a:cubicBezTo>
                  <a:lnTo>
                    <a:pt x="4194" y="4206"/>
                  </a:lnTo>
                  <a:cubicBezTo>
                    <a:pt x="4212" y="4225"/>
                    <a:pt x="4203" y="4252"/>
                    <a:pt x="4184" y="4262"/>
                  </a:cubicBezTo>
                  <a:lnTo>
                    <a:pt x="3656" y="4651"/>
                  </a:lnTo>
                  <a:cubicBezTo>
                    <a:pt x="3648" y="4655"/>
                    <a:pt x="3639" y="4657"/>
                    <a:pt x="3630" y="4657"/>
                  </a:cubicBezTo>
                  <a:cubicBezTo>
                    <a:pt x="3617" y="4657"/>
                    <a:pt x="3605" y="4653"/>
                    <a:pt x="3600" y="4642"/>
                  </a:cubicBezTo>
                  <a:lnTo>
                    <a:pt x="3350" y="4299"/>
                  </a:lnTo>
                  <a:cubicBezTo>
                    <a:pt x="3324" y="4253"/>
                    <a:pt x="3279" y="4231"/>
                    <a:pt x="3233" y="4231"/>
                  </a:cubicBezTo>
                  <a:cubicBezTo>
                    <a:pt x="3213" y="4231"/>
                    <a:pt x="3193" y="4235"/>
                    <a:pt x="3173" y="4243"/>
                  </a:cubicBezTo>
                  <a:cubicBezTo>
                    <a:pt x="3025" y="4299"/>
                    <a:pt x="2876" y="4336"/>
                    <a:pt x="2719" y="4345"/>
                  </a:cubicBezTo>
                  <a:cubicBezTo>
                    <a:pt x="2654" y="4354"/>
                    <a:pt x="2598" y="4410"/>
                    <a:pt x="2580" y="4475"/>
                  </a:cubicBezTo>
                  <a:lnTo>
                    <a:pt x="2515" y="4902"/>
                  </a:lnTo>
                  <a:cubicBezTo>
                    <a:pt x="2515" y="4911"/>
                    <a:pt x="2505" y="4920"/>
                    <a:pt x="2496" y="4920"/>
                  </a:cubicBezTo>
                  <a:cubicBezTo>
                    <a:pt x="2496" y="4930"/>
                    <a:pt x="2478" y="4930"/>
                    <a:pt x="2468" y="4930"/>
                  </a:cubicBezTo>
                  <a:lnTo>
                    <a:pt x="1819" y="4828"/>
                  </a:lnTo>
                  <a:cubicBezTo>
                    <a:pt x="1810" y="4828"/>
                    <a:pt x="1800" y="4818"/>
                    <a:pt x="1800" y="4809"/>
                  </a:cubicBezTo>
                  <a:cubicBezTo>
                    <a:pt x="1791" y="4800"/>
                    <a:pt x="1791" y="4790"/>
                    <a:pt x="1791" y="4781"/>
                  </a:cubicBezTo>
                  <a:lnTo>
                    <a:pt x="1856" y="4364"/>
                  </a:lnTo>
                  <a:cubicBezTo>
                    <a:pt x="1865" y="4290"/>
                    <a:pt x="1828" y="4225"/>
                    <a:pt x="1772" y="4197"/>
                  </a:cubicBezTo>
                  <a:cubicBezTo>
                    <a:pt x="1624" y="4132"/>
                    <a:pt x="1494" y="4048"/>
                    <a:pt x="1374" y="3956"/>
                  </a:cubicBezTo>
                  <a:cubicBezTo>
                    <a:pt x="1346" y="3928"/>
                    <a:pt x="1309" y="3918"/>
                    <a:pt x="1281" y="3918"/>
                  </a:cubicBezTo>
                  <a:cubicBezTo>
                    <a:pt x="1244" y="3918"/>
                    <a:pt x="1216" y="3928"/>
                    <a:pt x="1188" y="3946"/>
                  </a:cubicBezTo>
                  <a:lnTo>
                    <a:pt x="845" y="4197"/>
                  </a:lnTo>
                  <a:cubicBezTo>
                    <a:pt x="836" y="4206"/>
                    <a:pt x="817" y="4206"/>
                    <a:pt x="808" y="4206"/>
                  </a:cubicBezTo>
                  <a:cubicBezTo>
                    <a:pt x="798" y="4206"/>
                    <a:pt x="789" y="4197"/>
                    <a:pt x="789" y="4187"/>
                  </a:cubicBezTo>
                  <a:lnTo>
                    <a:pt x="400" y="3659"/>
                  </a:lnTo>
                  <a:cubicBezTo>
                    <a:pt x="390" y="3649"/>
                    <a:pt x="390" y="3640"/>
                    <a:pt x="390" y="3631"/>
                  </a:cubicBezTo>
                  <a:cubicBezTo>
                    <a:pt x="390" y="3612"/>
                    <a:pt x="400" y="3603"/>
                    <a:pt x="409" y="3603"/>
                  </a:cubicBezTo>
                  <a:lnTo>
                    <a:pt x="752" y="3353"/>
                  </a:lnTo>
                  <a:cubicBezTo>
                    <a:pt x="808" y="3306"/>
                    <a:pt x="836" y="3241"/>
                    <a:pt x="808" y="3176"/>
                  </a:cubicBezTo>
                  <a:cubicBezTo>
                    <a:pt x="752" y="3028"/>
                    <a:pt x="715" y="2879"/>
                    <a:pt x="696" y="2722"/>
                  </a:cubicBezTo>
                  <a:cubicBezTo>
                    <a:pt x="696" y="2657"/>
                    <a:pt x="641" y="2601"/>
                    <a:pt x="567" y="2583"/>
                  </a:cubicBezTo>
                  <a:lnTo>
                    <a:pt x="149" y="2518"/>
                  </a:lnTo>
                  <a:cubicBezTo>
                    <a:pt x="140" y="2518"/>
                    <a:pt x="131" y="2508"/>
                    <a:pt x="121" y="2499"/>
                  </a:cubicBezTo>
                  <a:cubicBezTo>
                    <a:pt x="121" y="2490"/>
                    <a:pt x="121" y="2481"/>
                    <a:pt x="121" y="2471"/>
                  </a:cubicBezTo>
                  <a:lnTo>
                    <a:pt x="223" y="1822"/>
                  </a:lnTo>
                  <a:cubicBezTo>
                    <a:pt x="223" y="1813"/>
                    <a:pt x="233" y="1803"/>
                    <a:pt x="242" y="1794"/>
                  </a:cubicBezTo>
                  <a:lnTo>
                    <a:pt x="270" y="1794"/>
                  </a:lnTo>
                  <a:lnTo>
                    <a:pt x="687" y="1859"/>
                  </a:lnTo>
                  <a:cubicBezTo>
                    <a:pt x="694" y="1860"/>
                    <a:pt x="700" y="1860"/>
                    <a:pt x="707" y="1860"/>
                  </a:cubicBezTo>
                  <a:cubicBezTo>
                    <a:pt x="767" y="1860"/>
                    <a:pt x="829" y="1825"/>
                    <a:pt x="854" y="1766"/>
                  </a:cubicBezTo>
                  <a:cubicBezTo>
                    <a:pt x="919" y="1627"/>
                    <a:pt x="1003" y="1497"/>
                    <a:pt x="1095" y="1377"/>
                  </a:cubicBezTo>
                  <a:cubicBezTo>
                    <a:pt x="1142" y="1321"/>
                    <a:pt x="1142" y="1247"/>
                    <a:pt x="1105" y="1191"/>
                  </a:cubicBezTo>
                  <a:lnTo>
                    <a:pt x="854" y="839"/>
                  </a:lnTo>
                  <a:cubicBezTo>
                    <a:pt x="836" y="820"/>
                    <a:pt x="845" y="801"/>
                    <a:pt x="863" y="783"/>
                  </a:cubicBezTo>
                  <a:lnTo>
                    <a:pt x="1392" y="403"/>
                  </a:lnTo>
                  <a:cubicBezTo>
                    <a:pt x="1399" y="396"/>
                    <a:pt x="1408" y="392"/>
                    <a:pt x="1416" y="392"/>
                  </a:cubicBezTo>
                  <a:cubicBezTo>
                    <a:pt x="1429" y="392"/>
                    <a:pt x="1442" y="400"/>
                    <a:pt x="1448" y="412"/>
                  </a:cubicBezTo>
                  <a:lnTo>
                    <a:pt x="1698" y="755"/>
                  </a:lnTo>
                  <a:cubicBezTo>
                    <a:pt x="1733" y="797"/>
                    <a:pt x="1778" y="818"/>
                    <a:pt x="1826" y="818"/>
                  </a:cubicBezTo>
                  <a:cubicBezTo>
                    <a:pt x="1842" y="818"/>
                    <a:pt x="1858" y="815"/>
                    <a:pt x="1875" y="811"/>
                  </a:cubicBezTo>
                  <a:cubicBezTo>
                    <a:pt x="2023" y="755"/>
                    <a:pt x="2171" y="718"/>
                    <a:pt x="2329" y="699"/>
                  </a:cubicBezTo>
                  <a:cubicBezTo>
                    <a:pt x="2394" y="690"/>
                    <a:pt x="2450" y="644"/>
                    <a:pt x="2468" y="570"/>
                  </a:cubicBezTo>
                  <a:lnTo>
                    <a:pt x="2533" y="152"/>
                  </a:lnTo>
                  <a:cubicBezTo>
                    <a:pt x="2533" y="134"/>
                    <a:pt x="2561" y="115"/>
                    <a:pt x="2580" y="115"/>
                  </a:cubicBezTo>
                  <a:close/>
                  <a:moveTo>
                    <a:pt x="2565" y="0"/>
                  </a:moveTo>
                  <a:cubicBezTo>
                    <a:pt x="2533" y="0"/>
                    <a:pt x="2505" y="11"/>
                    <a:pt x="2478" y="32"/>
                  </a:cubicBezTo>
                  <a:cubicBezTo>
                    <a:pt x="2440" y="50"/>
                    <a:pt x="2422" y="87"/>
                    <a:pt x="2413" y="134"/>
                  </a:cubicBezTo>
                  <a:lnTo>
                    <a:pt x="2348" y="551"/>
                  </a:lnTo>
                  <a:cubicBezTo>
                    <a:pt x="2348" y="570"/>
                    <a:pt x="2329" y="579"/>
                    <a:pt x="2311" y="579"/>
                  </a:cubicBezTo>
                  <a:cubicBezTo>
                    <a:pt x="2153" y="597"/>
                    <a:pt x="1986" y="644"/>
                    <a:pt x="1837" y="699"/>
                  </a:cubicBezTo>
                  <a:cubicBezTo>
                    <a:pt x="1819" y="699"/>
                    <a:pt x="1800" y="699"/>
                    <a:pt x="1791" y="681"/>
                  </a:cubicBezTo>
                  <a:lnTo>
                    <a:pt x="1541" y="338"/>
                  </a:lnTo>
                  <a:cubicBezTo>
                    <a:pt x="1512" y="297"/>
                    <a:pt x="1461" y="275"/>
                    <a:pt x="1412" y="275"/>
                  </a:cubicBezTo>
                  <a:cubicBezTo>
                    <a:pt x="1382" y="275"/>
                    <a:pt x="1352" y="283"/>
                    <a:pt x="1327" y="301"/>
                  </a:cubicBezTo>
                  <a:lnTo>
                    <a:pt x="789" y="690"/>
                  </a:lnTo>
                  <a:cubicBezTo>
                    <a:pt x="724" y="737"/>
                    <a:pt x="706" y="839"/>
                    <a:pt x="752" y="904"/>
                  </a:cubicBezTo>
                  <a:lnTo>
                    <a:pt x="1003" y="1256"/>
                  </a:lnTo>
                  <a:cubicBezTo>
                    <a:pt x="1021" y="1265"/>
                    <a:pt x="1021" y="1284"/>
                    <a:pt x="1003" y="1302"/>
                  </a:cubicBezTo>
                  <a:cubicBezTo>
                    <a:pt x="900" y="1423"/>
                    <a:pt x="817" y="1571"/>
                    <a:pt x="743" y="1720"/>
                  </a:cubicBezTo>
                  <a:cubicBezTo>
                    <a:pt x="743" y="1729"/>
                    <a:pt x="724" y="1738"/>
                    <a:pt x="706" y="1738"/>
                  </a:cubicBezTo>
                  <a:lnTo>
                    <a:pt x="288" y="1673"/>
                  </a:lnTo>
                  <a:cubicBezTo>
                    <a:pt x="277" y="1671"/>
                    <a:pt x="266" y="1670"/>
                    <a:pt x="255" y="1670"/>
                  </a:cubicBezTo>
                  <a:cubicBezTo>
                    <a:pt x="223" y="1670"/>
                    <a:pt x="195" y="1680"/>
                    <a:pt x="168" y="1701"/>
                  </a:cubicBezTo>
                  <a:cubicBezTo>
                    <a:pt x="140" y="1720"/>
                    <a:pt x="112" y="1757"/>
                    <a:pt x="103" y="1803"/>
                  </a:cubicBezTo>
                  <a:lnTo>
                    <a:pt x="1" y="2453"/>
                  </a:lnTo>
                  <a:cubicBezTo>
                    <a:pt x="1" y="2490"/>
                    <a:pt x="10" y="2536"/>
                    <a:pt x="28" y="2564"/>
                  </a:cubicBezTo>
                  <a:cubicBezTo>
                    <a:pt x="56" y="2601"/>
                    <a:pt x="93" y="2620"/>
                    <a:pt x="131" y="2629"/>
                  </a:cubicBezTo>
                  <a:lnTo>
                    <a:pt x="548" y="2694"/>
                  </a:lnTo>
                  <a:cubicBezTo>
                    <a:pt x="567" y="2703"/>
                    <a:pt x="585" y="2712"/>
                    <a:pt x="585" y="2731"/>
                  </a:cubicBezTo>
                  <a:cubicBezTo>
                    <a:pt x="604" y="2898"/>
                    <a:pt x="641" y="3056"/>
                    <a:pt x="696" y="3213"/>
                  </a:cubicBezTo>
                  <a:cubicBezTo>
                    <a:pt x="706" y="3223"/>
                    <a:pt x="696" y="3241"/>
                    <a:pt x="687" y="3251"/>
                  </a:cubicBezTo>
                  <a:lnTo>
                    <a:pt x="344" y="3501"/>
                  </a:lnTo>
                  <a:cubicBezTo>
                    <a:pt x="307" y="3529"/>
                    <a:pt x="288" y="3566"/>
                    <a:pt x="279" y="3603"/>
                  </a:cubicBezTo>
                  <a:cubicBezTo>
                    <a:pt x="270" y="3649"/>
                    <a:pt x="279" y="3687"/>
                    <a:pt x="307" y="3724"/>
                  </a:cubicBezTo>
                  <a:lnTo>
                    <a:pt x="696" y="4252"/>
                  </a:lnTo>
                  <a:cubicBezTo>
                    <a:pt x="715" y="4290"/>
                    <a:pt x="752" y="4308"/>
                    <a:pt x="798" y="4317"/>
                  </a:cubicBezTo>
                  <a:cubicBezTo>
                    <a:pt x="808" y="4320"/>
                    <a:pt x="817" y="4321"/>
                    <a:pt x="826" y="4321"/>
                  </a:cubicBezTo>
                  <a:cubicBezTo>
                    <a:pt x="854" y="4321"/>
                    <a:pt x="882" y="4310"/>
                    <a:pt x="910" y="4290"/>
                  </a:cubicBezTo>
                  <a:lnTo>
                    <a:pt x="1253" y="4039"/>
                  </a:lnTo>
                  <a:cubicBezTo>
                    <a:pt x="1262" y="4034"/>
                    <a:pt x="1272" y="4032"/>
                    <a:pt x="1280" y="4032"/>
                  </a:cubicBezTo>
                  <a:cubicBezTo>
                    <a:pt x="1288" y="4032"/>
                    <a:pt x="1295" y="4034"/>
                    <a:pt x="1299" y="4039"/>
                  </a:cubicBezTo>
                  <a:cubicBezTo>
                    <a:pt x="1429" y="4141"/>
                    <a:pt x="1568" y="4234"/>
                    <a:pt x="1726" y="4299"/>
                  </a:cubicBezTo>
                  <a:cubicBezTo>
                    <a:pt x="1735" y="4308"/>
                    <a:pt x="1745" y="4327"/>
                    <a:pt x="1745" y="4345"/>
                  </a:cubicBezTo>
                  <a:lnTo>
                    <a:pt x="1670" y="4763"/>
                  </a:lnTo>
                  <a:cubicBezTo>
                    <a:pt x="1670" y="4800"/>
                    <a:pt x="1680" y="4846"/>
                    <a:pt x="1698" y="4874"/>
                  </a:cubicBezTo>
                  <a:cubicBezTo>
                    <a:pt x="1726" y="4911"/>
                    <a:pt x="1763" y="4930"/>
                    <a:pt x="1800" y="4939"/>
                  </a:cubicBezTo>
                  <a:lnTo>
                    <a:pt x="2450" y="5041"/>
                  </a:lnTo>
                  <a:cubicBezTo>
                    <a:pt x="2459" y="5041"/>
                    <a:pt x="2468" y="5050"/>
                    <a:pt x="2478" y="5050"/>
                  </a:cubicBezTo>
                  <a:cubicBezTo>
                    <a:pt x="2515" y="5050"/>
                    <a:pt x="2542" y="5041"/>
                    <a:pt x="2570" y="5013"/>
                  </a:cubicBezTo>
                  <a:cubicBezTo>
                    <a:pt x="2598" y="4995"/>
                    <a:pt x="2626" y="4957"/>
                    <a:pt x="2635" y="4911"/>
                  </a:cubicBezTo>
                  <a:lnTo>
                    <a:pt x="2700" y="4494"/>
                  </a:lnTo>
                  <a:cubicBezTo>
                    <a:pt x="2700" y="4475"/>
                    <a:pt x="2719" y="4466"/>
                    <a:pt x="2728" y="4466"/>
                  </a:cubicBezTo>
                  <a:cubicBezTo>
                    <a:pt x="2895" y="4447"/>
                    <a:pt x="3062" y="4401"/>
                    <a:pt x="3210" y="4345"/>
                  </a:cubicBezTo>
                  <a:cubicBezTo>
                    <a:pt x="3229" y="4345"/>
                    <a:pt x="3247" y="4345"/>
                    <a:pt x="3257" y="4364"/>
                  </a:cubicBezTo>
                  <a:lnTo>
                    <a:pt x="3507" y="4707"/>
                  </a:lnTo>
                  <a:cubicBezTo>
                    <a:pt x="3536" y="4747"/>
                    <a:pt x="3587" y="4770"/>
                    <a:pt x="3636" y="4770"/>
                  </a:cubicBezTo>
                  <a:cubicBezTo>
                    <a:pt x="3666" y="4770"/>
                    <a:pt x="3696" y="4762"/>
                    <a:pt x="3721" y="4744"/>
                  </a:cubicBezTo>
                  <a:lnTo>
                    <a:pt x="4259" y="4354"/>
                  </a:lnTo>
                  <a:cubicBezTo>
                    <a:pt x="4324" y="4299"/>
                    <a:pt x="4342" y="4206"/>
                    <a:pt x="4286" y="4132"/>
                  </a:cubicBezTo>
                  <a:lnTo>
                    <a:pt x="4036" y="3789"/>
                  </a:lnTo>
                  <a:cubicBezTo>
                    <a:pt x="4027" y="3779"/>
                    <a:pt x="4027" y="3761"/>
                    <a:pt x="4036" y="3742"/>
                  </a:cubicBezTo>
                  <a:cubicBezTo>
                    <a:pt x="4147" y="3622"/>
                    <a:pt x="4231" y="3473"/>
                    <a:pt x="4296" y="3325"/>
                  </a:cubicBezTo>
                  <a:cubicBezTo>
                    <a:pt x="4303" y="3311"/>
                    <a:pt x="4314" y="3303"/>
                    <a:pt x="4327" y="3303"/>
                  </a:cubicBezTo>
                  <a:cubicBezTo>
                    <a:pt x="4332" y="3303"/>
                    <a:pt x="4337" y="3304"/>
                    <a:pt x="4342" y="3306"/>
                  </a:cubicBezTo>
                  <a:lnTo>
                    <a:pt x="4760" y="3371"/>
                  </a:lnTo>
                  <a:cubicBezTo>
                    <a:pt x="4771" y="3373"/>
                    <a:pt x="4782" y="3375"/>
                    <a:pt x="4793" y="3375"/>
                  </a:cubicBezTo>
                  <a:cubicBezTo>
                    <a:pt x="4825" y="3375"/>
                    <a:pt x="4852" y="3364"/>
                    <a:pt x="4880" y="3343"/>
                  </a:cubicBezTo>
                  <a:cubicBezTo>
                    <a:pt x="4908" y="3315"/>
                    <a:pt x="4936" y="3278"/>
                    <a:pt x="4936" y="3241"/>
                  </a:cubicBezTo>
                  <a:lnTo>
                    <a:pt x="5047" y="2592"/>
                  </a:lnTo>
                  <a:cubicBezTo>
                    <a:pt x="5056" y="2508"/>
                    <a:pt x="5001" y="2425"/>
                    <a:pt x="4917" y="2416"/>
                  </a:cubicBezTo>
                  <a:lnTo>
                    <a:pt x="4491" y="2351"/>
                  </a:lnTo>
                  <a:cubicBezTo>
                    <a:pt x="4481" y="2341"/>
                    <a:pt x="4463" y="2332"/>
                    <a:pt x="4463" y="2314"/>
                  </a:cubicBezTo>
                  <a:cubicBezTo>
                    <a:pt x="4444" y="2147"/>
                    <a:pt x="4407" y="1989"/>
                    <a:pt x="4351" y="1831"/>
                  </a:cubicBezTo>
                  <a:cubicBezTo>
                    <a:pt x="4342" y="1822"/>
                    <a:pt x="4351" y="1803"/>
                    <a:pt x="4361" y="1794"/>
                  </a:cubicBezTo>
                  <a:lnTo>
                    <a:pt x="4704" y="1544"/>
                  </a:lnTo>
                  <a:cubicBezTo>
                    <a:pt x="4741" y="1516"/>
                    <a:pt x="4760" y="1479"/>
                    <a:pt x="4769" y="1442"/>
                  </a:cubicBezTo>
                  <a:cubicBezTo>
                    <a:pt x="4778" y="1395"/>
                    <a:pt x="4769" y="1358"/>
                    <a:pt x="4741" y="1321"/>
                  </a:cubicBezTo>
                  <a:lnTo>
                    <a:pt x="4351" y="792"/>
                  </a:lnTo>
                  <a:cubicBezTo>
                    <a:pt x="4333" y="755"/>
                    <a:pt x="4296" y="737"/>
                    <a:pt x="4249" y="727"/>
                  </a:cubicBezTo>
                  <a:cubicBezTo>
                    <a:pt x="4240" y="725"/>
                    <a:pt x="4230" y="724"/>
                    <a:pt x="4220" y="724"/>
                  </a:cubicBezTo>
                  <a:cubicBezTo>
                    <a:pt x="4190" y="724"/>
                    <a:pt x="4159" y="734"/>
                    <a:pt x="4138" y="755"/>
                  </a:cubicBezTo>
                  <a:lnTo>
                    <a:pt x="3795" y="1006"/>
                  </a:lnTo>
                  <a:cubicBezTo>
                    <a:pt x="3786" y="1010"/>
                    <a:pt x="3776" y="1013"/>
                    <a:pt x="3768" y="1013"/>
                  </a:cubicBezTo>
                  <a:cubicBezTo>
                    <a:pt x="3760" y="1013"/>
                    <a:pt x="3753" y="1010"/>
                    <a:pt x="3748" y="1006"/>
                  </a:cubicBezTo>
                  <a:cubicBezTo>
                    <a:pt x="3619" y="904"/>
                    <a:pt x="3479" y="811"/>
                    <a:pt x="3322" y="746"/>
                  </a:cubicBezTo>
                  <a:cubicBezTo>
                    <a:pt x="3312" y="737"/>
                    <a:pt x="3303" y="718"/>
                    <a:pt x="3303" y="709"/>
                  </a:cubicBezTo>
                  <a:lnTo>
                    <a:pt x="3368" y="282"/>
                  </a:lnTo>
                  <a:cubicBezTo>
                    <a:pt x="3387" y="199"/>
                    <a:pt x="3331" y="124"/>
                    <a:pt x="3247" y="106"/>
                  </a:cubicBezTo>
                  <a:lnTo>
                    <a:pt x="2598" y="4"/>
                  </a:lnTo>
                  <a:cubicBezTo>
                    <a:pt x="2587" y="1"/>
                    <a:pt x="2576" y="0"/>
                    <a:pt x="2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3">
              <a:extLst>
                <a:ext uri="{FF2B5EF4-FFF2-40B4-BE49-F238E27FC236}">
                  <a16:creationId xmlns:a16="http://schemas.microsoft.com/office/drawing/2014/main" id="{DCFE0ADC-E441-2C04-834F-9EA118284E38}"/>
                </a:ext>
              </a:extLst>
            </p:cNvPr>
            <p:cNvSpPr/>
            <p:nvPr/>
          </p:nvSpPr>
          <p:spPr>
            <a:xfrm>
              <a:off x="2058200" y="2676025"/>
              <a:ext cx="27400" cy="28550"/>
            </a:xfrm>
            <a:custGeom>
              <a:avLst/>
              <a:gdLst/>
              <a:ahLst/>
              <a:cxnLst/>
              <a:rect l="l" t="t" r="r" b="b"/>
              <a:pathLst>
                <a:path w="1096" h="1142" extrusionOk="0">
                  <a:moveTo>
                    <a:pt x="956" y="0"/>
                  </a:moveTo>
                  <a:cubicBezTo>
                    <a:pt x="937" y="0"/>
                    <a:pt x="910" y="9"/>
                    <a:pt x="891" y="19"/>
                  </a:cubicBezTo>
                  <a:lnTo>
                    <a:pt x="75" y="445"/>
                  </a:lnTo>
                  <a:cubicBezTo>
                    <a:pt x="28" y="473"/>
                    <a:pt x="0" y="520"/>
                    <a:pt x="0" y="566"/>
                  </a:cubicBezTo>
                  <a:cubicBezTo>
                    <a:pt x="0" y="612"/>
                    <a:pt x="38" y="659"/>
                    <a:pt x="75" y="687"/>
                  </a:cubicBezTo>
                  <a:lnTo>
                    <a:pt x="84" y="687"/>
                  </a:lnTo>
                  <a:lnTo>
                    <a:pt x="891" y="1132"/>
                  </a:lnTo>
                  <a:cubicBezTo>
                    <a:pt x="910" y="1141"/>
                    <a:pt x="937" y="1141"/>
                    <a:pt x="956" y="1141"/>
                  </a:cubicBezTo>
                  <a:cubicBezTo>
                    <a:pt x="1030" y="1141"/>
                    <a:pt x="1086" y="1085"/>
                    <a:pt x="1086" y="1011"/>
                  </a:cubicBezTo>
                  <a:cubicBezTo>
                    <a:pt x="1086" y="956"/>
                    <a:pt x="1067" y="909"/>
                    <a:pt x="1021" y="891"/>
                  </a:cubicBezTo>
                  <a:lnTo>
                    <a:pt x="427" y="566"/>
                  </a:lnTo>
                  <a:lnTo>
                    <a:pt x="1021" y="260"/>
                  </a:lnTo>
                  <a:cubicBezTo>
                    <a:pt x="1067" y="232"/>
                    <a:pt x="1095" y="186"/>
                    <a:pt x="1095" y="139"/>
                  </a:cubicBezTo>
                  <a:cubicBezTo>
                    <a:pt x="1095" y="65"/>
                    <a:pt x="1030" y="0"/>
                    <a:pt x="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3">
              <a:extLst>
                <a:ext uri="{FF2B5EF4-FFF2-40B4-BE49-F238E27FC236}">
                  <a16:creationId xmlns:a16="http://schemas.microsoft.com/office/drawing/2014/main" id="{10D5C282-695B-242A-2B27-42E31C591D4A}"/>
                </a:ext>
              </a:extLst>
            </p:cNvPr>
            <p:cNvSpPr/>
            <p:nvPr/>
          </p:nvSpPr>
          <p:spPr>
            <a:xfrm>
              <a:off x="2088825" y="2662325"/>
              <a:ext cx="22975" cy="53375"/>
            </a:xfrm>
            <a:custGeom>
              <a:avLst/>
              <a:gdLst/>
              <a:ahLst/>
              <a:cxnLst/>
              <a:rect l="l" t="t" r="r" b="b"/>
              <a:pathLst>
                <a:path w="919" h="2135" extrusionOk="0">
                  <a:moveTo>
                    <a:pt x="751" y="1"/>
                  </a:moveTo>
                  <a:cubicBezTo>
                    <a:pt x="677" y="1"/>
                    <a:pt x="612" y="47"/>
                    <a:pt x="584" y="121"/>
                  </a:cubicBezTo>
                  <a:lnTo>
                    <a:pt x="9" y="1921"/>
                  </a:lnTo>
                  <a:cubicBezTo>
                    <a:pt x="0" y="1930"/>
                    <a:pt x="0" y="1949"/>
                    <a:pt x="0" y="1967"/>
                  </a:cubicBezTo>
                  <a:cubicBezTo>
                    <a:pt x="0" y="2042"/>
                    <a:pt x="46" y="2107"/>
                    <a:pt x="121" y="2134"/>
                  </a:cubicBezTo>
                  <a:lnTo>
                    <a:pt x="167" y="2134"/>
                  </a:lnTo>
                  <a:cubicBezTo>
                    <a:pt x="241" y="2134"/>
                    <a:pt x="306" y="2088"/>
                    <a:pt x="325" y="2023"/>
                  </a:cubicBezTo>
                  <a:lnTo>
                    <a:pt x="909" y="242"/>
                  </a:lnTo>
                  <a:cubicBezTo>
                    <a:pt x="909" y="223"/>
                    <a:pt x="918" y="205"/>
                    <a:pt x="918" y="186"/>
                  </a:cubicBezTo>
                  <a:cubicBezTo>
                    <a:pt x="918" y="84"/>
                    <a:pt x="844" y="1"/>
                    <a:pt x="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3">
              <a:extLst>
                <a:ext uri="{FF2B5EF4-FFF2-40B4-BE49-F238E27FC236}">
                  <a16:creationId xmlns:a16="http://schemas.microsoft.com/office/drawing/2014/main" id="{8D8B71CA-38BF-C3DC-5295-9E6DF85412CA}"/>
                </a:ext>
              </a:extLst>
            </p:cNvPr>
            <p:cNvSpPr/>
            <p:nvPr/>
          </p:nvSpPr>
          <p:spPr>
            <a:xfrm>
              <a:off x="2114100" y="2676025"/>
              <a:ext cx="27150" cy="28550"/>
            </a:xfrm>
            <a:custGeom>
              <a:avLst/>
              <a:gdLst/>
              <a:ahLst/>
              <a:cxnLst/>
              <a:rect l="l" t="t" r="r" b="b"/>
              <a:pathLst>
                <a:path w="1086" h="1142" extrusionOk="0">
                  <a:moveTo>
                    <a:pt x="130" y="0"/>
                  </a:moveTo>
                  <a:cubicBezTo>
                    <a:pt x="56" y="0"/>
                    <a:pt x="0" y="65"/>
                    <a:pt x="0" y="139"/>
                  </a:cubicBezTo>
                  <a:cubicBezTo>
                    <a:pt x="0" y="186"/>
                    <a:pt x="19" y="232"/>
                    <a:pt x="65" y="260"/>
                  </a:cubicBezTo>
                  <a:lnTo>
                    <a:pt x="659" y="566"/>
                  </a:lnTo>
                  <a:lnTo>
                    <a:pt x="74" y="891"/>
                  </a:lnTo>
                  <a:cubicBezTo>
                    <a:pt x="28" y="909"/>
                    <a:pt x="0" y="956"/>
                    <a:pt x="0" y="1011"/>
                  </a:cubicBezTo>
                  <a:cubicBezTo>
                    <a:pt x="0" y="1076"/>
                    <a:pt x="56" y="1141"/>
                    <a:pt x="130" y="1141"/>
                  </a:cubicBezTo>
                  <a:cubicBezTo>
                    <a:pt x="158" y="1141"/>
                    <a:pt x="176" y="1141"/>
                    <a:pt x="195" y="1132"/>
                  </a:cubicBezTo>
                  <a:lnTo>
                    <a:pt x="1002" y="687"/>
                  </a:lnTo>
                  <a:lnTo>
                    <a:pt x="1011" y="687"/>
                  </a:lnTo>
                  <a:cubicBezTo>
                    <a:pt x="1058" y="659"/>
                    <a:pt x="1086" y="612"/>
                    <a:pt x="1086" y="566"/>
                  </a:cubicBezTo>
                  <a:cubicBezTo>
                    <a:pt x="1086" y="520"/>
                    <a:pt x="1058" y="473"/>
                    <a:pt x="1011" y="445"/>
                  </a:cubicBezTo>
                  <a:lnTo>
                    <a:pt x="195" y="19"/>
                  </a:lnTo>
                  <a:cubicBezTo>
                    <a:pt x="176" y="9"/>
                    <a:pt x="158"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3">
              <a:extLst>
                <a:ext uri="{FF2B5EF4-FFF2-40B4-BE49-F238E27FC236}">
                  <a16:creationId xmlns:a16="http://schemas.microsoft.com/office/drawing/2014/main" id="{747E2B94-8E9F-2738-98AF-84F031BB17E7}"/>
                </a:ext>
              </a:extLst>
            </p:cNvPr>
            <p:cNvSpPr/>
            <p:nvPr/>
          </p:nvSpPr>
          <p:spPr>
            <a:xfrm>
              <a:off x="2002300" y="2589050"/>
              <a:ext cx="99050" cy="81425"/>
            </a:xfrm>
            <a:custGeom>
              <a:avLst/>
              <a:gdLst/>
              <a:ahLst/>
              <a:cxnLst/>
              <a:rect l="l" t="t" r="r" b="b"/>
              <a:pathLst>
                <a:path w="3962" h="3257" extrusionOk="0">
                  <a:moveTo>
                    <a:pt x="3906" y="0"/>
                  </a:moveTo>
                  <a:cubicBezTo>
                    <a:pt x="3535" y="0"/>
                    <a:pt x="3164" y="56"/>
                    <a:pt x="2802" y="158"/>
                  </a:cubicBezTo>
                  <a:cubicBezTo>
                    <a:pt x="1402" y="557"/>
                    <a:pt x="307" y="1744"/>
                    <a:pt x="1" y="3182"/>
                  </a:cubicBezTo>
                  <a:cubicBezTo>
                    <a:pt x="1" y="3219"/>
                    <a:pt x="19" y="3247"/>
                    <a:pt x="47" y="3256"/>
                  </a:cubicBezTo>
                  <a:lnTo>
                    <a:pt x="66" y="3256"/>
                  </a:lnTo>
                  <a:cubicBezTo>
                    <a:pt x="94" y="3256"/>
                    <a:pt x="112" y="3238"/>
                    <a:pt x="121" y="3210"/>
                  </a:cubicBezTo>
                  <a:cubicBezTo>
                    <a:pt x="409" y="1809"/>
                    <a:pt x="1476" y="659"/>
                    <a:pt x="2830" y="269"/>
                  </a:cubicBezTo>
                  <a:cubicBezTo>
                    <a:pt x="3183" y="167"/>
                    <a:pt x="3545" y="112"/>
                    <a:pt x="3906" y="112"/>
                  </a:cubicBezTo>
                  <a:cubicBezTo>
                    <a:pt x="3943" y="112"/>
                    <a:pt x="3962" y="93"/>
                    <a:pt x="3962" y="56"/>
                  </a:cubicBezTo>
                  <a:cubicBezTo>
                    <a:pt x="3962" y="28"/>
                    <a:pt x="3943" y="0"/>
                    <a:pt x="3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3">
              <a:extLst>
                <a:ext uri="{FF2B5EF4-FFF2-40B4-BE49-F238E27FC236}">
                  <a16:creationId xmlns:a16="http://schemas.microsoft.com/office/drawing/2014/main" id="{720940C8-DB17-440B-EC64-99587CEBD2E5}"/>
                </a:ext>
              </a:extLst>
            </p:cNvPr>
            <p:cNvSpPr/>
            <p:nvPr/>
          </p:nvSpPr>
          <p:spPr>
            <a:xfrm>
              <a:off x="2000925" y="2593400"/>
              <a:ext cx="203875" cy="194875"/>
            </a:xfrm>
            <a:custGeom>
              <a:avLst/>
              <a:gdLst/>
              <a:ahLst/>
              <a:cxnLst/>
              <a:rect l="l" t="t" r="r" b="b"/>
              <a:pathLst>
                <a:path w="8155" h="7795" extrusionOk="0">
                  <a:moveTo>
                    <a:pt x="5133" y="0"/>
                  </a:moveTo>
                  <a:cubicBezTo>
                    <a:pt x="5109" y="0"/>
                    <a:pt x="5082" y="17"/>
                    <a:pt x="5075" y="40"/>
                  </a:cubicBezTo>
                  <a:cubicBezTo>
                    <a:pt x="5065" y="77"/>
                    <a:pt x="5084" y="105"/>
                    <a:pt x="5112" y="114"/>
                  </a:cubicBezTo>
                  <a:cubicBezTo>
                    <a:pt x="6568" y="568"/>
                    <a:pt x="7626" y="1839"/>
                    <a:pt x="7802" y="3351"/>
                  </a:cubicBezTo>
                  <a:cubicBezTo>
                    <a:pt x="8034" y="5216"/>
                    <a:pt x="6846" y="7006"/>
                    <a:pt x="5037" y="7526"/>
                  </a:cubicBezTo>
                  <a:cubicBezTo>
                    <a:pt x="4682" y="7628"/>
                    <a:pt x="4319" y="7679"/>
                    <a:pt x="3958" y="7679"/>
                  </a:cubicBezTo>
                  <a:cubicBezTo>
                    <a:pt x="3207" y="7679"/>
                    <a:pt x="2467" y="7460"/>
                    <a:pt x="1828" y="7034"/>
                  </a:cubicBezTo>
                  <a:cubicBezTo>
                    <a:pt x="881" y="6413"/>
                    <a:pt x="260" y="5402"/>
                    <a:pt x="121" y="4270"/>
                  </a:cubicBezTo>
                  <a:cubicBezTo>
                    <a:pt x="121" y="4233"/>
                    <a:pt x="93" y="4214"/>
                    <a:pt x="56" y="4214"/>
                  </a:cubicBezTo>
                  <a:cubicBezTo>
                    <a:pt x="28" y="4223"/>
                    <a:pt x="0" y="4251"/>
                    <a:pt x="9" y="4279"/>
                  </a:cubicBezTo>
                  <a:cubicBezTo>
                    <a:pt x="149" y="5448"/>
                    <a:pt x="789" y="6487"/>
                    <a:pt x="1763" y="7136"/>
                  </a:cubicBezTo>
                  <a:cubicBezTo>
                    <a:pt x="2421" y="7572"/>
                    <a:pt x="3182" y="7795"/>
                    <a:pt x="3961" y="7795"/>
                  </a:cubicBezTo>
                  <a:cubicBezTo>
                    <a:pt x="4332" y="7795"/>
                    <a:pt x="4703" y="7739"/>
                    <a:pt x="5075" y="7637"/>
                  </a:cubicBezTo>
                  <a:cubicBezTo>
                    <a:pt x="6930" y="7108"/>
                    <a:pt x="8154" y="5253"/>
                    <a:pt x="7922" y="3333"/>
                  </a:cubicBezTo>
                  <a:cubicBezTo>
                    <a:pt x="7728" y="1774"/>
                    <a:pt x="6642" y="476"/>
                    <a:pt x="5149" y="3"/>
                  </a:cubicBezTo>
                  <a:cubicBezTo>
                    <a:pt x="5144" y="1"/>
                    <a:pt x="5139" y="0"/>
                    <a:pt x="51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3">
              <a:extLst>
                <a:ext uri="{FF2B5EF4-FFF2-40B4-BE49-F238E27FC236}">
                  <a16:creationId xmlns:a16="http://schemas.microsoft.com/office/drawing/2014/main" id="{C1BB3D3A-9859-D09B-E762-C0FA285E4B31}"/>
                </a:ext>
              </a:extLst>
            </p:cNvPr>
            <p:cNvSpPr/>
            <p:nvPr/>
          </p:nvSpPr>
          <p:spPr>
            <a:xfrm>
              <a:off x="2012975" y="2606000"/>
              <a:ext cx="173975" cy="165350"/>
            </a:xfrm>
            <a:custGeom>
              <a:avLst/>
              <a:gdLst/>
              <a:ahLst/>
              <a:cxnLst/>
              <a:rect l="l" t="t" r="r" b="b"/>
              <a:pathLst>
                <a:path w="6959" h="6614" extrusionOk="0">
                  <a:moveTo>
                    <a:pt x="3479" y="83"/>
                  </a:moveTo>
                  <a:cubicBezTo>
                    <a:pt x="4110" y="83"/>
                    <a:pt x="4732" y="269"/>
                    <a:pt x="5260" y="621"/>
                  </a:cubicBezTo>
                  <a:cubicBezTo>
                    <a:pt x="6049" y="1141"/>
                    <a:pt x="6559" y="1985"/>
                    <a:pt x="6680" y="2922"/>
                  </a:cubicBezTo>
                  <a:cubicBezTo>
                    <a:pt x="6865" y="4480"/>
                    <a:pt x="5882" y="5974"/>
                    <a:pt x="4379" y="6400"/>
                  </a:cubicBezTo>
                  <a:cubicBezTo>
                    <a:pt x="4083" y="6484"/>
                    <a:pt x="3780" y="6526"/>
                    <a:pt x="3480" y="6526"/>
                  </a:cubicBezTo>
                  <a:cubicBezTo>
                    <a:pt x="2851" y="6526"/>
                    <a:pt x="2232" y="6344"/>
                    <a:pt x="1698" y="5992"/>
                  </a:cubicBezTo>
                  <a:cubicBezTo>
                    <a:pt x="919" y="5473"/>
                    <a:pt x="399" y="4629"/>
                    <a:pt x="279" y="3692"/>
                  </a:cubicBezTo>
                  <a:cubicBezTo>
                    <a:pt x="93" y="2133"/>
                    <a:pt x="1086" y="640"/>
                    <a:pt x="2589" y="213"/>
                  </a:cubicBezTo>
                  <a:cubicBezTo>
                    <a:pt x="2886" y="129"/>
                    <a:pt x="3182" y="83"/>
                    <a:pt x="3479" y="83"/>
                  </a:cubicBezTo>
                  <a:close/>
                  <a:moveTo>
                    <a:pt x="3477" y="0"/>
                  </a:moveTo>
                  <a:cubicBezTo>
                    <a:pt x="3171" y="0"/>
                    <a:pt x="2863" y="43"/>
                    <a:pt x="2561" y="129"/>
                  </a:cubicBezTo>
                  <a:cubicBezTo>
                    <a:pt x="1021" y="575"/>
                    <a:pt x="1" y="2105"/>
                    <a:pt x="195" y="3701"/>
                  </a:cubicBezTo>
                  <a:cubicBezTo>
                    <a:pt x="316" y="4666"/>
                    <a:pt x="845" y="5528"/>
                    <a:pt x="1652" y="6066"/>
                  </a:cubicBezTo>
                  <a:cubicBezTo>
                    <a:pt x="2199" y="6428"/>
                    <a:pt x="2839" y="6614"/>
                    <a:pt x="3479" y="6614"/>
                  </a:cubicBezTo>
                  <a:cubicBezTo>
                    <a:pt x="3785" y="6614"/>
                    <a:pt x="4101" y="6567"/>
                    <a:pt x="4398" y="6484"/>
                  </a:cubicBezTo>
                  <a:cubicBezTo>
                    <a:pt x="5938" y="6039"/>
                    <a:pt x="6958" y="4508"/>
                    <a:pt x="6763" y="2912"/>
                  </a:cubicBezTo>
                  <a:cubicBezTo>
                    <a:pt x="6643" y="1948"/>
                    <a:pt x="6114" y="1085"/>
                    <a:pt x="5307" y="547"/>
                  </a:cubicBezTo>
                  <a:cubicBezTo>
                    <a:pt x="4760" y="188"/>
                    <a:pt x="4123" y="0"/>
                    <a:pt x="34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3">
              <a:extLst>
                <a:ext uri="{FF2B5EF4-FFF2-40B4-BE49-F238E27FC236}">
                  <a16:creationId xmlns:a16="http://schemas.microsoft.com/office/drawing/2014/main" id="{D9DCA6ED-6B98-809B-1364-9FDB455F73A7}"/>
                </a:ext>
              </a:extLst>
            </p:cNvPr>
            <p:cNvSpPr/>
            <p:nvPr/>
          </p:nvSpPr>
          <p:spPr>
            <a:xfrm>
              <a:off x="2033850" y="2508575"/>
              <a:ext cx="13250" cy="56600"/>
            </a:xfrm>
            <a:custGeom>
              <a:avLst/>
              <a:gdLst/>
              <a:ahLst/>
              <a:cxnLst/>
              <a:rect l="l" t="t" r="r" b="b"/>
              <a:pathLst>
                <a:path w="530" h="2264" extrusionOk="0">
                  <a:moveTo>
                    <a:pt x="232" y="0"/>
                  </a:moveTo>
                  <a:cubicBezTo>
                    <a:pt x="102" y="0"/>
                    <a:pt x="0" y="102"/>
                    <a:pt x="0" y="232"/>
                  </a:cubicBezTo>
                  <a:lnTo>
                    <a:pt x="0" y="2023"/>
                  </a:lnTo>
                  <a:cubicBezTo>
                    <a:pt x="0" y="2152"/>
                    <a:pt x="102" y="2264"/>
                    <a:pt x="232" y="2264"/>
                  </a:cubicBezTo>
                  <a:lnTo>
                    <a:pt x="288" y="2264"/>
                  </a:lnTo>
                  <a:cubicBezTo>
                    <a:pt x="418" y="2264"/>
                    <a:pt x="529" y="2152"/>
                    <a:pt x="520" y="2023"/>
                  </a:cubicBezTo>
                  <a:lnTo>
                    <a:pt x="520" y="232"/>
                  </a:lnTo>
                  <a:cubicBezTo>
                    <a:pt x="520" y="102"/>
                    <a:pt x="418"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3">
              <a:extLst>
                <a:ext uri="{FF2B5EF4-FFF2-40B4-BE49-F238E27FC236}">
                  <a16:creationId xmlns:a16="http://schemas.microsoft.com/office/drawing/2014/main" id="{9D5BA124-DFC2-D7AF-A424-9AB7D93365E4}"/>
                </a:ext>
              </a:extLst>
            </p:cNvPr>
            <p:cNvSpPr/>
            <p:nvPr/>
          </p:nvSpPr>
          <p:spPr>
            <a:xfrm>
              <a:off x="2032450" y="2507175"/>
              <a:ext cx="16025" cy="59400"/>
            </a:xfrm>
            <a:custGeom>
              <a:avLst/>
              <a:gdLst/>
              <a:ahLst/>
              <a:cxnLst/>
              <a:rect l="l" t="t" r="r" b="b"/>
              <a:pathLst>
                <a:path w="641" h="2376" extrusionOk="0">
                  <a:moveTo>
                    <a:pt x="344" y="112"/>
                  </a:moveTo>
                  <a:cubicBezTo>
                    <a:pt x="446" y="112"/>
                    <a:pt x="520" y="195"/>
                    <a:pt x="520" y="288"/>
                  </a:cubicBezTo>
                  <a:lnTo>
                    <a:pt x="520" y="2079"/>
                  </a:lnTo>
                  <a:cubicBezTo>
                    <a:pt x="520" y="2181"/>
                    <a:pt x="446" y="2255"/>
                    <a:pt x="344" y="2255"/>
                  </a:cubicBezTo>
                  <a:lnTo>
                    <a:pt x="298" y="2255"/>
                  </a:lnTo>
                  <a:cubicBezTo>
                    <a:pt x="196" y="2255"/>
                    <a:pt x="121" y="2181"/>
                    <a:pt x="121" y="2079"/>
                  </a:cubicBezTo>
                  <a:lnTo>
                    <a:pt x="121" y="288"/>
                  </a:lnTo>
                  <a:cubicBezTo>
                    <a:pt x="121" y="195"/>
                    <a:pt x="196" y="112"/>
                    <a:pt x="298" y="112"/>
                  </a:cubicBezTo>
                  <a:close/>
                  <a:moveTo>
                    <a:pt x="288" y="1"/>
                  </a:moveTo>
                  <a:cubicBezTo>
                    <a:pt x="131" y="1"/>
                    <a:pt x="1" y="131"/>
                    <a:pt x="1" y="288"/>
                  </a:cubicBezTo>
                  <a:lnTo>
                    <a:pt x="1" y="2079"/>
                  </a:lnTo>
                  <a:cubicBezTo>
                    <a:pt x="1" y="2246"/>
                    <a:pt x="131" y="2375"/>
                    <a:pt x="288" y="2375"/>
                  </a:cubicBezTo>
                  <a:lnTo>
                    <a:pt x="344" y="2375"/>
                  </a:lnTo>
                  <a:cubicBezTo>
                    <a:pt x="511" y="2375"/>
                    <a:pt x="641" y="2246"/>
                    <a:pt x="641" y="2079"/>
                  </a:cubicBezTo>
                  <a:lnTo>
                    <a:pt x="641" y="288"/>
                  </a:lnTo>
                  <a:cubicBezTo>
                    <a:pt x="641" y="131"/>
                    <a:pt x="502" y="1"/>
                    <a:pt x="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3">
              <a:extLst>
                <a:ext uri="{FF2B5EF4-FFF2-40B4-BE49-F238E27FC236}">
                  <a16:creationId xmlns:a16="http://schemas.microsoft.com/office/drawing/2014/main" id="{07974AE4-F2AD-8B5B-27B4-1152252BB5CD}"/>
                </a:ext>
              </a:extLst>
            </p:cNvPr>
            <p:cNvSpPr/>
            <p:nvPr/>
          </p:nvSpPr>
          <p:spPr>
            <a:xfrm>
              <a:off x="1764350" y="2410475"/>
              <a:ext cx="53850" cy="477775"/>
            </a:xfrm>
            <a:custGeom>
              <a:avLst/>
              <a:gdLst/>
              <a:ahLst/>
              <a:cxnLst/>
              <a:rect l="l" t="t" r="r" b="b"/>
              <a:pathLst>
                <a:path w="2154" h="19111" extrusionOk="0">
                  <a:moveTo>
                    <a:pt x="1615" y="0"/>
                  </a:moveTo>
                  <a:cubicBezTo>
                    <a:pt x="725" y="0"/>
                    <a:pt x="1" y="724"/>
                    <a:pt x="1" y="1614"/>
                  </a:cubicBezTo>
                  <a:lnTo>
                    <a:pt x="1" y="17496"/>
                  </a:lnTo>
                  <a:cubicBezTo>
                    <a:pt x="1" y="18387"/>
                    <a:pt x="725" y="19110"/>
                    <a:pt x="1615" y="19110"/>
                  </a:cubicBezTo>
                  <a:lnTo>
                    <a:pt x="2153" y="19110"/>
                  </a:lnTo>
                  <a:cubicBezTo>
                    <a:pt x="1272" y="19110"/>
                    <a:pt x="558" y="18396"/>
                    <a:pt x="558" y="17505"/>
                  </a:cubicBezTo>
                  <a:lnTo>
                    <a:pt x="558" y="1605"/>
                  </a:lnTo>
                  <a:cubicBezTo>
                    <a:pt x="558" y="724"/>
                    <a:pt x="1272" y="0"/>
                    <a:pt x="2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3">
              <a:extLst>
                <a:ext uri="{FF2B5EF4-FFF2-40B4-BE49-F238E27FC236}">
                  <a16:creationId xmlns:a16="http://schemas.microsoft.com/office/drawing/2014/main" id="{E8DD8BD5-D91A-5063-CAC3-350EF4D8A0A2}"/>
                </a:ext>
              </a:extLst>
            </p:cNvPr>
            <p:cNvSpPr/>
            <p:nvPr/>
          </p:nvSpPr>
          <p:spPr>
            <a:xfrm>
              <a:off x="1762975" y="2409075"/>
              <a:ext cx="55225" cy="480550"/>
            </a:xfrm>
            <a:custGeom>
              <a:avLst/>
              <a:gdLst/>
              <a:ahLst/>
              <a:cxnLst/>
              <a:rect l="l" t="t" r="r" b="b"/>
              <a:pathLst>
                <a:path w="2209" h="19222" extrusionOk="0">
                  <a:moveTo>
                    <a:pt x="1596" y="121"/>
                  </a:moveTo>
                  <a:lnTo>
                    <a:pt x="1596" y="121"/>
                  </a:lnTo>
                  <a:cubicBezTo>
                    <a:pt x="984" y="362"/>
                    <a:pt x="548" y="965"/>
                    <a:pt x="548" y="1661"/>
                  </a:cubicBezTo>
                  <a:lnTo>
                    <a:pt x="548" y="17561"/>
                  </a:lnTo>
                  <a:cubicBezTo>
                    <a:pt x="548" y="18266"/>
                    <a:pt x="984" y="18860"/>
                    <a:pt x="1596" y="19110"/>
                  </a:cubicBezTo>
                  <a:cubicBezTo>
                    <a:pt x="770" y="19073"/>
                    <a:pt x="112" y="18387"/>
                    <a:pt x="112" y="17552"/>
                  </a:cubicBezTo>
                  <a:lnTo>
                    <a:pt x="112" y="1670"/>
                  </a:lnTo>
                  <a:cubicBezTo>
                    <a:pt x="112" y="836"/>
                    <a:pt x="770" y="158"/>
                    <a:pt x="1596" y="121"/>
                  </a:cubicBezTo>
                  <a:close/>
                  <a:moveTo>
                    <a:pt x="1670" y="1"/>
                  </a:moveTo>
                  <a:cubicBezTo>
                    <a:pt x="742" y="1"/>
                    <a:pt x="0" y="752"/>
                    <a:pt x="0" y="1670"/>
                  </a:cubicBezTo>
                  <a:lnTo>
                    <a:pt x="0" y="17552"/>
                  </a:lnTo>
                  <a:cubicBezTo>
                    <a:pt x="0" y="18480"/>
                    <a:pt x="742" y="19222"/>
                    <a:pt x="1670" y="19222"/>
                  </a:cubicBezTo>
                  <a:lnTo>
                    <a:pt x="2208" y="19222"/>
                  </a:lnTo>
                  <a:lnTo>
                    <a:pt x="2208" y="19110"/>
                  </a:lnTo>
                  <a:cubicBezTo>
                    <a:pt x="1364" y="19110"/>
                    <a:pt x="668" y="18415"/>
                    <a:pt x="668" y="17561"/>
                  </a:cubicBezTo>
                  <a:lnTo>
                    <a:pt x="668" y="1661"/>
                  </a:lnTo>
                  <a:cubicBezTo>
                    <a:pt x="668" y="808"/>
                    <a:pt x="1364" y="121"/>
                    <a:pt x="2208" y="121"/>
                  </a:cubicBezTo>
                  <a:lnTo>
                    <a:pt x="2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3">
              <a:extLst>
                <a:ext uri="{FF2B5EF4-FFF2-40B4-BE49-F238E27FC236}">
                  <a16:creationId xmlns:a16="http://schemas.microsoft.com/office/drawing/2014/main" id="{052513FD-CF0E-0807-95B0-433ED392EBFB}"/>
                </a:ext>
              </a:extLst>
            </p:cNvPr>
            <p:cNvSpPr/>
            <p:nvPr/>
          </p:nvSpPr>
          <p:spPr>
            <a:xfrm>
              <a:off x="1768300" y="2473550"/>
              <a:ext cx="6750" cy="56375"/>
            </a:xfrm>
            <a:custGeom>
              <a:avLst/>
              <a:gdLst/>
              <a:ahLst/>
              <a:cxnLst/>
              <a:rect l="l" t="t" r="r" b="b"/>
              <a:pathLst>
                <a:path w="270" h="2255" extrusionOk="0">
                  <a:moveTo>
                    <a:pt x="140" y="1"/>
                  </a:moveTo>
                  <a:cubicBezTo>
                    <a:pt x="56" y="1"/>
                    <a:pt x="1" y="56"/>
                    <a:pt x="1" y="130"/>
                  </a:cubicBezTo>
                  <a:lnTo>
                    <a:pt x="1" y="2125"/>
                  </a:lnTo>
                  <a:cubicBezTo>
                    <a:pt x="1" y="2199"/>
                    <a:pt x="56" y="2255"/>
                    <a:pt x="140" y="2255"/>
                  </a:cubicBezTo>
                  <a:cubicBezTo>
                    <a:pt x="214" y="2255"/>
                    <a:pt x="270" y="2199"/>
                    <a:pt x="270" y="2125"/>
                  </a:cubicBezTo>
                  <a:lnTo>
                    <a:pt x="270" y="130"/>
                  </a:lnTo>
                  <a:cubicBezTo>
                    <a:pt x="270" y="5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3">
              <a:extLst>
                <a:ext uri="{FF2B5EF4-FFF2-40B4-BE49-F238E27FC236}">
                  <a16:creationId xmlns:a16="http://schemas.microsoft.com/office/drawing/2014/main" id="{E28FDBE0-C6C0-3C20-F6DA-813310ACAAA9}"/>
                </a:ext>
              </a:extLst>
            </p:cNvPr>
            <p:cNvSpPr/>
            <p:nvPr/>
          </p:nvSpPr>
          <p:spPr>
            <a:xfrm>
              <a:off x="1766088" y="2471511"/>
              <a:ext cx="9550" cy="59625"/>
            </a:xfrm>
            <a:custGeom>
              <a:avLst/>
              <a:gdLst/>
              <a:ahLst/>
              <a:cxnLst/>
              <a:rect l="l" t="t" r="r" b="b"/>
              <a:pathLst>
                <a:path w="382" h="2385" extrusionOk="0">
                  <a:moveTo>
                    <a:pt x="196" y="121"/>
                  </a:moveTo>
                  <a:cubicBezTo>
                    <a:pt x="233" y="121"/>
                    <a:pt x="270" y="158"/>
                    <a:pt x="270" y="205"/>
                  </a:cubicBezTo>
                  <a:lnTo>
                    <a:pt x="270" y="2190"/>
                  </a:lnTo>
                  <a:cubicBezTo>
                    <a:pt x="270" y="2227"/>
                    <a:pt x="233" y="2264"/>
                    <a:pt x="196" y="2264"/>
                  </a:cubicBezTo>
                  <a:cubicBezTo>
                    <a:pt x="149" y="2264"/>
                    <a:pt x="112" y="2227"/>
                    <a:pt x="112" y="2190"/>
                  </a:cubicBezTo>
                  <a:lnTo>
                    <a:pt x="112" y="205"/>
                  </a:lnTo>
                  <a:cubicBezTo>
                    <a:pt x="112" y="158"/>
                    <a:pt x="149" y="121"/>
                    <a:pt x="196" y="121"/>
                  </a:cubicBezTo>
                  <a:close/>
                  <a:moveTo>
                    <a:pt x="196" y="1"/>
                  </a:moveTo>
                  <a:cubicBezTo>
                    <a:pt x="84" y="1"/>
                    <a:pt x="1" y="93"/>
                    <a:pt x="1" y="195"/>
                  </a:cubicBezTo>
                  <a:lnTo>
                    <a:pt x="1" y="2190"/>
                  </a:lnTo>
                  <a:cubicBezTo>
                    <a:pt x="1" y="2292"/>
                    <a:pt x="84" y="2385"/>
                    <a:pt x="196" y="2385"/>
                  </a:cubicBezTo>
                  <a:cubicBezTo>
                    <a:pt x="298" y="2385"/>
                    <a:pt x="381" y="2292"/>
                    <a:pt x="381" y="2190"/>
                  </a:cubicBezTo>
                  <a:lnTo>
                    <a:pt x="381" y="195"/>
                  </a:lnTo>
                  <a:cubicBezTo>
                    <a:pt x="381" y="93"/>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3">
              <a:extLst>
                <a:ext uri="{FF2B5EF4-FFF2-40B4-BE49-F238E27FC236}">
                  <a16:creationId xmlns:a16="http://schemas.microsoft.com/office/drawing/2014/main" id="{41965817-FB46-9663-8AFC-64A474283178}"/>
                </a:ext>
              </a:extLst>
            </p:cNvPr>
            <p:cNvSpPr/>
            <p:nvPr/>
          </p:nvSpPr>
          <p:spPr>
            <a:xfrm>
              <a:off x="1768300" y="2548225"/>
              <a:ext cx="6750" cy="56625"/>
            </a:xfrm>
            <a:custGeom>
              <a:avLst/>
              <a:gdLst/>
              <a:ahLst/>
              <a:cxnLst/>
              <a:rect l="l" t="t" r="r" b="b"/>
              <a:pathLst>
                <a:path w="270" h="2265" extrusionOk="0">
                  <a:moveTo>
                    <a:pt x="140" y="1"/>
                  </a:moveTo>
                  <a:cubicBezTo>
                    <a:pt x="56" y="1"/>
                    <a:pt x="1" y="66"/>
                    <a:pt x="1" y="140"/>
                  </a:cubicBezTo>
                  <a:lnTo>
                    <a:pt x="1" y="2125"/>
                  </a:lnTo>
                  <a:cubicBezTo>
                    <a:pt x="1" y="2199"/>
                    <a:pt x="56" y="2264"/>
                    <a:pt x="140" y="2264"/>
                  </a:cubicBezTo>
                  <a:cubicBezTo>
                    <a:pt x="214" y="2264"/>
                    <a:pt x="270" y="2199"/>
                    <a:pt x="270" y="2125"/>
                  </a:cubicBezTo>
                  <a:lnTo>
                    <a:pt x="270" y="140"/>
                  </a:lnTo>
                  <a:cubicBezTo>
                    <a:pt x="270" y="6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3">
              <a:extLst>
                <a:ext uri="{FF2B5EF4-FFF2-40B4-BE49-F238E27FC236}">
                  <a16:creationId xmlns:a16="http://schemas.microsoft.com/office/drawing/2014/main" id="{24529BC7-77FE-F71E-F954-4707CC581998}"/>
                </a:ext>
              </a:extLst>
            </p:cNvPr>
            <p:cNvSpPr/>
            <p:nvPr/>
          </p:nvSpPr>
          <p:spPr>
            <a:xfrm>
              <a:off x="1766088" y="2546411"/>
              <a:ext cx="9550" cy="59400"/>
            </a:xfrm>
            <a:custGeom>
              <a:avLst/>
              <a:gdLst/>
              <a:ahLst/>
              <a:cxnLst/>
              <a:rect l="l" t="t" r="r" b="b"/>
              <a:pathLst>
                <a:path w="382" h="2376" extrusionOk="0">
                  <a:moveTo>
                    <a:pt x="196" y="122"/>
                  </a:moveTo>
                  <a:cubicBezTo>
                    <a:pt x="233" y="122"/>
                    <a:pt x="270" y="149"/>
                    <a:pt x="270" y="196"/>
                  </a:cubicBezTo>
                  <a:lnTo>
                    <a:pt x="270" y="2181"/>
                  </a:lnTo>
                  <a:cubicBezTo>
                    <a:pt x="270" y="2227"/>
                    <a:pt x="233" y="2264"/>
                    <a:pt x="196" y="2264"/>
                  </a:cubicBezTo>
                  <a:cubicBezTo>
                    <a:pt x="149" y="2264"/>
                    <a:pt x="112" y="2227"/>
                    <a:pt x="112" y="2181"/>
                  </a:cubicBezTo>
                  <a:lnTo>
                    <a:pt x="112" y="196"/>
                  </a:lnTo>
                  <a:cubicBezTo>
                    <a:pt x="112" y="149"/>
                    <a:pt x="149" y="122"/>
                    <a:pt x="196" y="122"/>
                  </a:cubicBezTo>
                  <a:close/>
                  <a:moveTo>
                    <a:pt x="196" y="1"/>
                  </a:moveTo>
                  <a:cubicBezTo>
                    <a:pt x="84" y="1"/>
                    <a:pt x="1" y="84"/>
                    <a:pt x="1" y="196"/>
                  </a:cubicBezTo>
                  <a:lnTo>
                    <a:pt x="1" y="2181"/>
                  </a:lnTo>
                  <a:cubicBezTo>
                    <a:pt x="1" y="2292"/>
                    <a:pt x="84" y="2376"/>
                    <a:pt x="196" y="2376"/>
                  </a:cubicBezTo>
                  <a:cubicBezTo>
                    <a:pt x="298" y="2376"/>
                    <a:pt x="381" y="2292"/>
                    <a:pt x="381" y="2181"/>
                  </a:cubicBezTo>
                  <a:lnTo>
                    <a:pt x="381" y="196"/>
                  </a:ln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3">
              <a:extLst>
                <a:ext uri="{FF2B5EF4-FFF2-40B4-BE49-F238E27FC236}">
                  <a16:creationId xmlns:a16="http://schemas.microsoft.com/office/drawing/2014/main" id="{059E5688-9826-78DB-4A20-4DA702602C57}"/>
                </a:ext>
              </a:extLst>
            </p:cNvPr>
            <p:cNvSpPr/>
            <p:nvPr/>
          </p:nvSpPr>
          <p:spPr>
            <a:xfrm>
              <a:off x="1778275" y="2410475"/>
              <a:ext cx="261400" cy="477775"/>
            </a:xfrm>
            <a:custGeom>
              <a:avLst/>
              <a:gdLst/>
              <a:ahLst/>
              <a:cxnLst/>
              <a:rect l="l" t="t" r="r" b="b"/>
              <a:pathLst>
                <a:path w="10456" h="19111" extrusionOk="0">
                  <a:moveTo>
                    <a:pt x="1596" y="0"/>
                  </a:moveTo>
                  <a:cubicBezTo>
                    <a:pt x="715" y="0"/>
                    <a:pt x="1" y="724"/>
                    <a:pt x="1" y="1605"/>
                  </a:cubicBezTo>
                  <a:lnTo>
                    <a:pt x="1" y="17505"/>
                  </a:lnTo>
                  <a:cubicBezTo>
                    <a:pt x="1" y="18396"/>
                    <a:pt x="715" y="19110"/>
                    <a:pt x="1596" y="19110"/>
                  </a:cubicBezTo>
                  <a:lnTo>
                    <a:pt x="8850" y="19110"/>
                  </a:lnTo>
                  <a:cubicBezTo>
                    <a:pt x="9732" y="19110"/>
                    <a:pt x="10455" y="18396"/>
                    <a:pt x="10455" y="17505"/>
                  </a:cubicBezTo>
                  <a:lnTo>
                    <a:pt x="10455" y="1605"/>
                  </a:lnTo>
                  <a:cubicBezTo>
                    <a:pt x="10455" y="724"/>
                    <a:pt x="9732" y="0"/>
                    <a:pt x="88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3">
              <a:extLst>
                <a:ext uri="{FF2B5EF4-FFF2-40B4-BE49-F238E27FC236}">
                  <a16:creationId xmlns:a16="http://schemas.microsoft.com/office/drawing/2014/main" id="{C58C0CF5-F1E7-9151-DEB6-C1A392B3920C}"/>
                </a:ext>
              </a:extLst>
            </p:cNvPr>
            <p:cNvSpPr/>
            <p:nvPr/>
          </p:nvSpPr>
          <p:spPr>
            <a:xfrm>
              <a:off x="1776650" y="2409075"/>
              <a:ext cx="264425" cy="480550"/>
            </a:xfrm>
            <a:custGeom>
              <a:avLst/>
              <a:gdLst/>
              <a:ahLst/>
              <a:cxnLst/>
              <a:rect l="l" t="t" r="r" b="b"/>
              <a:pathLst>
                <a:path w="10577" h="19222" extrusionOk="0">
                  <a:moveTo>
                    <a:pt x="8915" y="112"/>
                  </a:moveTo>
                  <a:cubicBezTo>
                    <a:pt x="9769" y="112"/>
                    <a:pt x="10455" y="808"/>
                    <a:pt x="10455" y="1661"/>
                  </a:cubicBezTo>
                  <a:lnTo>
                    <a:pt x="10455" y="17561"/>
                  </a:lnTo>
                  <a:cubicBezTo>
                    <a:pt x="10455" y="18415"/>
                    <a:pt x="9769" y="19110"/>
                    <a:pt x="8915" y="19110"/>
                  </a:cubicBezTo>
                  <a:lnTo>
                    <a:pt x="1661" y="19110"/>
                  </a:lnTo>
                  <a:cubicBezTo>
                    <a:pt x="817" y="19110"/>
                    <a:pt x="121" y="18415"/>
                    <a:pt x="121" y="17561"/>
                  </a:cubicBezTo>
                  <a:lnTo>
                    <a:pt x="121" y="1661"/>
                  </a:lnTo>
                  <a:cubicBezTo>
                    <a:pt x="121" y="808"/>
                    <a:pt x="817" y="112"/>
                    <a:pt x="1661" y="112"/>
                  </a:cubicBezTo>
                  <a:close/>
                  <a:moveTo>
                    <a:pt x="1661" y="1"/>
                  </a:moveTo>
                  <a:cubicBezTo>
                    <a:pt x="752" y="1"/>
                    <a:pt x="1" y="743"/>
                    <a:pt x="1" y="1661"/>
                  </a:cubicBezTo>
                  <a:lnTo>
                    <a:pt x="1" y="17561"/>
                  </a:lnTo>
                  <a:cubicBezTo>
                    <a:pt x="1" y="18480"/>
                    <a:pt x="752" y="19222"/>
                    <a:pt x="1661" y="19222"/>
                  </a:cubicBezTo>
                  <a:lnTo>
                    <a:pt x="8915" y="19222"/>
                  </a:lnTo>
                  <a:cubicBezTo>
                    <a:pt x="9834" y="19222"/>
                    <a:pt x="10576" y="18480"/>
                    <a:pt x="10576" y="17561"/>
                  </a:cubicBezTo>
                  <a:lnTo>
                    <a:pt x="10576" y="1661"/>
                  </a:lnTo>
                  <a:cubicBezTo>
                    <a:pt x="10576" y="743"/>
                    <a:pt x="9834" y="1"/>
                    <a:pt x="89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3">
              <a:extLst>
                <a:ext uri="{FF2B5EF4-FFF2-40B4-BE49-F238E27FC236}">
                  <a16:creationId xmlns:a16="http://schemas.microsoft.com/office/drawing/2014/main" id="{B068FD1F-BB19-6F7C-7233-35F5A0027A4E}"/>
                </a:ext>
              </a:extLst>
            </p:cNvPr>
            <p:cNvSpPr/>
            <p:nvPr/>
          </p:nvSpPr>
          <p:spPr>
            <a:xfrm>
              <a:off x="1902125" y="2430650"/>
              <a:ext cx="13700" cy="13700"/>
            </a:xfrm>
            <a:custGeom>
              <a:avLst/>
              <a:gdLst/>
              <a:ahLst/>
              <a:cxnLst/>
              <a:rect l="l" t="t" r="r" b="b"/>
              <a:pathLst>
                <a:path w="548" h="548" extrusionOk="0">
                  <a:moveTo>
                    <a:pt x="269" y="84"/>
                  </a:moveTo>
                  <a:cubicBezTo>
                    <a:pt x="371" y="84"/>
                    <a:pt x="455" y="167"/>
                    <a:pt x="455" y="269"/>
                  </a:cubicBezTo>
                  <a:cubicBezTo>
                    <a:pt x="455" y="371"/>
                    <a:pt x="371" y="455"/>
                    <a:pt x="269" y="455"/>
                  </a:cubicBezTo>
                  <a:cubicBezTo>
                    <a:pt x="167" y="455"/>
                    <a:pt x="84" y="371"/>
                    <a:pt x="84" y="269"/>
                  </a:cubicBezTo>
                  <a:cubicBezTo>
                    <a:pt x="84" y="167"/>
                    <a:pt x="167" y="84"/>
                    <a:pt x="269" y="84"/>
                  </a:cubicBezTo>
                  <a:close/>
                  <a:moveTo>
                    <a:pt x="269" y="0"/>
                  </a:moveTo>
                  <a:cubicBezTo>
                    <a:pt x="121" y="0"/>
                    <a:pt x="0" y="121"/>
                    <a:pt x="0" y="269"/>
                  </a:cubicBezTo>
                  <a:cubicBezTo>
                    <a:pt x="0" y="418"/>
                    <a:pt x="121" y="548"/>
                    <a:pt x="269" y="548"/>
                  </a:cubicBezTo>
                  <a:cubicBezTo>
                    <a:pt x="418" y="548"/>
                    <a:pt x="548" y="418"/>
                    <a:pt x="548" y="269"/>
                  </a:cubicBezTo>
                  <a:cubicBezTo>
                    <a:pt x="54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3">
              <a:extLst>
                <a:ext uri="{FF2B5EF4-FFF2-40B4-BE49-F238E27FC236}">
                  <a16:creationId xmlns:a16="http://schemas.microsoft.com/office/drawing/2014/main" id="{D6117388-F802-E3AB-DE40-3D8C43C7B080}"/>
                </a:ext>
              </a:extLst>
            </p:cNvPr>
            <p:cNvSpPr/>
            <p:nvPr/>
          </p:nvSpPr>
          <p:spPr>
            <a:xfrm>
              <a:off x="1859900" y="2433900"/>
              <a:ext cx="33900" cy="7200"/>
            </a:xfrm>
            <a:custGeom>
              <a:avLst/>
              <a:gdLst/>
              <a:ahLst/>
              <a:cxnLst/>
              <a:rect l="l" t="t" r="r" b="b"/>
              <a:pathLst>
                <a:path w="1356" h="288" extrusionOk="0">
                  <a:moveTo>
                    <a:pt x="1207" y="84"/>
                  </a:moveTo>
                  <a:cubicBezTo>
                    <a:pt x="1244" y="84"/>
                    <a:pt x="1263" y="112"/>
                    <a:pt x="1263" y="139"/>
                  </a:cubicBezTo>
                  <a:cubicBezTo>
                    <a:pt x="1263" y="176"/>
                    <a:pt x="1244" y="195"/>
                    <a:pt x="1207" y="195"/>
                  </a:cubicBezTo>
                  <a:lnTo>
                    <a:pt x="140" y="195"/>
                  </a:lnTo>
                  <a:cubicBezTo>
                    <a:pt x="112" y="195"/>
                    <a:pt x="84" y="176"/>
                    <a:pt x="84" y="139"/>
                  </a:cubicBezTo>
                  <a:cubicBezTo>
                    <a:pt x="84" y="112"/>
                    <a:pt x="112" y="84"/>
                    <a:pt x="140" y="84"/>
                  </a:cubicBezTo>
                  <a:close/>
                  <a:moveTo>
                    <a:pt x="140" y="0"/>
                  </a:moveTo>
                  <a:cubicBezTo>
                    <a:pt x="57" y="0"/>
                    <a:pt x="1" y="65"/>
                    <a:pt x="1" y="149"/>
                  </a:cubicBezTo>
                  <a:cubicBezTo>
                    <a:pt x="1" y="223"/>
                    <a:pt x="66" y="288"/>
                    <a:pt x="140" y="288"/>
                  </a:cubicBezTo>
                  <a:lnTo>
                    <a:pt x="1207" y="288"/>
                  </a:lnTo>
                  <a:cubicBezTo>
                    <a:pt x="1290" y="288"/>
                    <a:pt x="1355" y="223"/>
                    <a:pt x="1355" y="149"/>
                  </a:cubicBezTo>
                  <a:cubicBezTo>
                    <a:pt x="1355" y="65"/>
                    <a:pt x="1290" y="0"/>
                    <a:pt x="12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3">
              <a:extLst>
                <a:ext uri="{FF2B5EF4-FFF2-40B4-BE49-F238E27FC236}">
                  <a16:creationId xmlns:a16="http://schemas.microsoft.com/office/drawing/2014/main" id="{AAF5FA38-DECD-00F2-DA18-45726A207E6F}"/>
                </a:ext>
              </a:extLst>
            </p:cNvPr>
            <p:cNvSpPr/>
            <p:nvPr/>
          </p:nvSpPr>
          <p:spPr>
            <a:xfrm>
              <a:off x="1924625" y="2433900"/>
              <a:ext cx="33875" cy="7200"/>
            </a:xfrm>
            <a:custGeom>
              <a:avLst/>
              <a:gdLst/>
              <a:ahLst/>
              <a:cxnLst/>
              <a:rect l="l" t="t" r="r" b="b"/>
              <a:pathLst>
                <a:path w="1355" h="288" extrusionOk="0">
                  <a:moveTo>
                    <a:pt x="1215" y="84"/>
                  </a:moveTo>
                  <a:cubicBezTo>
                    <a:pt x="1243" y="84"/>
                    <a:pt x="1271" y="112"/>
                    <a:pt x="1271" y="139"/>
                  </a:cubicBezTo>
                  <a:cubicBezTo>
                    <a:pt x="1271" y="176"/>
                    <a:pt x="1243" y="195"/>
                    <a:pt x="1215" y="195"/>
                  </a:cubicBezTo>
                  <a:lnTo>
                    <a:pt x="149" y="195"/>
                  </a:lnTo>
                  <a:cubicBezTo>
                    <a:pt x="111" y="195"/>
                    <a:pt x="93" y="176"/>
                    <a:pt x="93" y="139"/>
                  </a:cubicBezTo>
                  <a:cubicBezTo>
                    <a:pt x="93" y="112"/>
                    <a:pt x="111" y="84"/>
                    <a:pt x="149" y="84"/>
                  </a:cubicBezTo>
                  <a:close/>
                  <a:moveTo>
                    <a:pt x="149" y="0"/>
                  </a:moveTo>
                  <a:cubicBezTo>
                    <a:pt x="65" y="0"/>
                    <a:pt x="0" y="65"/>
                    <a:pt x="0" y="149"/>
                  </a:cubicBezTo>
                  <a:cubicBezTo>
                    <a:pt x="0" y="223"/>
                    <a:pt x="65" y="288"/>
                    <a:pt x="149" y="288"/>
                  </a:cubicBezTo>
                  <a:lnTo>
                    <a:pt x="1215" y="288"/>
                  </a:lnTo>
                  <a:cubicBezTo>
                    <a:pt x="1290" y="288"/>
                    <a:pt x="1355" y="223"/>
                    <a:pt x="1355" y="149"/>
                  </a:cubicBezTo>
                  <a:cubicBezTo>
                    <a:pt x="1355" y="65"/>
                    <a:pt x="1290" y="0"/>
                    <a:pt x="1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3">
              <a:extLst>
                <a:ext uri="{FF2B5EF4-FFF2-40B4-BE49-F238E27FC236}">
                  <a16:creationId xmlns:a16="http://schemas.microsoft.com/office/drawing/2014/main" id="{F015B01D-4B65-5C9A-3F49-C9D01E048AB5}"/>
                </a:ext>
              </a:extLst>
            </p:cNvPr>
            <p:cNvSpPr/>
            <p:nvPr/>
          </p:nvSpPr>
          <p:spPr>
            <a:xfrm>
              <a:off x="1798675" y="2455700"/>
              <a:ext cx="220600" cy="392200"/>
            </a:xfrm>
            <a:custGeom>
              <a:avLst/>
              <a:gdLst/>
              <a:ahLst/>
              <a:cxnLst/>
              <a:rect l="l" t="t" r="r" b="b"/>
              <a:pathLst>
                <a:path w="8824" h="15688" extrusionOk="0">
                  <a:moveTo>
                    <a:pt x="1" y="0"/>
                  </a:moveTo>
                  <a:lnTo>
                    <a:pt x="1" y="15687"/>
                  </a:lnTo>
                  <a:lnTo>
                    <a:pt x="8823" y="15687"/>
                  </a:lnTo>
                  <a:lnTo>
                    <a:pt x="882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3">
              <a:extLst>
                <a:ext uri="{FF2B5EF4-FFF2-40B4-BE49-F238E27FC236}">
                  <a16:creationId xmlns:a16="http://schemas.microsoft.com/office/drawing/2014/main" id="{136E29E3-A6E9-5AEC-F71D-DC76C2E08AF2}"/>
                </a:ext>
              </a:extLst>
            </p:cNvPr>
            <p:cNvSpPr/>
            <p:nvPr/>
          </p:nvSpPr>
          <p:spPr>
            <a:xfrm>
              <a:off x="1797050" y="2454300"/>
              <a:ext cx="223600" cy="394975"/>
            </a:xfrm>
            <a:custGeom>
              <a:avLst/>
              <a:gdLst/>
              <a:ahLst/>
              <a:cxnLst/>
              <a:rect l="l" t="t" r="r" b="b"/>
              <a:pathLst>
                <a:path w="8944" h="15799" extrusionOk="0">
                  <a:moveTo>
                    <a:pt x="8832" y="112"/>
                  </a:moveTo>
                  <a:lnTo>
                    <a:pt x="8832" y="15678"/>
                  </a:lnTo>
                  <a:lnTo>
                    <a:pt x="122" y="15678"/>
                  </a:lnTo>
                  <a:lnTo>
                    <a:pt x="122" y="112"/>
                  </a:lnTo>
                  <a:close/>
                  <a:moveTo>
                    <a:pt x="57" y="1"/>
                  </a:moveTo>
                  <a:cubicBezTo>
                    <a:pt x="29" y="1"/>
                    <a:pt x="1" y="19"/>
                    <a:pt x="1" y="56"/>
                  </a:cubicBezTo>
                  <a:lnTo>
                    <a:pt x="1" y="15743"/>
                  </a:lnTo>
                  <a:cubicBezTo>
                    <a:pt x="1" y="15771"/>
                    <a:pt x="29" y="15799"/>
                    <a:pt x="57" y="15799"/>
                  </a:cubicBezTo>
                  <a:lnTo>
                    <a:pt x="8888" y="15799"/>
                  </a:lnTo>
                  <a:cubicBezTo>
                    <a:pt x="8916" y="15799"/>
                    <a:pt x="8944" y="15771"/>
                    <a:pt x="8944" y="15743"/>
                  </a:cubicBezTo>
                  <a:lnTo>
                    <a:pt x="8944" y="56"/>
                  </a:lnTo>
                  <a:cubicBezTo>
                    <a:pt x="8944" y="19"/>
                    <a:pt x="8916" y="1"/>
                    <a:pt x="8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3">
              <a:extLst>
                <a:ext uri="{FF2B5EF4-FFF2-40B4-BE49-F238E27FC236}">
                  <a16:creationId xmlns:a16="http://schemas.microsoft.com/office/drawing/2014/main" id="{2210F439-7560-0CCE-B48A-1D52615B8131}"/>
                </a:ext>
              </a:extLst>
            </p:cNvPr>
            <p:cNvSpPr/>
            <p:nvPr/>
          </p:nvSpPr>
          <p:spPr>
            <a:xfrm>
              <a:off x="1800075" y="2457075"/>
              <a:ext cx="217575" cy="30175"/>
            </a:xfrm>
            <a:custGeom>
              <a:avLst/>
              <a:gdLst/>
              <a:ahLst/>
              <a:cxnLst/>
              <a:rect l="l" t="t" r="r" b="b"/>
              <a:pathLst>
                <a:path w="8703" h="1207" extrusionOk="0">
                  <a:moveTo>
                    <a:pt x="1" y="1"/>
                  </a:moveTo>
                  <a:lnTo>
                    <a:pt x="1" y="1207"/>
                  </a:lnTo>
                  <a:lnTo>
                    <a:pt x="8702" y="1207"/>
                  </a:lnTo>
                  <a:lnTo>
                    <a:pt x="87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3">
              <a:extLst>
                <a:ext uri="{FF2B5EF4-FFF2-40B4-BE49-F238E27FC236}">
                  <a16:creationId xmlns:a16="http://schemas.microsoft.com/office/drawing/2014/main" id="{2A704280-DD65-F621-2825-A26CC4B736AD}"/>
                </a:ext>
              </a:extLst>
            </p:cNvPr>
            <p:cNvSpPr/>
            <p:nvPr/>
          </p:nvSpPr>
          <p:spPr>
            <a:xfrm>
              <a:off x="1959625" y="2467050"/>
              <a:ext cx="9775" cy="9775"/>
            </a:xfrm>
            <a:custGeom>
              <a:avLst/>
              <a:gdLst/>
              <a:ahLst/>
              <a:cxnLst/>
              <a:rect l="l" t="t" r="r" b="b"/>
              <a:pathLst>
                <a:path w="391" h="391" extrusionOk="0">
                  <a:moveTo>
                    <a:pt x="196" y="94"/>
                  </a:moveTo>
                  <a:cubicBezTo>
                    <a:pt x="251" y="94"/>
                    <a:pt x="298" y="140"/>
                    <a:pt x="298" y="196"/>
                  </a:cubicBezTo>
                  <a:cubicBezTo>
                    <a:pt x="298" y="261"/>
                    <a:pt x="251" y="307"/>
                    <a:pt x="196" y="307"/>
                  </a:cubicBezTo>
                  <a:cubicBezTo>
                    <a:pt x="131" y="307"/>
                    <a:pt x="84" y="261"/>
                    <a:pt x="84" y="196"/>
                  </a:cubicBezTo>
                  <a:cubicBezTo>
                    <a:pt x="84" y="140"/>
                    <a:pt x="131" y="94"/>
                    <a:pt x="196" y="94"/>
                  </a:cubicBezTo>
                  <a:close/>
                  <a:moveTo>
                    <a:pt x="196" y="1"/>
                  </a:moveTo>
                  <a:cubicBezTo>
                    <a:pt x="84" y="1"/>
                    <a:pt x="1" y="94"/>
                    <a:pt x="1" y="196"/>
                  </a:cubicBezTo>
                  <a:cubicBezTo>
                    <a:pt x="1" y="307"/>
                    <a:pt x="84" y="390"/>
                    <a:pt x="196" y="390"/>
                  </a:cubicBezTo>
                  <a:cubicBezTo>
                    <a:pt x="298" y="390"/>
                    <a:pt x="391" y="307"/>
                    <a:pt x="391" y="196"/>
                  </a:cubicBezTo>
                  <a:cubicBezTo>
                    <a:pt x="391" y="94"/>
                    <a:pt x="298" y="1"/>
                    <a:pt x="1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3">
              <a:extLst>
                <a:ext uri="{FF2B5EF4-FFF2-40B4-BE49-F238E27FC236}">
                  <a16:creationId xmlns:a16="http://schemas.microsoft.com/office/drawing/2014/main" id="{85825C33-06BF-A085-1A85-3AF4C21B216D}"/>
                </a:ext>
              </a:extLst>
            </p:cNvPr>
            <p:cNvSpPr/>
            <p:nvPr/>
          </p:nvSpPr>
          <p:spPr>
            <a:xfrm>
              <a:off x="1979125" y="2467050"/>
              <a:ext cx="9750" cy="9775"/>
            </a:xfrm>
            <a:custGeom>
              <a:avLst/>
              <a:gdLst/>
              <a:ahLst/>
              <a:cxnLst/>
              <a:rect l="l" t="t" r="r" b="b"/>
              <a:pathLst>
                <a:path w="390" h="391" extrusionOk="0">
                  <a:moveTo>
                    <a:pt x="195" y="94"/>
                  </a:moveTo>
                  <a:cubicBezTo>
                    <a:pt x="260" y="94"/>
                    <a:pt x="306" y="140"/>
                    <a:pt x="306" y="196"/>
                  </a:cubicBezTo>
                  <a:cubicBezTo>
                    <a:pt x="306" y="261"/>
                    <a:pt x="260" y="307"/>
                    <a:pt x="195" y="307"/>
                  </a:cubicBezTo>
                  <a:cubicBezTo>
                    <a:pt x="139" y="307"/>
                    <a:pt x="93" y="261"/>
                    <a:pt x="93" y="196"/>
                  </a:cubicBezTo>
                  <a:cubicBezTo>
                    <a:pt x="93" y="140"/>
                    <a:pt x="139" y="94"/>
                    <a:pt x="195" y="94"/>
                  </a:cubicBezTo>
                  <a:close/>
                  <a:moveTo>
                    <a:pt x="195" y="1"/>
                  </a:moveTo>
                  <a:cubicBezTo>
                    <a:pt x="93" y="1"/>
                    <a:pt x="0" y="94"/>
                    <a:pt x="0" y="196"/>
                  </a:cubicBezTo>
                  <a:cubicBezTo>
                    <a:pt x="0" y="307"/>
                    <a:pt x="93" y="390"/>
                    <a:pt x="195" y="390"/>
                  </a:cubicBezTo>
                  <a:cubicBezTo>
                    <a:pt x="306" y="390"/>
                    <a:pt x="390" y="307"/>
                    <a:pt x="390" y="196"/>
                  </a:cubicBezTo>
                  <a:cubicBezTo>
                    <a:pt x="390" y="94"/>
                    <a:pt x="306"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3">
              <a:extLst>
                <a:ext uri="{FF2B5EF4-FFF2-40B4-BE49-F238E27FC236}">
                  <a16:creationId xmlns:a16="http://schemas.microsoft.com/office/drawing/2014/main" id="{EBD67705-AE87-5241-A0F6-BF84778C07F3}"/>
                </a:ext>
              </a:extLst>
            </p:cNvPr>
            <p:cNvSpPr/>
            <p:nvPr/>
          </p:nvSpPr>
          <p:spPr>
            <a:xfrm>
              <a:off x="1999300" y="2467050"/>
              <a:ext cx="9750" cy="9775"/>
            </a:xfrm>
            <a:custGeom>
              <a:avLst/>
              <a:gdLst/>
              <a:ahLst/>
              <a:cxnLst/>
              <a:rect l="l" t="t" r="r" b="b"/>
              <a:pathLst>
                <a:path w="390" h="391" extrusionOk="0">
                  <a:moveTo>
                    <a:pt x="195" y="94"/>
                  </a:moveTo>
                  <a:cubicBezTo>
                    <a:pt x="251" y="94"/>
                    <a:pt x="297" y="140"/>
                    <a:pt x="297" y="196"/>
                  </a:cubicBezTo>
                  <a:cubicBezTo>
                    <a:pt x="297" y="261"/>
                    <a:pt x="251" y="307"/>
                    <a:pt x="195" y="307"/>
                  </a:cubicBezTo>
                  <a:cubicBezTo>
                    <a:pt x="130" y="307"/>
                    <a:pt x="84" y="261"/>
                    <a:pt x="84" y="196"/>
                  </a:cubicBezTo>
                  <a:cubicBezTo>
                    <a:pt x="84" y="140"/>
                    <a:pt x="130" y="94"/>
                    <a:pt x="195" y="94"/>
                  </a:cubicBezTo>
                  <a:close/>
                  <a:moveTo>
                    <a:pt x="195" y="1"/>
                  </a:moveTo>
                  <a:cubicBezTo>
                    <a:pt x="84" y="1"/>
                    <a:pt x="0" y="94"/>
                    <a:pt x="0" y="196"/>
                  </a:cubicBezTo>
                  <a:cubicBezTo>
                    <a:pt x="0" y="307"/>
                    <a:pt x="84" y="390"/>
                    <a:pt x="195" y="390"/>
                  </a:cubicBezTo>
                  <a:cubicBezTo>
                    <a:pt x="297" y="390"/>
                    <a:pt x="390" y="307"/>
                    <a:pt x="390" y="196"/>
                  </a:cubicBezTo>
                  <a:cubicBezTo>
                    <a:pt x="390" y="94"/>
                    <a:pt x="297"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3">
              <a:extLst>
                <a:ext uri="{FF2B5EF4-FFF2-40B4-BE49-F238E27FC236}">
                  <a16:creationId xmlns:a16="http://schemas.microsoft.com/office/drawing/2014/main" id="{B0397D34-BB89-2C98-4B40-4C298C94E8B8}"/>
                </a:ext>
              </a:extLst>
            </p:cNvPr>
            <p:cNvSpPr/>
            <p:nvPr/>
          </p:nvSpPr>
          <p:spPr>
            <a:xfrm>
              <a:off x="1833700" y="2530600"/>
              <a:ext cx="69825" cy="3050"/>
            </a:xfrm>
            <a:custGeom>
              <a:avLst/>
              <a:gdLst/>
              <a:ahLst/>
              <a:cxnLst/>
              <a:rect l="l" t="t" r="r" b="b"/>
              <a:pathLst>
                <a:path w="2793" h="122" extrusionOk="0">
                  <a:moveTo>
                    <a:pt x="56" y="1"/>
                  </a:moveTo>
                  <a:cubicBezTo>
                    <a:pt x="19" y="1"/>
                    <a:pt x="1" y="28"/>
                    <a:pt x="1" y="66"/>
                  </a:cubicBezTo>
                  <a:cubicBezTo>
                    <a:pt x="1" y="93"/>
                    <a:pt x="19" y="121"/>
                    <a:pt x="56" y="121"/>
                  </a:cubicBezTo>
                  <a:lnTo>
                    <a:pt x="2737" y="121"/>
                  </a:lnTo>
                  <a:cubicBezTo>
                    <a:pt x="2765" y="121"/>
                    <a:pt x="2793" y="93"/>
                    <a:pt x="2793" y="66"/>
                  </a:cubicBezTo>
                  <a:cubicBezTo>
                    <a:pt x="2793" y="28"/>
                    <a:pt x="2765" y="1"/>
                    <a:pt x="27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3">
              <a:extLst>
                <a:ext uri="{FF2B5EF4-FFF2-40B4-BE49-F238E27FC236}">
                  <a16:creationId xmlns:a16="http://schemas.microsoft.com/office/drawing/2014/main" id="{8BC58DC4-8213-3300-C716-F38177587806}"/>
                </a:ext>
              </a:extLst>
            </p:cNvPr>
            <p:cNvSpPr/>
            <p:nvPr/>
          </p:nvSpPr>
          <p:spPr>
            <a:xfrm>
              <a:off x="1917425" y="2530600"/>
              <a:ext cx="26925" cy="3050"/>
            </a:xfrm>
            <a:custGeom>
              <a:avLst/>
              <a:gdLst/>
              <a:ahLst/>
              <a:cxnLst/>
              <a:rect l="l" t="t" r="r" b="b"/>
              <a:pathLst>
                <a:path w="1077" h="122" extrusionOk="0">
                  <a:moveTo>
                    <a:pt x="56" y="1"/>
                  </a:moveTo>
                  <a:cubicBezTo>
                    <a:pt x="28" y="1"/>
                    <a:pt x="1" y="28"/>
                    <a:pt x="1" y="66"/>
                  </a:cubicBezTo>
                  <a:cubicBezTo>
                    <a:pt x="1" y="93"/>
                    <a:pt x="28" y="121"/>
                    <a:pt x="56" y="121"/>
                  </a:cubicBezTo>
                  <a:lnTo>
                    <a:pt x="1012" y="121"/>
                  </a:lnTo>
                  <a:cubicBezTo>
                    <a:pt x="1049" y="121"/>
                    <a:pt x="1077" y="93"/>
                    <a:pt x="1077" y="66"/>
                  </a:cubicBezTo>
                  <a:cubicBezTo>
                    <a:pt x="107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3">
              <a:extLst>
                <a:ext uri="{FF2B5EF4-FFF2-40B4-BE49-F238E27FC236}">
                  <a16:creationId xmlns:a16="http://schemas.microsoft.com/office/drawing/2014/main" id="{D4518725-27BD-4943-1C49-150547458334}"/>
                </a:ext>
              </a:extLst>
            </p:cNvPr>
            <p:cNvSpPr/>
            <p:nvPr/>
          </p:nvSpPr>
          <p:spPr>
            <a:xfrm>
              <a:off x="1960575" y="253060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3">
              <a:extLst>
                <a:ext uri="{FF2B5EF4-FFF2-40B4-BE49-F238E27FC236}">
                  <a16:creationId xmlns:a16="http://schemas.microsoft.com/office/drawing/2014/main" id="{96E261CA-BD55-305C-4355-96E5232AC49C}"/>
                </a:ext>
              </a:extLst>
            </p:cNvPr>
            <p:cNvSpPr/>
            <p:nvPr/>
          </p:nvSpPr>
          <p:spPr>
            <a:xfrm>
              <a:off x="1915350" y="2582550"/>
              <a:ext cx="70050" cy="3050"/>
            </a:xfrm>
            <a:custGeom>
              <a:avLst/>
              <a:gdLst/>
              <a:ahLst/>
              <a:cxnLst/>
              <a:rect l="l" t="t" r="r" b="b"/>
              <a:pathLst>
                <a:path w="2802" h="122" extrusionOk="0">
                  <a:moveTo>
                    <a:pt x="65" y="1"/>
                  </a:moveTo>
                  <a:cubicBezTo>
                    <a:pt x="28" y="1"/>
                    <a:pt x="0" y="28"/>
                    <a:pt x="0" y="56"/>
                  </a:cubicBezTo>
                  <a:cubicBezTo>
                    <a:pt x="0" y="93"/>
                    <a:pt x="28" y="121"/>
                    <a:pt x="65" y="121"/>
                  </a:cubicBezTo>
                  <a:lnTo>
                    <a:pt x="2746" y="121"/>
                  </a:lnTo>
                  <a:cubicBezTo>
                    <a:pt x="2774" y="121"/>
                    <a:pt x="2802" y="93"/>
                    <a:pt x="2802" y="56"/>
                  </a:cubicBezTo>
                  <a:cubicBezTo>
                    <a:pt x="2802" y="28"/>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3">
              <a:extLst>
                <a:ext uri="{FF2B5EF4-FFF2-40B4-BE49-F238E27FC236}">
                  <a16:creationId xmlns:a16="http://schemas.microsoft.com/office/drawing/2014/main" id="{EEFA2AEC-945E-D26F-F900-4A10BDF15FA5}"/>
                </a:ext>
              </a:extLst>
            </p:cNvPr>
            <p:cNvSpPr/>
            <p:nvPr/>
          </p:nvSpPr>
          <p:spPr>
            <a:xfrm>
              <a:off x="1874750" y="2582550"/>
              <a:ext cx="26700" cy="3050"/>
            </a:xfrm>
            <a:custGeom>
              <a:avLst/>
              <a:gdLst/>
              <a:ahLst/>
              <a:cxnLst/>
              <a:rect l="l" t="t" r="r" b="b"/>
              <a:pathLst>
                <a:path w="1068" h="122" extrusionOk="0">
                  <a:moveTo>
                    <a:pt x="56" y="1"/>
                  </a:moveTo>
                  <a:cubicBezTo>
                    <a:pt x="28" y="1"/>
                    <a:pt x="1" y="28"/>
                    <a:pt x="1" y="56"/>
                  </a:cubicBezTo>
                  <a:cubicBezTo>
                    <a:pt x="1" y="93"/>
                    <a:pt x="28" y="121"/>
                    <a:pt x="56" y="121"/>
                  </a:cubicBezTo>
                  <a:lnTo>
                    <a:pt x="1012" y="121"/>
                  </a:lnTo>
                  <a:cubicBezTo>
                    <a:pt x="1049" y="121"/>
                    <a:pt x="1067" y="93"/>
                    <a:pt x="1067" y="56"/>
                  </a:cubicBezTo>
                  <a:cubicBezTo>
                    <a:pt x="106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3">
              <a:extLst>
                <a:ext uri="{FF2B5EF4-FFF2-40B4-BE49-F238E27FC236}">
                  <a16:creationId xmlns:a16="http://schemas.microsoft.com/office/drawing/2014/main" id="{1B70BD9C-08C4-DE50-459D-31FBF1E77198}"/>
                </a:ext>
              </a:extLst>
            </p:cNvPr>
            <p:cNvSpPr/>
            <p:nvPr/>
          </p:nvSpPr>
          <p:spPr>
            <a:xfrm>
              <a:off x="1833700" y="2582550"/>
              <a:ext cx="24850" cy="3050"/>
            </a:xfrm>
            <a:custGeom>
              <a:avLst/>
              <a:gdLst/>
              <a:ahLst/>
              <a:cxnLst/>
              <a:rect l="l" t="t" r="r" b="b"/>
              <a:pathLst>
                <a:path w="994" h="122" extrusionOk="0">
                  <a:moveTo>
                    <a:pt x="56" y="1"/>
                  </a:moveTo>
                  <a:cubicBezTo>
                    <a:pt x="19" y="1"/>
                    <a:pt x="1" y="28"/>
                    <a:pt x="1" y="56"/>
                  </a:cubicBezTo>
                  <a:cubicBezTo>
                    <a:pt x="1" y="93"/>
                    <a:pt x="19" y="121"/>
                    <a:pt x="56" y="121"/>
                  </a:cubicBezTo>
                  <a:lnTo>
                    <a:pt x="938" y="121"/>
                  </a:lnTo>
                  <a:cubicBezTo>
                    <a:pt x="965" y="121"/>
                    <a:pt x="993" y="93"/>
                    <a:pt x="993" y="56"/>
                  </a:cubicBezTo>
                  <a:cubicBezTo>
                    <a:pt x="993" y="28"/>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a:extLst>
                <a:ext uri="{FF2B5EF4-FFF2-40B4-BE49-F238E27FC236}">
                  <a16:creationId xmlns:a16="http://schemas.microsoft.com/office/drawing/2014/main" id="{3872FE77-0CBF-2554-8986-A7C27659C718}"/>
                </a:ext>
              </a:extLst>
            </p:cNvPr>
            <p:cNvSpPr/>
            <p:nvPr/>
          </p:nvSpPr>
          <p:spPr>
            <a:xfrm>
              <a:off x="1833700" y="2556350"/>
              <a:ext cx="37375" cy="3025"/>
            </a:xfrm>
            <a:custGeom>
              <a:avLst/>
              <a:gdLst/>
              <a:ahLst/>
              <a:cxnLst/>
              <a:rect l="l" t="t" r="r" b="b"/>
              <a:pathLst>
                <a:path w="1495" h="121" extrusionOk="0">
                  <a:moveTo>
                    <a:pt x="56" y="0"/>
                  </a:moveTo>
                  <a:cubicBezTo>
                    <a:pt x="19" y="0"/>
                    <a:pt x="1" y="28"/>
                    <a:pt x="1" y="56"/>
                  </a:cubicBezTo>
                  <a:cubicBezTo>
                    <a:pt x="1" y="93"/>
                    <a:pt x="19" y="121"/>
                    <a:pt x="56" y="121"/>
                  </a:cubicBezTo>
                  <a:lnTo>
                    <a:pt x="1439" y="121"/>
                  </a:lnTo>
                  <a:cubicBezTo>
                    <a:pt x="1466" y="121"/>
                    <a:pt x="1494" y="93"/>
                    <a:pt x="1494" y="56"/>
                  </a:cubicBezTo>
                  <a:cubicBezTo>
                    <a:pt x="1494" y="28"/>
                    <a:pt x="1466" y="0"/>
                    <a:pt x="1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a:extLst>
                <a:ext uri="{FF2B5EF4-FFF2-40B4-BE49-F238E27FC236}">
                  <a16:creationId xmlns:a16="http://schemas.microsoft.com/office/drawing/2014/main" id="{E53B0F77-314E-85D6-ACF0-CBB9B0DD98E5}"/>
                </a:ext>
              </a:extLst>
            </p:cNvPr>
            <p:cNvSpPr/>
            <p:nvPr/>
          </p:nvSpPr>
          <p:spPr>
            <a:xfrm>
              <a:off x="1882650" y="2556350"/>
              <a:ext cx="61700" cy="3025"/>
            </a:xfrm>
            <a:custGeom>
              <a:avLst/>
              <a:gdLst/>
              <a:ahLst/>
              <a:cxnLst/>
              <a:rect l="l" t="t" r="r" b="b"/>
              <a:pathLst>
                <a:path w="2468" h="121" extrusionOk="0">
                  <a:moveTo>
                    <a:pt x="65" y="0"/>
                  </a:moveTo>
                  <a:cubicBezTo>
                    <a:pt x="28" y="0"/>
                    <a:pt x="0" y="28"/>
                    <a:pt x="0" y="56"/>
                  </a:cubicBezTo>
                  <a:cubicBezTo>
                    <a:pt x="0" y="93"/>
                    <a:pt x="28" y="121"/>
                    <a:pt x="65" y="121"/>
                  </a:cubicBezTo>
                  <a:lnTo>
                    <a:pt x="2403" y="121"/>
                  </a:lnTo>
                  <a:cubicBezTo>
                    <a:pt x="2440" y="121"/>
                    <a:pt x="2468" y="93"/>
                    <a:pt x="2468" y="56"/>
                  </a:cubicBezTo>
                  <a:cubicBezTo>
                    <a:pt x="2468" y="28"/>
                    <a:pt x="2440" y="0"/>
                    <a:pt x="24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a:extLst>
                <a:ext uri="{FF2B5EF4-FFF2-40B4-BE49-F238E27FC236}">
                  <a16:creationId xmlns:a16="http://schemas.microsoft.com/office/drawing/2014/main" id="{83DAC9F8-695E-7512-5245-E0CC27A56828}"/>
                </a:ext>
              </a:extLst>
            </p:cNvPr>
            <p:cNvSpPr/>
            <p:nvPr/>
          </p:nvSpPr>
          <p:spPr>
            <a:xfrm>
              <a:off x="1960575" y="2556350"/>
              <a:ext cx="24825" cy="3025"/>
            </a:xfrm>
            <a:custGeom>
              <a:avLst/>
              <a:gdLst/>
              <a:ahLst/>
              <a:cxnLst/>
              <a:rect l="l" t="t" r="r" b="b"/>
              <a:pathLst>
                <a:path w="993" h="121" extrusionOk="0">
                  <a:moveTo>
                    <a:pt x="56" y="0"/>
                  </a:moveTo>
                  <a:cubicBezTo>
                    <a:pt x="19" y="0"/>
                    <a:pt x="0" y="28"/>
                    <a:pt x="0" y="56"/>
                  </a:cubicBezTo>
                  <a:cubicBezTo>
                    <a:pt x="0" y="93"/>
                    <a:pt x="19" y="121"/>
                    <a:pt x="56" y="121"/>
                  </a:cubicBezTo>
                  <a:lnTo>
                    <a:pt x="937" y="121"/>
                  </a:lnTo>
                  <a:cubicBezTo>
                    <a:pt x="965" y="121"/>
                    <a:pt x="993" y="93"/>
                    <a:pt x="993" y="56"/>
                  </a:cubicBezTo>
                  <a:cubicBezTo>
                    <a:pt x="993" y="28"/>
                    <a:pt x="965" y="0"/>
                    <a:pt x="9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a:extLst>
                <a:ext uri="{FF2B5EF4-FFF2-40B4-BE49-F238E27FC236}">
                  <a16:creationId xmlns:a16="http://schemas.microsoft.com/office/drawing/2014/main" id="{83C339EF-66F0-33F1-CEEF-0D137DB2A898}"/>
                </a:ext>
              </a:extLst>
            </p:cNvPr>
            <p:cNvSpPr/>
            <p:nvPr/>
          </p:nvSpPr>
          <p:spPr>
            <a:xfrm>
              <a:off x="1833700" y="2605750"/>
              <a:ext cx="69825" cy="2800"/>
            </a:xfrm>
            <a:custGeom>
              <a:avLst/>
              <a:gdLst/>
              <a:ahLst/>
              <a:cxnLst/>
              <a:rect l="l" t="t" r="r" b="b"/>
              <a:pathLst>
                <a:path w="2793" h="112" extrusionOk="0">
                  <a:moveTo>
                    <a:pt x="56" y="0"/>
                  </a:moveTo>
                  <a:cubicBezTo>
                    <a:pt x="19" y="0"/>
                    <a:pt x="1" y="19"/>
                    <a:pt x="1" y="56"/>
                  </a:cubicBezTo>
                  <a:cubicBezTo>
                    <a:pt x="1" y="84"/>
                    <a:pt x="19" y="112"/>
                    <a:pt x="56" y="112"/>
                  </a:cubicBezTo>
                  <a:lnTo>
                    <a:pt x="2737" y="112"/>
                  </a:lnTo>
                  <a:cubicBezTo>
                    <a:pt x="2765" y="112"/>
                    <a:pt x="2793" y="84"/>
                    <a:pt x="2793" y="56"/>
                  </a:cubicBezTo>
                  <a:cubicBezTo>
                    <a:pt x="2793" y="19"/>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3">
              <a:extLst>
                <a:ext uri="{FF2B5EF4-FFF2-40B4-BE49-F238E27FC236}">
                  <a16:creationId xmlns:a16="http://schemas.microsoft.com/office/drawing/2014/main" id="{4448CEBE-705C-857A-DEF9-673DE455AFB1}"/>
                </a:ext>
              </a:extLst>
            </p:cNvPr>
            <p:cNvSpPr/>
            <p:nvPr/>
          </p:nvSpPr>
          <p:spPr>
            <a:xfrm>
              <a:off x="1917425" y="2605750"/>
              <a:ext cx="26925" cy="2800"/>
            </a:xfrm>
            <a:custGeom>
              <a:avLst/>
              <a:gdLst/>
              <a:ahLst/>
              <a:cxnLst/>
              <a:rect l="l" t="t" r="r" b="b"/>
              <a:pathLst>
                <a:path w="1077" h="112" extrusionOk="0">
                  <a:moveTo>
                    <a:pt x="56" y="0"/>
                  </a:moveTo>
                  <a:cubicBezTo>
                    <a:pt x="28" y="0"/>
                    <a:pt x="1" y="19"/>
                    <a:pt x="1" y="56"/>
                  </a:cubicBezTo>
                  <a:cubicBezTo>
                    <a:pt x="1" y="84"/>
                    <a:pt x="28" y="112"/>
                    <a:pt x="56" y="112"/>
                  </a:cubicBezTo>
                  <a:lnTo>
                    <a:pt x="1012" y="112"/>
                  </a:lnTo>
                  <a:cubicBezTo>
                    <a:pt x="1049" y="112"/>
                    <a:pt x="1077" y="84"/>
                    <a:pt x="1077" y="56"/>
                  </a:cubicBezTo>
                  <a:cubicBezTo>
                    <a:pt x="1077" y="19"/>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3">
              <a:extLst>
                <a:ext uri="{FF2B5EF4-FFF2-40B4-BE49-F238E27FC236}">
                  <a16:creationId xmlns:a16="http://schemas.microsoft.com/office/drawing/2014/main" id="{D30D1579-6E54-C270-340D-1ABBDFFF0958}"/>
                </a:ext>
              </a:extLst>
            </p:cNvPr>
            <p:cNvSpPr/>
            <p:nvPr/>
          </p:nvSpPr>
          <p:spPr>
            <a:xfrm>
              <a:off x="1833700" y="2688775"/>
              <a:ext cx="69825" cy="3025"/>
            </a:xfrm>
            <a:custGeom>
              <a:avLst/>
              <a:gdLst/>
              <a:ahLst/>
              <a:cxnLst/>
              <a:rect l="l" t="t" r="r" b="b"/>
              <a:pathLst>
                <a:path w="2793" h="121" extrusionOk="0">
                  <a:moveTo>
                    <a:pt x="56" y="0"/>
                  </a:moveTo>
                  <a:cubicBezTo>
                    <a:pt x="19" y="0"/>
                    <a:pt x="1" y="28"/>
                    <a:pt x="1" y="56"/>
                  </a:cubicBezTo>
                  <a:cubicBezTo>
                    <a:pt x="1" y="93"/>
                    <a:pt x="19" y="121"/>
                    <a:pt x="56" y="121"/>
                  </a:cubicBezTo>
                  <a:lnTo>
                    <a:pt x="2737" y="121"/>
                  </a:lnTo>
                  <a:cubicBezTo>
                    <a:pt x="2765" y="121"/>
                    <a:pt x="2793" y="93"/>
                    <a:pt x="2793" y="56"/>
                  </a:cubicBezTo>
                  <a:cubicBezTo>
                    <a:pt x="2793" y="28"/>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a:extLst>
                <a:ext uri="{FF2B5EF4-FFF2-40B4-BE49-F238E27FC236}">
                  <a16:creationId xmlns:a16="http://schemas.microsoft.com/office/drawing/2014/main" id="{54A891C2-E523-6996-B8C9-3B6DFB22FC18}"/>
                </a:ext>
              </a:extLst>
            </p:cNvPr>
            <p:cNvSpPr/>
            <p:nvPr/>
          </p:nvSpPr>
          <p:spPr>
            <a:xfrm>
              <a:off x="1917425" y="2688775"/>
              <a:ext cx="26925" cy="3025"/>
            </a:xfrm>
            <a:custGeom>
              <a:avLst/>
              <a:gdLst/>
              <a:ahLst/>
              <a:cxnLst/>
              <a:rect l="l" t="t" r="r" b="b"/>
              <a:pathLst>
                <a:path w="1077" h="121" extrusionOk="0">
                  <a:moveTo>
                    <a:pt x="56" y="0"/>
                  </a:moveTo>
                  <a:cubicBezTo>
                    <a:pt x="28" y="0"/>
                    <a:pt x="1" y="28"/>
                    <a:pt x="1" y="56"/>
                  </a:cubicBezTo>
                  <a:cubicBezTo>
                    <a:pt x="1" y="93"/>
                    <a:pt x="28" y="121"/>
                    <a:pt x="56" y="121"/>
                  </a:cubicBezTo>
                  <a:lnTo>
                    <a:pt x="1012" y="121"/>
                  </a:lnTo>
                  <a:cubicBezTo>
                    <a:pt x="1049" y="121"/>
                    <a:pt x="1077" y="93"/>
                    <a:pt x="1077" y="56"/>
                  </a:cubicBezTo>
                  <a:cubicBezTo>
                    <a:pt x="1077" y="28"/>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a:extLst>
                <a:ext uri="{FF2B5EF4-FFF2-40B4-BE49-F238E27FC236}">
                  <a16:creationId xmlns:a16="http://schemas.microsoft.com/office/drawing/2014/main" id="{C4BA3443-C10D-640C-5F3C-A9E8533E51E3}"/>
                </a:ext>
              </a:extLst>
            </p:cNvPr>
            <p:cNvSpPr/>
            <p:nvPr/>
          </p:nvSpPr>
          <p:spPr>
            <a:xfrm>
              <a:off x="1960575" y="2605750"/>
              <a:ext cx="24825" cy="2800"/>
            </a:xfrm>
            <a:custGeom>
              <a:avLst/>
              <a:gdLst/>
              <a:ahLst/>
              <a:cxnLst/>
              <a:rect l="l" t="t" r="r" b="b"/>
              <a:pathLst>
                <a:path w="993" h="112" extrusionOk="0">
                  <a:moveTo>
                    <a:pt x="56" y="0"/>
                  </a:moveTo>
                  <a:cubicBezTo>
                    <a:pt x="19" y="0"/>
                    <a:pt x="0" y="19"/>
                    <a:pt x="0" y="56"/>
                  </a:cubicBezTo>
                  <a:cubicBezTo>
                    <a:pt x="0" y="84"/>
                    <a:pt x="19" y="112"/>
                    <a:pt x="56" y="112"/>
                  </a:cubicBezTo>
                  <a:lnTo>
                    <a:pt x="937" y="112"/>
                  </a:lnTo>
                  <a:cubicBezTo>
                    <a:pt x="965" y="112"/>
                    <a:pt x="993" y="84"/>
                    <a:pt x="993" y="56"/>
                  </a:cubicBezTo>
                  <a:cubicBezTo>
                    <a:pt x="993" y="19"/>
                    <a:pt x="965" y="0"/>
                    <a:pt x="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3">
              <a:extLst>
                <a:ext uri="{FF2B5EF4-FFF2-40B4-BE49-F238E27FC236}">
                  <a16:creationId xmlns:a16="http://schemas.microsoft.com/office/drawing/2014/main" id="{E7F5E9CD-F11A-1276-3FB8-15BF6674D955}"/>
                </a:ext>
              </a:extLst>
            </p:cNvPr>
            <p:cNvSpPr/>
            <p:nvPr/>
          </p:nvSpPr>
          <p:spPr>
            <a:xfrm>
              <a:off x="1915350" y="2657450"/>
              <a:ext cx="70050" cy="3050"/>
            </a:xfrm>
            <a:custGeom>
              <a:avLst/>
              <a:gdLst/>
              <a:ahLst/>
              <a:cxnLst/>
              <a:rect l="l" t="t" r="r" b="b"/>
              <a:pathLst>
                <a:path w="2802" h="122" extrusionOk="0">
                  <a:moveTo>
                    <a:pt x="65" y="1"/>
                  </a:moveTo>
                  <a:cubicBezTo>
                    <a:pt x="28" y="1"/>
                    <a:pt x="0" y="29"/>
                    <a:pt x="0" y="66"/>
                  </a:cubicBezTo>
                  <a:cubicBezTo>
                    <a:pt x="0" y="94"/>
                    <a:pt x="28" y="121"/>
                    <a:pt x="65" y="121"/>
                  </a:cubicBezTo>
                  <a:lnTo>
                    <a:pt x="2746" y="121"/>
                  </a:lnTo>
                  <a:cubicBezTo>
                    <a:pt x="2774" y="121"/>
                    <a:pt x="2802" y="94"/>
                    <a:pt x="2802" y="66"/>
                  </a:cubicBezTo>
                  <a:cubicBezTo>
                    <a:pt x="2802" y="29"/>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3">
              <a:extLst>
                <a:ext uri="{FF2B5EF4-FFF2-40B4-BE49-F238E27FC236}">
                  <a16:creationId xmlns:a16="http://schemas.microsoft.com/office/drawing/2014/main" id="{6681D536-4BCB-1E48-7FE0-FB127A4B471A}"/>
                </a:ext>
              </a:extLst>
            </p:cNvPr>
            <p:cNvSpPr/>
            <p:nvPr/>
          </p:nvSpPr>
          <p:spPr>
            <a:xfrm>
              <a:off x="1874750" y="2657450"/>
              <a:ext cx="26700" cy="3050"/>
            </a:xfrm>
            <a:custGeom>
              <a:avLst/>
              <a:gdLst/>
              <a:ahLst/>
              <a:cxnLst/>
              <a:rect l="l" t="t" r="r" b="b"/>
              <a:pathLst>
                <a:path w="1068" h="122" extrusionOk="0">
                  <a:moveTo>
                    <a:pt x="56" y="1"/>
                  </a:moveTo>
                  <a:cubicBezTo>
                    <a:pt x="28" y="1"/>
                    <a:pt x="1" y="29"/>
                    <a:pt x="1" y="66"/>
                  </a:cubicBezTo>
                  <a:cubicBezTo>
                    <a:pt x="1" y="94"/>
                    <a:pt x="28" y="121"/>
                    <a:pt x="56" y="121"/>
                  </a:cubicBezTo>
                  <a:lnTo>
                    <a:pt x="1012" y="121"/>
                  </a:lnTo>
                  <a:cubicBezTo>
                    <a:pt x="1049" y="121"/>
                    <a:pt x="1067" y="94"/>
                    <a:pt x="1067" y="66"/>
                  </a:cubicBezTo>
                  <a:cubicBezTo>
                    <a:pt x="1067" y="29"/>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3">
              <a:extLst>
                <a:ext uri="{FF2B5EF4-FFF2-40B4-BE49-F238E27FC236}">
                  <a16:creationId xmlns:a16="http://schemas.microsoft.com/office/drawing/2014/main" id="{F52C80E1-677C-FFC2-1B17-0958CA2AEB30}"/>
                </a:ext>
              </a:extLst>
            </p:cNvPr>
            <p:cNvSpPr/>
            <p:nvPr/>
          </p:nvSpPr>
          <p:spPr>
            <a:xfrm>
              <a:off x="1833700" y="2657450"/>
              <a:ext cx="24850" cy="3050"/>
            </a:xfrm>
            <a:custGeom>
              <a:avLst/>
              <a:gdLst/>
              <a:ahLst/>
              <a:cxnLst/>
              <a:rect l="l" t="t" r="r" b="b"/>
              <a:pathLst>
                <a:path w="994" h="122" extrusionOk="0">
                  <a:moveTo>
                    <a:pt x="56" y="1"/>
                  </a:moveTo>
                  <a:cubicBezTo>
                    <a:pt x="19" y="1"/>
                    <a:pt x="1" y="29"/>
                    <a:pt x="1" y="66"/>
                  </a:cubicBezTo>
                  <a:cubicBezTo>
                    <a:pt x="1" y="94"/>
                    <a:pt x="19" y="121"/>
                    <a:pt x="56" y="121"/>
                  </a:cubicBezTo>
                  <a:lnTo>
                    <a:pt x="938" y="121"/>
                  </a:lnTo>
                  <a:cubicBezTo>
                    <a:pt x="965" y="121"/>
                    <a:pt x="993" y="94"/>
                    <a:pt x="993" y="66"/>
                  </a:cubicBezTo>
                  <a:cubicBezTo>
                    <a:pt x="993" y="29"/>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3">
              <a:extLst>
                <a:ext uri="{FF2B5EF4-FFF2-40B4-BE49-F238E27FC236}">
                  <a16:creationId xmlns:a16="http://schemas.microsoft.com/office/drawing/2014/main" id="{0C1EA66F-EE61-E63D-D7ED-7CDBA0D8E511}"/>
                </a:ext>
              </a:extLst>
            </p:cNvPr>
            <p:cNvSpPr/>
            <p:nvPr/>
          </p:nvSpPr>
          <p:spPr>
            <a:xfrm>
              <a:off x="1874750" y="2716825"/>
              <a:ext cx="26700" cy="3050"/>
            </a:xfrm>
            <a:custGeom>
              <a:avLst/>
              <a:gdLst/>
              <a:ahLst/>
              <a:cxnLst/>
              <a:rect l="l" t="t" r="r" b="b"/>
              <a:pathLst>
                <a:path w="1068" h="122" extrusionOk="0">
                  <a:moveTo>
                    <a:pt x="56" y="1"/>
                  </a:moveTo>
                  <a:cubicBezTo>
                    <a:pt x="28" y="1"/>
                    <a:pt x="1" y="29"/>
                    <a:pt x="1" y="66"/>
                  </a:cubicBezTo>
                  <a:cubicBezTo>
                    <a:pt x="1" y="93"/>
                    <a:pt x="28" y="121"/>
                    <a:pt x="56" y="121"/>
                  </a:cubicBezTo>
                  <a:lnTo>
                    <a:pt x="1012" y="121"/>
                  </a:lnTo>
                  <a:cubicBezTo>
                    <a:pt x="1049" y="121"/>
                    <a:pt x="1067" y="93"/>
                    <a:pt x="1067" y="66"/>
                  </a:cubicBezTo>
                  <a:cubicBezTo>
                    <a:pt x="1067" y="29"/>
                    <a:pt x="1049" y="1"/>
                    <a:pt x="10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3">
              <a:extLst>
                <a:ext uri="{FF2B5EF4-FFF2-40B4-BE49-F238E27FC236}">
                  <a16:creationId xmlns:a16="http://schemas.microsoft.com/office/drawing/2014/main" id="{0D176EE7-4E16-6661-AA7B-2EA7C4E9DE18}"/>
                </a:ext>
              </a:extLst>
            </p:cNvPr>
            <p:cNvSpPr/>
            <p:nvPr/>
          </p:nvSpPr>
          <p:spPr>
            <a:xfrm>
              <a:off x="1833700" y="2716825"/>
              <a:ext cx="24850" cy="3050"/>
            </a:xfrm>
            <a:custGeom>
              <a:avLst/>
              <a:gdLst/>
              <a:ahLst/>
              <a:cxnLst/>
              <a:rect l="l" t="t" r="r" b="b"/>
              <a:pathLst>
                <a:path w="994" h="122" extrusionOk="0">
                  <a:moveTo>
                    <a:pt x="56" y="1"/>
                  </a:moveTo>
                  <a:cubicBezTo>
                    <a:pt x="19" y="1"/>
                    <a:pt x="1" y="29"/>
                    <a:pt x="1" y="66"/>
                  </a:cubicBezTo>
                  <a:cubicBezTo>
                    <a:pt x="1" y="93"/>
                    <a:pt x="19" y="121"/>
                    <a:pt x="56" y="121"/>
                  </a:cubicBezTo>
                  <a:lnTo>
                    <a:pt x="938" y="121"/>
                  </a:lnTo>
                  <a:cubicBezTo>
                    <a:pt x="965" y="121"/>
                    <a:pt x="993" y="93"/>
                    <a:pt x="993" y="66"/>
                  </a:cubicBezTo>
                  <a:cubicBezTo>
                    <a:pt x="993" y="29"/>
                    <a:pt x="965" y="1"/>
                    <a:pt x="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3">
              <a:extLst>
                <a:ext uri="{FF2B5EF4-FFF2-40B4-BE49-F238E27FC236}">
                  <a16:creationId xmlns:a16="http://schemas.microsoft.com/office/drawing/2014/main" id="{C57234EE-4012-A86B-45E9-464830E6E3D6}"/>
                </a:ext>
              </a:extLst>
            </p:cNvPr>
            <p:cNvSpPr/>
            <p:nvPr/>
          </p:nvSpPr>
          <p:spPr>
            <a:xfrm>
              <a:off x="1833700" y="2631250"/>
              <a:ext cx="37375" cy="3050"/>
            </a:xfrm>
            <a:custGeom>
              <a:avLst/>
              <a:gdLst/>
              <a:ahLst/>
              <a:cxnLst/>
              <a:rect l="l" t="t" r="r" b="b"/>
              <a:pathLst>
                <a:path w="1495" h="122" extrusionOk="0">
                  <a:moveTo>
                    <a:pt x="56" y="1"/>
                  </a:moveTo>
                  <a:cubicBezTo>
                    <a:pt x="19" y="1"/>
                    <a:pt x="1" y="28"/>
                    <a:pt x="1" y="66"/>
                  </a:cubicBezTo>
                  <a:cubicBezTo>
                    <a:pt x="1" y="93"/>
                    <a:pt x="19" y="121"/>
                    <a:pt x="56" y="121"/>
                  </a:cubicBezTo>
                  <a:lnTo>
                    <a:pt x="1439" y="121"/>
                  </a:lnTo>
                  <a:cubicBezTo>
                    <a:pt x="1466" y="121"/>
                    <a:pt x="1494" y="93"/>
                    <a:pt x="1494" y="66"/>
                  </a:cubicBezTo>
                  <a:cubicBezTo>
                    <a:pt x="1494" y="28"/>
                    <a:pt x="1466" y="1"/>
                    <a:pt x="14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3">
              <a:extLst>
                <a:ext uri="{FF2B5EF4-FFF2-40B4-BE49-F238E27FC236}">
                  <a16:creationId xmlns:a16="http://schemas.microsoft.com/office/drawing/2014/main" id="{8C77ACC4-68EC-C1A3-8F62-8972A16F1FD5}"/>
                </a:ext>
              </a:extLst>
            </p:cNvPr>
            <p:cNvSpPr/>
            <p:nvPr/>
          </p:nvSpPr>
          <p:spPr>
            <a:xfrm>
              <a:off x="1882650" y="2631250"/>
              <a:ext cx="61700" cy="3050"/>
            </a:xfrm>
            <a:custGeom>
              <a:avLst/>
              <a:gdLst/>
              <a:ahLst/>
              <a:cxnLst/>
              <a:rect l="l" t="t" r="r" b="b"/>
              <a:pathLst>
                <a:path w="2468" h="122" extrusionOk="0">
                  <a:moveTo>
                    <a:pt x="65" y="1"/>
                  </a:moveTo>
                  <a:cubicBezTo>
                    <a:pt x="28" y="1"/>
                    <a:pt x="0" y="28"/>
                    <a:pt x="0" y="66"/>
                  </a:cubicBezTo>
                  <a:cubicBezTo>
                    <a:pt x="0" y="93"/>
                    <a:pt x="28" y="121"/>
                    <a:pt x="65" y="121"/>
                  </a:cubicBezTo>
                  <a:lnTo>
                    <a:pt x="2403" y="121"/>
                  </a:lnTo>
                  <a:cubicBezTo>
                    <a:pt x="2440" y="121"/>
                    <a:pt x="2468" y="93"/>
                    <a:pt x="2468" y="66"/>
                  </a:cubicBezTo>
                  <a:cubicBezTo>
                    <a:pt x="2468" y="28"/>
                    <a:pt x="2440" y="1"/>
                    <a:pt x="24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3">
              <a:extLst>
                <a:ext uri="{FF2B5EF4-FFF2-40B4-BE49-F238E27FC236}">
                  <a16:creationId xmlns:a16="http://schemas.microsoft.com/office/drawing/2014/main" id="{267BD30E-02E7-A24D-18B9-1FACDA168EEF}"/>
                </a:ext>
              </a:extLst>
            </p:cNvPr>
            <p:cNvSpPr/>
            <p:nvPr/>
          </p:nvSpPr>
          <p:spPr>
            <a:xfrm>
              <a:off x="1960575" y="263125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3">
              <a:extLst>
                <a:ext uri="{FF2B5EF4-FFF2-40B4-BE49-F238E27FC236}">
                  <a16:creationId xmlns:a16="http://schemas.microsoft.com/office/drawing/2014/main" id="{0D682C09-596E-C515-7085-061FC3428BC4}"/>
                </a:ext>
              </a:extLst>
            </p:cNvPr>
            <p:cNvSpPr/>
            <p:nvPr/>
          </p:nvSpPr>
          <p:spPr>
            <a:xfrm>
              <a:off x="1833250" y="2744425"/>
              <a:ext cx="61475" cy="3050"/>
            </a:xfrm>
            <a:custGeom>
              <a:avLst/>
              <a:gdLst/>
              <a:ahLst/>
              <a:cxnLst/>
              <a:rect l="l" t="t" r="r" b="b"/>
              <a:pathLst>
                <a:path w="2459" h="122" extrusionOk="0">
                  <a:moveTo>
                    <a:pt x="56" y="1"/>
                  </a:moveTo>
                  <a:cubicBezTo>
                    <a:pt x="19" y="1"/>
                    <a:pt x="0" y="28"/>
                    <a:pt x="0" y="66"/>
                  </a:cubicBezTo>
                  <a:cubicBezTo>
                    <a:pt x="0" y="93"/>
                    <a:pt x="19" y="121"/>
                    <a:pt x="56" y="121"/>
                  </a:cubicBezTo>
                  <a:lnTo>
                    <a:pt x="2393" y="121"/>
                  </a:lnTo>
                  <a:cubicBezTo>
                    <a:pt x="2431" y="121"/>
                    <a:pt x="2458" y="93"/>
                    <a:pt x="2458" y="66"/>
                  </a:cubicBezTo>
                  <a:cubicBezTo>
                    <a:pt x="2458" y="28"/>
                    <a:pt x="2431" y="1"/>
                    <a:pt x="2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3">
              <a:extLst>
                <a:ext uri="{FF2B5EF4-FFF2-40B4-BE49-F238E27FC236}">
                  <a16:creationId xmlns:a16="http://schemas.microsoft.com/office/drawing/2014/main" id="{16066CD1-8746-B557-25AC-2887695CB3BF}"/>
                </a:ext>
              </a:extLst>
            </p:cNvPr>
            <p:cNvSpPr/>
            <p:nvPr/>
          </p:nvSpPr>
          <p:spPr>
            <a:xfrm>
              <a:off x="1833250" y="2770400"/>
              <a:ext cx="24825" cy="2800"/>
            </a:xfrm>
            <a:custGeom>
              <a:avLst/>
              <a:gdLst/>
              <a:ahLst/>
              <a:cxnLst/>
              <a:rect l="l" t="t" r="r" b="b"/>
              <a:pathLst>
                <a:path w="993" h="112" extrusionOk="0">
                  <a:moveTo>
                    <a:pt x="56" y="1"/>
                  </a:moveTo>
                  <a:cubicBezTo>
                    <a:pt x="28" y="1"/>
                    <a:pt x="0" y="28"/>
                    <a:pt x="0" y="56"/>
                  </a:cubicBezTo>
                  <a:cubicBezTo>
                    <a:pt x="0" y="93"/>
                    <a:pt x="28" y="112"/>
                    <a:pt x="56" y="112"/>
                  </a:cubicBezTo>
                  <a:lnTo>
                    <a:pt x="937" y="112"/>
                  </a:lnTo>
                  <a:cubicBezTo>
                    <a:pt x="974" y="112"/>
                    <a:pt x="993" y="93"/>
                    <a:pt x="993" y="56"/>
                  </a:cubicBezTo>
                  <a:cubicBezTo>
                    <a:pt x="993" y="28"/>
                    <a:pt x="974"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3">
              <a:extLst>
                <a:ext uri="{FF2B5EF4-FFF2-40B4-BE49-F238E27FC236}">
                  <a16:creationId xmlns:a16="http://schemas.microsoft.com/office/drawing/2014/main" id="{5901A0B3-012D-E9B9-4497-8FF94992FCBA}"/>
                </a:ext>
              </a:extLst>
            </p:cNvPr>
            <p:cNvSpPr/>
            <p:nvPr/>
          </p:nvSpPr>
          <p:spPr>
            <a:xfrm>
              <a:off x="1630775" y="2920000"/>
              <a:ext cx="550375" cy="380600"/>
            </a:xfrm>
            <a:custGeom>
              <a:avLst/>
              <a:gdLst/>
              <a:ahLst/>
              <a:cxnLst/>
              <a:rect l="l" t="t" r="r" b="b"/>
              <a:pathLst>
                <a:path w="22015" h="15224" extrusionOk="0">
                  <a:moveTo>
                    <a:pt x="576" y="0"/>
                  </a:moveTo>
                  <a:cubicBezTo>
                    <a:pt x="260" y="0"/>
                    <a:pt x="1" y="260"/>
                    <a:pt x="1" y="575"/>
                  </a:cubicBezTo>
                  <a:lnTo>
                    <a:pt x="1" y="15019"/>
                  </a:lnTo>
                  <a:cubicBezTo>
                    <a:pt x="1" y="15130"/>
                    <a:pt x="93" y="15223"/>
                    <a:pt x="205" y="15223"/>
                  </a:cubicBezTo>
                  <a:lnTo>
                    <a:pt x="21810" y="15223"/>
                  </a:lnTo>
                  <a:cubicBezTo>
                    <a:pt x="21921" y="15223"/>
                    <a:pt x="22014" y="15130"/>
                    <a:pt x="22014" y="15019"/>
                  </a:cubicBezTo>
                  <a:lnTo>
                    <a:pt x="22014" y="575"/>
                  </a:lnTo>
                  <a:cubicBezTo>
                    <a:pt x="22014" y="260"/>
                    <a:pt x="21754" y="0"/>
                    <a:pt x="21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3">
              <a:extLst>
                <a:ext uri="{FF2B5EF4-FFF2-40B4-BE49-F238E27FC236}">
                  <a16:creationId xmlns:a16="http://schemas.microsoft.com/office/drawing/2014/main" id="{A7370203-F059-4045-6816-C27B168451DD}"/>
                </a:ext>
              </a:extLst>
            </p:cNvPr>
            <p:cNvSpPr/>
            <p:nvPr/>
          </p:nvSpPr>
          <p:spPr>
            <a:xfrm>
              <a:off x="1629375" y="2918600"/>
              <a:ext cx="553150" cy="383375"/>
            </a:xfrm>
            <a:custGeom>
              <a:avLst/>
              <a:gdLst/>
              <a:ahLst/>
              <a:cxnLst/>
              <a:rect l="l" t="t" r="r" b="b"/>
              <a:pathLst>
                <a:path w="22126" h="15335" extrusionOk="0">
                  <a:moveTo>
                    <a:pt x="21495" y="121"/>
                  </a:moveTo>
                  <a:cubicBezTo>
                    <a:pt x="21773" y="121"/>
                    <a:pt x="22005" y="344"/>
                    <a:pt x="22005" y="631"/>
                  </a:cubicBezTo>
                  <a:lnTo>
                    <a:pt x="22005" y="15075"/>
                  </a:lnTo>
                  <a:cubicBezTo>
                    <a:pt x="22005" y="15149"/>
                    <a:pt x="21940" y="15214"/>
                    <a:pt x="21866" y="15214"/>
                  </a:cubicBezTo>
                  <a:lnTo>
                    <a:pt x="251" y="15214"/>
                  </a:lnTo>
                  <a:cubicBezTo>
                    <a:pt x="177" y="15214"/>
                    <a:pt x="112" y="15149"/>
                    <a:pt x="112" y="15075"/>
                  </a:cubicBezTo>
                  <a:lnTo>
                    <a:pt x="112" y="631"/>
                  </a:lnTo>
                  <a:cubicBezTo>
                    <a:pt x="112" y="344"/>
                    <a:pt x="344" y="121"/>
                    <a:pt x="632" y="121"/>
                  </a:cubicBezTo>
                  <a:close/>
                  <a:moveTo>
                    <a:pt x="632" y="0"/>
                  </a:moveTo>
                  <a:cubicBezTo>
                    <a:pt x="279" y="0"/>
                    <a:pt x="1" y="288"/>
                    <a:pt x="1" y="631"/>
                  </a:cubicBezTo>
                  <a:lnTo>
                    <a:pt x="1" y="15075"/>
                  </a:lnTo>
                  <a:cubicBezTo>
                    <a:pt x="1" y="15214"/>
                    <a:pt x="112" y="15335"/>
                    <a:pt x="261" y="15335"/>
                  </a:cubicBezTo>
                  <a:lnTo>
                    <a:pt x="21866" y="15335"/>
                  </a:lnTo>
                  <a:cubicBezTo>
                    <a:pt x="22005" y="15335"/>
                    <a:pt x="22126" y="15214"/>
                    <a:pt x="22126" y="15075"/>
                  </a:cubicBezTo>
                  <a:lnTo>
                    <a:pt x="22126" y="631"/>
                  </a:lnTo>
                  <a:cubicBezTo>
                    <a:pt x="22126" y="288"/>
                    <a:pt x="21838" y="0"/>
                    <a:pt x="214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3">
              <a:extLst>
                <a:ext uri="{FF2B5EF4-FFF2-40B4-BE49-F238E27FC236}">
                  <a16:creationId xmlns:a16="http://schemas.microsoft.com/office/drawing/2014/main" id="{D2F68CD0-BF35-5012-BF90-CD8EB53CA47F}"/>
                </a:ext>
              </a:extLst>
            </p:cNvPr>
            <p:cNvSpPr/>
            <p:nvPr/>
          </p:nvSpPr>
          <p:spPr>
            <a:xfrm>
              <a:off x="1670900" y="2956625"/>
              <a:ext cx="469875" cy="307325"/>
            </a:xfrm>
            <a:custGeom>
              <a:avLst/>
              <a:gdLst/>
              <a:ahLst/>
              <a:cxnLst/>
              <a:rect l="l" t="t" r="r" b="b"/>
              <a:pathLst>
                <a:path w="18795" h="12293" extrusionOk="0">
                  <a:moveTo>
                    <a:pt x="0" y="1"/>
                  </a:moveTo>
                  <a:lnTo>
                    <a:pt x="0" y="12292"/>
                  </a:lnTo>
                  <a:lnTo>
                    <a:pt x="18795" y="12292"/>
                  </a:lnTo>
                  <a:lnTo>
                    <a:pt x="187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3">
              <a:extLst>
                <a:ext uri="{FF2B5EF4-FFF2-40B4-BE49-F238E27FC236}">
                  <a16:creationId xmlns:a16="http://schemas.microsoft.com/office/drawing/2014/main" id="{411B4EEE-D45E-866C-59D6-9C62510620CC}"/>
                </a:ext>
              </a:extLst>
            </p:cNvPr>
            <p:cNvSpPr/>
            <p:nvPr/>
          </p:nvSpPr>
          <p:spPr>
            <a:xfrm>
              <a:off x="1669500" y="2955000"/>
              <a:ext cx="472675" cy="310325"/>
            </a:xfrm>
            <a:custGeom>
              <a:avLst/>
              <a:gdLst/>
              <a:ahLst/>
              <a:cxnLst/>
              <a:rect l="l" t="t" r="r" b="b"/>
              <a:pathLst>
                <a:path w="18907" h="12413" extrusionOk="0">
                  <a:moveTo>
                    <a:pt x="18795" y="121"/>
                  </a:moveTo>
                  <a:lnTo>
                    <a:pt x="18795" y="12302"/>
                  </a:lnTo>
                  <a:lnTo>
                    <a:pt x="121" y="12302"/>
                  </a:lnTo>
                  <a:lnTo>
                    <a:pt x="121" y="121"/>
                  </a:lnTo>
                  <a:close/>
                  <a:moveTo>
                    <a:pt x="56" y="1"/>
                  </a:moveTo>
                  <a:cubicBezTo>
                    <a:pt x="29" y="1"/>
                    <a:pt x="1" y="29"/>
                    <a:pt x="1" y="66"/>
                  </a:cubicBezTo>
                  <a:lnTo>
                    <a:pt x="1" y="12357"/>
                  </a:lnTo>
                  <a:cubicBezTo>
                    <a:pt x="1" y="12394"/>
                    <a:pt x="29" y="12413"/>
                    <a:pt x="56" y="12413"/>
                  </a:cubicBezTo>
                  <a:lnTo>
                    <a:pt x="18851" y="12413"/>
                  </a:lnTo>
                  <a:cubicBezTo>
                    <a:pt x="18888" y="12413"/>
                    <a:pt x="18907" y="12394"/>
                    <a:pt x="18907" y="12357"/>
                  </a:cubicBezTo>
                  <a:lnTo>
                    <a:pt x="18907" y="66"/>
                  </a:lnTo>
                  <a:cubicBezTo>
                    <a:pt x="18907" y="29"/>
                    <a:pt x="18879" y="1"/>
                    <a:pt x="188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3">
              <a:extLst>
                <a:ext uri="{FF2B5EF4-FFF2-40B4-BE49-F238E27FC236}">
                  <a16:creationId xmlns:a16="http://schemas.microsoft.com/office/drawing/2014/main" id="{CEF5AD19-58B1-E5C2-39D1-5B8472AC7933}"/>
                </a:ext>
              </a:extLst>
            </p:cNvPr>
            <p:cNvSpPr/>
            <p:nvPr/>
          </p:nvSpPr>
          <p:spPr>
            <a:xfrm>
              <a:off x="1900275" y="2932975"/>
              <a:ext cx="11375" cy="11400"/>
            </a:xfrm>
            <a:custGeom>
              <a:avLst/>
              <a:gdLst/>
              <a:ahLst/>
              <a:cxnLst/>
              <a:rect l="l" t="t" r="r" b="b"/>
              <a:pathLst>
                <a:path w="455" h="456" extrusionOk="0">
                  <a:moveTo>
                    <a:pt x="223" y="121"/>
                  </a:moveTo>
                  <a:cubicBezTo>
                    <a:pt x="288" y="121"/>
                    <a:pt x="334" y="168"/>
                    <a:pt x="334" y="232"/>
                  </a:cubicBezTo>
                  <a:cubicBezTo>
                    <a:pt x="334" y="288"/>
                    <a:pt x="288" y="344"/>
                    <a:pt x="223" y="344"/>
                  </a:cubicBezTo>
                  <a:cubicBezTo>
                    <a:pt x="167" y="344"/>
                    <a:pt x="111" y="288"/>
                    <a:pt x="111" y="232"/>
                  </a:cubicBezTo>
                  <a:cubicBezTo>
                    <a:pt x="111" y="168"/>
                    <a:pt x="167" y="121"/>
                    <a:pt x="223" y="121"/>
                  </a:cubicBezTo>
                  <a:close/>
                  <a:moveTo>
                    <a:pt x="223" y="1"/>
                  </a:moveTo>
                  <a:cubicBezTo>
                    <a:pt x="102" y="1"/>
                    <a:pt x="0" y="103"/>
                    <a:pt x="0" y="232"/>
                  </a:cubicBezTo>
                  <a:cubicBezTo>
                    <a:pt x="0" y="353"/>
                    <a:pt x="102" y="455"/>
                    <a:pt x="223" y="455"/>
                  </a:cubicBezTo>
                  <a:cubicBezTo>
                    <a:pt x="353" y="455"/>
                    <a:pt x="455" y="353"/>
                    <a:pt x="455" y="232"/>
                  </a:cubicBezTo>
                  <a:cubicBezTo>
                    <a:pt x="455" y="103"/>
                    <a:pt x="353" y="1"/>
                    <a:pt x="2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3">
              <a:extLst>
                <a:ext uri="{FF2B5EF4-FFF2-40B4-BE49-F238E27FC236}">
                  <a16:creationId xmlns:a16="http://schemas.microsoft.com/office/drawing/2014/main" id="{C0AE6130-9357-D440-F3D4-EF3E23F7EC2D}"/>
                </a:ext>
              </a:extLst>
            </p:cNvPr>
            <p:cNvSpPr/>
            <p:nvPr/>
          </p:nvSpPr>
          <p:spPr>
            <a:xfrm>
              <a:off x="1540800" y="3297550"/>
              <a:ext cx="730325" cy="49200"/>
            </a:xfrm>
            <a:custGeom>
              <a:avLst/>
              <a:gdLst/>
              <a:ahLst/>
              <a:cxnLst/>
              <a:rect l="l" t="t" r="r" b="b"/>
              <a:pathLst>
                <a:path w="29213" h="1968" extrusionOk="0">
                  <a:moveTo>
                    <a:pt x="0" y="0"/>
                  </a:moveTo>
                  <a:lnTo>
                    <a:pt x="0" y="1206"/>
                  </a:lnTo>
                  <a:cubicBezTo>
                    <a:pt x="0" y="1624"/>
                    <a:pt x="343" y="1967"/>
                    <a:pt x="761" y="1967"/>
                  </a:cubicBezTo>
                  <a:lnTo>
                    <a:pt x="28443" y="1967"/>
                  </a:lnTo>
                  <a:cubicBezTo>
                    <a:pt x="28869" y="1967"/>
                    <a:pt x="29213" y="1624"/>
                    <a:pt x="29213" y="1206"/>
                  </a:cubicBezTo>
                  <a:lnTo>
                    <a:pt x="292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3">
              <a:extLst>
                <a:ext uri="{FF2B5EF4-FFF2-40B4-BE49-F238E27FC236}">
                  <a16:creationId xmlns:a16="http://schemas.microsoft.com/office/drawing/2014/main" id="{AB9CA55B-D484-7C3C-49C6-12F630000F80}"/>
                </a:ext>
              </a:extLst>
            </p:cNvPr>
            <p:cNvSpPr/>
            <p:nvPr/>
          </p:nvSpPr>
          <p:spPr>
            <a:xfrm>
              <a:off x="1539175" y="3296150"/>
              <a:ext cx="733350" cy="52225"/>
            </a:xfrm>
            <a:custGeom>
              <a:avLst/>
              <a:gdLst/>
              <a:ahLst/>
              <a:cxnLst/>
              <a:rect l="l" t="t" r="r" b="b"/>
              <a:pathLst>
                <a:path w="29334" h="2089" extrusionOk="0">
                  <a:moveTo>
                    <a:pt x="29222" y="112"/>
                  </a:moveTo>
                  <a:lnTo>
                    <a:pt x="29222" y="1262"/>
                  </a:lnTo>
                  <a:cubicBezTo>
                    <a:pt x="29222" y="1652"/>
                    <a:pt x="28897" y="1967"/>
                    <a:pt x="28508" y="1967"/>
                  </a:cubicBezTo>
                  <a:lnTo>
                    <a:pt x="826" y="1967"/>
                  </a:lnTo>
                  <a:cubicBezTo>
                    <a:pt x="436" y="1967"/>
                    <a:pt x="121" y="1652"/>
                    <a:pt x="121" y="1262"/>
                  </a:cubicBezTo>
                  <a:lnTo>
                    <a:pt x="121" y="112"/>
                  </a:lnTo>
                  <a:close/>
                  <a:moveTo>
                    <a:pt x="65" y="1"/>
                  </a:moveTo>
                  <a:cubicBezTo>
                    <a:pt x="28" y="1"/>
                    <a:pt x="0" y="29"/>
                    <a:pt x="0" y="56"/>
                  </a:cubicBezTo>
                  <a:lnTo>
                    <a:pt x="0" y="1262"/>
                  </a:lnTo>
                  <a:cubicBezTo>
                    <a:pt x="0" y="1717"/>
                    <a:pt x="371" y="2088"/>
                    <a:pt x="826" y="2088"/>
                  </a:cubicBezTo>
                  <a:lnTo>
                    <a:pt x="28508" y="2088"/>
                  </a:lnTo>
                  <a:cubicBezTo>
                    <a:pt x="28962" y="2088"/>
                    <a:pt x="29333" y="1717"/>
                    <a:pt x="29333" y="1262"/>
                  </a:cubicBezTo>
                  <a:lnTo>
                    <a:pt x="29333" y="56"/>
                  </a:lnTo>
                  <a:cubicBezTo>
                    <a:pt x="29333" y="29"/>
                    <a:pt x="29305" y="1"/>
                    <a:pt x="29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3">
              <a:extLst>
                <a:ext uri="{FF2B5EF4-FFF2-40B4-BE49-F238E27FC236}">
                  <a16:creationId xmlns:a16="http://schemas.microsoft.com/office/drawing/2014/main" id="{E5DE7043-9E07-DA2F-97F1-66476BCFB684}"/>
                </a:ext>
              </a:extLst>
            </p:cNvPr>
            <p:cNvSpPr/>
            <p:nvPr/>
          </p:nvSpPr>
          <p:spPr>
            <a:xfrm>
              <a:off x="1546350" y="3333725"/>
              <a:ext cx="719200" cy="3050"/>
            </a:xfrm>
            <a:custGeom>
              <a:avLst/>
              <a:gdLst/>
              <a:ahLst/>
              <a:cxnLst/>
              <a:rect l="l" t="t" r="r" b="b"/>
              <a:pathLst>
                <a:path w="28768" h="122" extrusionOk="0">
                  <a:moveTo>
                    <a:pt x="56" y="1"/>
                  </a:moveTo>
                  <a:cubicBezTo>
                    <a:pt x="19" y="1"/>
                    <a:pt x="1" y="28"/>
                    <a:pt x="1" y="66"/>
                  </a:cubicBezTo>
                  <a:cubicBezTo>
                    <a:pt x="1" y="93"/>
                    <a:pt x="19" y="121"/>
                    <a:pt x="56" y="121"/>
                  </a:cubicBezTo>
                  <a:lnTo>
                    <a:pt x="28712" y="121"/>
                  </a:lnTo>
                  <a:cubicBezTo>
                    <a:pt x="28740" y="121"/>
                    <a:pt x="28768" y="93"/>
                    <a:pt x="28768" y="66"/>
                  </a:cubicBezTo>
                  <a:cubicBezTo>
                    <a:pt x="28768" y="28"/>
                    <a:pt x="28740" y="1"/>
                    <a:pt x="287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a:extLst>
                <a:ext uri="{FF2B5EF4-FFF2-40B4-BE49-F238E27FC236}">
                  <a16:creationId xmlns:a16="http://schemas.microsoft.com/office/drawing/2014/main" id="{E6917760-605D-3210-5113-2320B63D9576}"/>
                </a:ext>
              </a:extLst>
            </p:cNvPr>
            <p:cNvSpPr/>
            <p:nvPr/>
          </p:nvSpPr>
          <p:spPr>
            <a:xfrm>
              <a:off x="1836250" y="3300575"/>
              <a:ext cx="139400" cy="15550"/>
            </a:xfrm>
            <a:custGeom>
              <a:avLst/>
              <a:gdLst/>
              <a:ahLst/>
              <a:cxnLst/>
              <a:rect l="l" t="t" r="r" b="b"/>
              <a:pathLst>
                <a:path w="5576" h="622" extrusionOk="0">
                  <a:moveTo>
                    <a:pt x="1" y="0"/>
                  </a:moveTo>
                  <a:lnTo>
                    <a:pt x="1" y="622"/>
                  </a:lnTo>
                  <a:lnTo>
                    <a:pt x="5576" y="622"/>
                  </a:lnTo>
                  <a:lnTo>
                    <a:pt x="55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3">
              <a:extLst>
                <a:ext uri="{FF2B5EF4-FFF2-40B4-BE49-F238E27FC236}">
                  <a16:creationId xmlns:a16="http://schemas.microsoft.com/office/drawing/2014/main" id="{110BAEA0-66A0-2ADC-7F67-10959DBFFCC5}"/>
                </a:ext>
              </a:extLst>
            </p:cNvPr>
            <p:cNvSpPr/>
            <p:nvPr/>
          </p:nvSpPr>
          <p:spPr>
            <a:xfrm>
              <a:off x="1834875" y="3299175"/>
              <a:ext cx="142175" cy="18350"/>
            </a:xfrm>
            <a:custGeom>
              <a:avLst/>
              <a:gdLst/>
              <a:ahLst/>
              <a:cxnLst/>
              <a:rect l="l" t="t" r="r" b="b"/>
              <a:pathLst>
                <a:path w="5687" h="734" extrusionOk="0">
                  <a:moveTo>
                    <a:pt x="5566" y="121"/>
                  </a:moveTo>
                  <a:lnTo>
                    <a:pt x="5566" y="613"/>
                  </a:lnTo>
                  <a:lnTo>
                    <a:pt x="111" y="613"/>
                  </a:lnTo>
                  <a:lnTo>
                    <a:pt x="111" y="121"/>
                  </a:lnTo>
                  <a:close/>
                  <a:moveTo>
                    <a:pt x="56" y="0"/>
                  </a:moveTo>
                  <a:cubicBezTo>
                    <a:pt x="19" y="0"/>
                    <a:pt x="0" y="28"/>
                    <a:pt x="0" y="56"/>
                  </a:cubicBezTo>
                  <a:lnTo>
                    <a:pt x="0" y="678"/>
                  </a:lnTo>
                  <a:cubicBezTo>
                    <a:pt x="0" y="705"/>
                    <a:pt x="19" y="733"/>
                    <a:pt x="56" y="733"/>
                  </a:cubicBezTo>
                  <a:lnTo>
                    <a:pt x="5631" y="733"/>
                  </a:lnTo>
                  <a:cubicBezTo>
                    <a:pt x="5659" y="733"/>
                    <a:pt x="5687" y="705"/>
                    <a:pt x="5687" y="678"/>
                  </a:cubicBezTo>
                  <a:lnTo>
                    <a:pt x="5687" y="56"/>
                  </a:lnTo>
                  <a:cubicBezTo>
                    <a:pt x="5687" y="28"/>
                    <a:pt x="5659" y="0"/>
                    <a:pt x="5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a:extLst>
                <a:ext uri="{FF2B5EF4-FFF2-40B4-BE49-F238E27FC236}">
                  <a16:creationId xmlns:a16="http://schemas.microsoft.com/office/drawing/2014/main" id="{C1218F97-4867-B2EC-B854-8DD48DF54FF2}"/>
                </a:ext>
              </a:extLst>
            </p:cNvPr>
            <p:cNvSpPr/>
            <p:nvPr/>
          </p:nvSpPr>
          <p:spPr>
            <a:xfrm>
              <a:off x="1743950" y="3008825"/>
              <a:ext cx="294325" cy="215000"/>
            </a:xfrm>
            <a:custGeom>
              <a:avLst/>
              <a:gdLst/>
              <a:ahLst/>
              <a:cxnLst/>
              <a:rect l="l" t="t" r="r" b="b"/>
              <a:pathLst>
                <a:path w="11773" h="8600" extrusionOk="0">
                  <a:moveTo>
                    <a:pt x="223" y="0"/>
                  </a:moveTo>
                  <a:cubicBezTo>
                    <a:pt x="103" y="0"/>
                    <a:pt x="1" y="102"/>
                    <a:pt x="1" y="223"/>
                  </a:cubicBezTo>
                  <a:lnTo>
                    <a:pt x="1" y="8377"/>
                  </a:lnTo>
                  <a:cubicBezTo>
                    <a:pt x="1" y="8497"/>
                    <a:pt x="103" y="8599"/>
                    <a:pt x="223" y="8599"/>
                  </a:cubicBezTo>
                  <a:lnTo>
                    <a:pt x="11559" y="8599"/>
                  </a:lnTo>
                  <a:cubicBezTo>
                    <a:pt x="11680" y="8599"/>
                    <a:pt x="11773" y="8497"/>
                    <a:pt x="11773" y="8377"/>
                  </a:cubicBezTo>
                  <a:lnTo>
                    <a:pt x="11773" y="223"/>
                  </a:lnTo>
                  <a:cubicBezTo>
                    <a:pt x="11773" y="102"/>
                    <a:pt x="11680" y="0"/>
                    <a:pt x="115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a:extLst>
                <a:ext uri="{FF2B5EF4-FFF2-40B4-BE49-F238E27FC236}">
                  <a16:creationId xmlns:a16="http://schemas.microsoft.com/office/drawing/2014/main" id="{1435CEEF-410A-F98C-C108-ED3867239D27}"/>
                </a:ext>
              </a:extLst>
            </p:cNvPr>
            <p:cNvSpPr/>
            <p:nvPr/>
          </p:nvSpPr>
          <p:spPr>
            <a:xfrm>
              <a:off x="1760425" y="2992575"/>
              <a:ext cx="294325" cy="36200"/>
            </a:xfrm>
            <a:custGeom>
              <a:avLst/>
              <a:gdLst/>
              <a:ahLst/>
              <a:cxnLst/>
              <a:rect l="l" t="t" r="r" b="b"/>
              <a:pathLst>
                <a:path w="11773" h="1448" extrusionOk="0">
                  <a:moveTo>
                    <a:pt x="269" y="1"/>
                  </a:moveTo>
                  <a:cubicBezTo>
                    <a:pt x="121" y="1"/>
                    <a:pt x="0" y="121"/>
                    <a:pt x="0" y="260"/>
                  </a:cubicBezTo>
                  <a:lnTo>
                    <a:pt x="0" y="1448"/>
                  </a:lnTo>
                  <a:lnTo>
                    <a:pt x="11772" y="1448"/>
                  </a:lnTo>
                  <a:lnTo>
                    <a:pt x="11772" y="344"/>
                  </a:lnTo>
                  <a:cubicBezTo>
                    <a:pt x="11772" y="158"/>
                    <a:pt x="11624" y="1"/>
                    <a:pt x="1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a:extLst>
                <a:ext uri="{FF2B5EF4-FFF2-40B4-BE49-F238E27FC236}">
                  <a16:creationId xmlns:a16="http://schemas.microsoft.com/office/drawing/2014/main" id="{4A0D6D38-F7A4-5416-1895-B33F0F362836}"/>
                </a:ext>
              </a:extLst>
            </p:cNvPr>
            <p:cNvSpPr/>
            <p:nvPr/>
          </p:nvSpPr>
          <p:spPr>
            <a:xfrm>
              <a:off x="1759025" y="2991175"/>
              <a:ext cx="297350" cy="39000"/>
            </a:xfrm>
            <a:custGeom>
              <a:avLst/>
              <a:gdLst/>
              <a:ahLst/>
              <a:cxnLst/>
              <a:rect l="l" t="t" r="r" b="b"/>
              <a:pathLst>
                <a:path w="11894" h="1560" extrusionOk="0">
                  <a:moveTo>
                    <a:pt x="11494" y="112"/>
                  </a:moveTo>
                  <a:cubicBezTo>
                    <a:pt x="11643" y="112"/>
                    <a:pt x="11773" y="242"/>
                    <a:pt x="11773" y="400"/>
                  </a:cubicBezTo>
                  <a:lnTo>
                    <a:pt x="11773" y="1448"/>
                  </a:lnTo>
                  <a:lnTo>
                    <a:pt x="112" y="1448"/>
                  </a:lnTo>
                  <a:lnTo>
                    <a:pt x="112" y="316"/>
                  </a:lnTo>
                  <a:cubicBezTo>
                    <a:pt x="112" y="205"/>
                    <a:pt x="205" y="112"/>
                    <a:pt x="325" y="112"/>
                  </a:cubicBezTo>
                  <a:close/>
                  <a:moveTo>
                    <a:pt x="316" y="1"/>
                  </a:moveTo>
                  <a:cubicBezTo>
                    <a:pt x="140" y="1"/>
                    <a:pt x="1" y="140"/>
                    <a:pt x="1" y="326"/>
                  </a:cubicBezTo>
                  <a:lnTo>
                    <a:pt x="1" y="1559"/>
                  </a:lnTo>
                  <a:lnTo>
                    <a:pt x="11893" y="1559"/>
                  </a:lnTo>
                  <a:lnTo>
                    <a:pt x="11893" y="400"/>
                  </a:lnTo>
                  <a:cubicBezTo>
                    <a:pt x="11893" y="177"/>
                    <a:pt x="11708" y="1"/>
                    <a:pt x="11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3">
              <a:extLst>
                <a:ext uri="{FF2B5EF4-FFF2-40B4-BE49-F238E27FC236}">
                  <a16:creationId xmlns:a16="http://schemas.microsoft.com/office/drawing/2014/main" id="{684315CE-D835-561D-C6FB-742218251223}"/>
                </a:ext>
              </a:extLst>
            </p:cNvPr>
            <p:cNvSpPr/>
            <p:nvPr/>
          </p:nvSpPr>
          <p:spPr>
            <a:xfrm>
              <a:off x="1793350" y="3003250"/>
              <a:ext cx="14175" cy="14175"/>
            </a:xfrm>
            <a:custGeom>
              <a:avLst/>
              <a:gdLst/>
              <a:ahLst/>
              <a:cxnLst/>
              <a:rect l="l" t="t" r="r" b="b"/>
              <a:pathLst>
                <a:path w="567" h="567" extrusionOk="0">
                  <a:moveTo>
                    <a:pt x="279" y="121"/>
                  </a:moveTo>
                  <a:cubicBezTo>
                    <a:pt x="372" y="121"/>
                    <a:pt x="446" y="195"/>
                    <a:pt x="446" y="279"/>
                  </a:cubicBezTo>
                  <a:cubicBezTo>
                    <a:pt x="446" y="371"/>
                    <a:pt x="372" y="446"/>
                    <a:pt x="279" y="446"/>
                  </a:cubicBezTo>
                  <a:cubicBezTo>
                    <a:pt x="195" y="446"/>
                    <a:pt x="121" y="371"/>
                    <a:pt x="121" y="279"/>
                  </a:cubicBezTo>
                  <a:cubicBezTo>
                    <a:pt x="121" y="195"/>
                    <a:pt x="195" y="121"/>
                    <a:pt x="279" y="121"/>
                  </a:cubicBezTo>
                  <a:close/>
                  <a:moveTo>
                    <a:pt x="279" y="0"/>
                  </a:moveTo>
                  <a:cubicBezTo>
                    <a:pt x="130" y="0"/>
                    <a:pt x="1" y="130"/>
                    <a:pt x="1" y="279"/>
                  </a:cubicBezTo>
                  <a:cubicBezTo>
                    <a:pt x="1" y="436"/>
                    <a:pt x="130" y="566"/>
                    <a:pt x="279" y="566"/>
                  </a:cubicBezTo>
                  <a:cubicBezTo>
                    <a:pt x="437" y="566"/>
                    <a:pt x="566" y="436"/>
                    <a:pt x="566" y="279"/>
                  </a:cubicBezTo>
                  <a:cubicBezTo>
                    <a:pt x="566"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3">
              <a:extLst>
                <a:ext uri="{FF2B5EF4-FFF2-40B4-BE49-F238E27FC236}">
                  <a16:creationId xmlns:a16="http://schemas.microsoft.com/office/drawing/2014/main" id="{75F56B0B-1E6D-18B6-B93F-A82FC8E2CF07}"/>
                </a:ext>
              </a:extLst>
            </p:cNvPr>
            <p:cNvSpPr/>
            <p:nvPr/>
          </p:nvSpPr>
          <p:spPr>
            <a:xfrm>
              <a:off x="1815150" y="3003250"/>
              <a:ext cx="13950" cy="14175"/>
            </a:xfrm>
            <a:custGeom>
              <a:avLst/>
              <a:gdLst/>
              <a:ahLst/>
              <a:cxnLst/>
              <a:rect l="l" t="t" r="r" b="b"/>
              <a:pathLst>
                <a:path w="558" h="567" extrusionOk="0">
                  <a:moveTo>
                    <a:pt x="279" y="121"/>
                  </a:moveTo>
                  <a:cubicBezTo>
                    <a:pt x="372" y="121"/>
                    <a:pt x="446" y="195"/>
                    <a:pt x="446" y="279"/>
                  </a:cubicBezTo>
                  <a:cubicBezTo>
                    <a:pt x="446" y="371"/>
                    <a:pt x="372" y="446"/>
                    <a:pt x="279" y="446"/>
                  </a:cubicBezTo>
                  <a:cubicBezTo>
                    <a:pt x="186" y="446"/>
                    <a:pt x="112" y="371"/>
                    <a:pt x="112" y="279"/>
                  </a:cubicBezTo>
                  <a:cubicBezTo>
                    <a:pt x="112" y="195"/>
                    <a:pt x="186" y="121"/>
                    <a:pt x="279" y="121"/>
                  </a:cubicBezTo>
                  <a:close/>
                  <a:moveTo>
                    <a:pt x="279" y="0"/>
                  </a:moveTo>
                  <a:cubicBezTo>
                    <a:pt x="121" y="0"/>
                    <a:pt x="1" y="130"/>
                    <a:pt x="1" y="279"/>
                  </a:cubicBezTo>
                  <a:cubicBezTo>
                    <a:pt x="1" y="436"/>
                    <a:pt x="121" y="566"/>
                    <a:pt x="279" y="566"/>
                  </a:cubicBezTo>
                  <a:cubicBezTo>
                    <a:pt x="437" y="566"/>
                    <a:pt x="557" y="436"/>
                    <a:pt x="557" y="279"/>
                  </a:cubicBezTo>
                  <a:cubicBezTo>
                    <a:pt x="557"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3">
              <a:extLst>
                <a:ext uri="{FF2B5EF4-FFF2-40B4-BE49-F238E27FC236}">
                  <a16:creationId xmlns:a16="http://schemas.microsoft.com/office/drawing/2014/main" id="{27B18F10-2050-EB82-41AB-C475905C3E96}"/>
                </a:ext>
              </a:extLst>
            </p:cNvPr>
            <p:cNvSpPr/>
            <p:nvPr/>
          </p:nvSpPr>
          <p:spPr>
            <a:xfrm>
              <a:off x="1771775" y="3003250"/>
              <a:ext cx="14175" cy="14175"/>
            </a:xfrm>
            <a:custGeom>
              <a:avLst/>
              <a:gdLst/>
              <a:ahLst/>
              <a:cxnLst/>
              <a:rect l="l" t="t" r="r" b="b"/>
              <a:pathLst>
                <a:path w="567" h="567" extrusionOk="0">
                  <a:moveTo>
                    <a:pt x="288" y="121"/>
                  </a:moveTo>
                  <a:cubicBezTo>
                    <a:pt x="372" y="121"/>
                    <a:pt x="446" y="195"/>
                    <a:pt x="446" y="279"/>
                  </a:cubicBezTo>
                  <a:cubicBezTo>
                    <a:pt x="446" y="371"/>
                    <a:pt x="372" y="446"/>
                    <a:pt x="288" y="446"/>
                  </a:cubicBezTo>
                  <a:cubicBezTo>
                    <a:pt x="196" y="446"/>
                    <a:pt x="121" y="371"/>
                    <a:pt x="121" y="279"/>
                  </a:cubicBezTo>
                  <a:cubicBezTo>
                    <a:pt x="121" y="195"/>
                    <a:pt x="196" y="121"/>
                    <a:pt x="288" y="121"/>
                  </a:cubicBezTo>
                  <a:close/>
                  <a:moveTo>
                    <a:pt x="288" y="0"/>
                  </a:moveTo>
                  <a:cubicBezTo>
                    <a:pt x="131" y="0"/>
                    <a:pt x="1" y="130"/>
                    <a:pt x="1" y="279"/>
                  </a:cubicBezTo>
                  <a:cubicBezTo>
                    <a:pt x="1" y="436"/>
                    <a:pt x="131" y="566"/>
                    <a:pt x="288" y="566"/>
                  </a:cubicBezTo>
                  <a:cubicBezTo>
                    <a:pt x="437" y="566"/>
                    <a:pt x="567" y="436"/>
                    <a:pt x="567" y="279"/>
                  </a:cubicBezTo>
                  <a:cubicBezTo>
                    <a:pt x="567" y="130"/>
                    <a:pt x="437"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3">
              <a:extLst>
                <a:ext uri="{FF2B5EF4-FFF2-40B4-BE49-F238E27FC236}">
                  <a16:creationId xmlns:a16="http://schemas.microsoft.com/office/drawing/2014/main" id="{0DABBE27-52AC-F594-ACC6-40F87669FFE2}"/>
                </a:ext>
              </a:extLst>
            </p:cNvPr>
            <p:cNvSpPr/>
            <p:nvPr/>
          </p:nvSpPr>
          <p:spPr>
            <a:xfrm>
              <a:off x="1760175" y="3028750"/>
              <a:ext cx="294575" cy="177225"/>
            </a:xfrm>
            <a:custGeom>
              <a:avLst/>
              <a:gdLst/>
              <a:ahLst/>
              <a:cxnLst/>
              <a:rect l="l" t="t" r="r" b="b"/>
              <a:pathLst>
                <a:path w="11783" h="7089" extrusionOk="0">
                  <a:moveTo>
                    <a:pt x="47" y="1"/>
                  </a:moveTo>
                  <a:cubicBezTo>
                    <a:pt x="19" y="1"/>
                    <a:pt x="1" y="19"/>
                    <a:pt x="1" y="38"/>
                  </a:cubicBezTo>
                  <a:lnTo>
                    <a:pt x="1" y="7051"/>
                  </a:lnTo>
                  <a:cubicBezTo>
                    <a:pt x="1" y="7070"/>
                    <a:pt x="19" y="7088"/>
                    <a:pt x="47" y="7088"/>
                  </a:cubicBezTo>
                  <a:lnTo>
                    <a:pt x="11745" y="7088"/>
                  </a:lnTo>
                  <a:cubicBezTo>
                    <a:pt x="11764" y="7088"/>
                    <a:pt x="11782" y="7070"/>
                    <a:pt x="11782" y="7051"/>
                  </a:cubicBezTo>
                  <a:lnTo>
                    <a:pt x="11782" y="38"/>
                  </a:lnTo>
                  <a:cubicBezTo>
                    <a:pt x="11782" y="19"/>
                    <a:pt x="11764" y="1"/>
                    <a:pt x="117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3">
              <a:extLst>
                <a:ext uri="{FF2B5EF4-FFF2-40B4-BE49-F238E27FC236}">
                  <a16:creationId xmlns:a16="http://schemas.microsoft.com/office/drawing/2014/main" id="{DABE2499-0DC9-1FEB-23D1-6917E5FCAE43}"/>
                </a:ext>
              </a:extLst>
            </p:cNvPr>
            <p:cNvSpPr/>
            <p:nvPr/>
          </p:nvSpPr>
          <p:spPr>
            <a:xfrm>
              <a:off x="1758800" y="3027375"/>
              <a:ext cx="297325" cy="179975"/>
            </a:xfrm>
            <a:custGeom>
              <a:avLst/>
              <a:gdLst/>
              <a:ahLst/>
              <a:cxnLst/>
              <a:rect l="l" t="t" r="r" b="b"/>
              <a:pathLst>
                <a:path w="11893" h="7199" extrusionOk="0">
                  <a:moveTo>
                    <a:pt x="11782" y="111"/>
                  </a:moveTo>
                  <a:lnTo>
                    <a:pt x="11782" y="7087"/>
                  </a:lnTo>
                  <a:lnTo>
                    <a:pt x="121" y="7087"/>
                  </a:lnTo>
                  <a:lnTo>
                    <a:pt x="121" y="111"/>
                  </a:lnTo>
                  <a:close/>
                  <a:moveTo>
                    <a:pt x="102" y="0"/>
                  </a:moveTo>
                  <a:cubicBezTo>
                    <a:pt x="47" y="0"/>
                    <a:pt x="0" y="47"/>
                    <a:pt x="0" y="93"/>
                  </a:cubicBezTo>
                  <a:lnTo>
                    <a:pt x="0" y="7106"/>
                  </a:lnTo>
                  <a:cubicBezTo>
                    <a:pt x="0" y="7162"/>
                    <a:pt x="47" y="7199"/>
                    <a:pt x="102" y="7199"/>
                  </a:cubicBezTo>
                  <a:lnTo>
                    <a:pt x="11800" y="7199"/>
                  </a:lnTo>
                  <a:cubicBezTo>
                    <a:pt x="11856" y="7199"/>
                    <a:pt x="11893" y="7162"/>
                    <a:pt x="11893" y="7106"/>
                  </a:cubicBezTo>
                  <a:lnTo>
                    <a:pt x="11893" y="93"/>
                  </a:lnTo>
                  <a:cubicBezTo>
                    <a:pt x="11893" y="47"/>
                    <a:pt x="11856" y="0"/>
                    <a:pt x="11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3">
              <a:extLst>
                <a:ext uri="{FF2B5EF4-FFF2-40B4-BE49-F238E27FC236}">
                  <a16:creationId xmlns:a16="http://schemas.microsoft.com/office/drawing/2014/main" id="{F020C5C0-EB91-0CB3-2122-0ED57FF61CF5}"/>
                </a:ext>
              </a:extLst>
            </p:cNvPr>
            <p:cNvSpPr/>
            <p:nvPr/>
          </p:nvSpPr>
          <p:spPr>
            <a:xfrm>
              <a:off x="1961950" y="3064475"/>
              <a:ext cx="65200" cy="100675"/>
            </a:xfrm>
            <a:custGeom>
              <a:avLst/>
              <a:gdLst/>
              <a:ahLst/>
              <a:cxnLst/>
              <a:rect l="l" t="t" r="r" b="b"/>
              <a:pathLst>
                <a:path w="2608" h="4027" extrusionOk="0">
                  <a:moveTo>
                    <a:pt x="19" y="0"/>
                  </a:moveTo>
                  <a:cubicBezTo>
                    <a:pt x="10" y="0"/>
                    <a:pt x="1" y="10"/>
                    <a:pt x="1" y="28"/>
                  </a:cubicBezTo>
                  <a:lnTo>
                    <a:pt x="1" y="4008"/>
                  </a:lnTo>
                  <a:cubicBezTo>
                    <a:pt x="1" y="4017"/>
                    <a:pt x="10" y="4026"/>
                    <a:pt x="19" y="4026"/>
                  </a:cubicBezTo>
                  <a:lnTo>
                    <a:pt x="2589" y="4026"/>
                  </a:lnTo>
                  <a:cubicBezTo>
                    <a:pt x="2598" y="4026"/>
                    <a:pt x="2607" y="4017"/>
                    <a:pt x="2607" y="4008"/>
                  </a:cubicBezTo>
                  <a:lnTo>
                    <a:pt x="2607" y="28"/>
                  </a:lnTo>
                  <a:cubicBezTo>
                    <a:pt x="2607" y="10"/>
                    <a:pt x="2598" y="0"/>
                    <a:pt x="25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3">
              <a:extLst>
                <a:ext uri="{FF2B5EF4-FFF2-40B4-BE49-F238E27FC236}">
                  <a16:creationId xmlns:a16="http://schemas.microsoft.com/office/drawing/2014/main" id="{CE510833-D628-96BA-432C-7382ECC7432A}"/>
                </a:ext>
              </a:extLst>
            </p:cNvPr>
            <p:cNvSpPr/>
            <p:nvPr/>
          </p:nvSpPr>
          <p:spPr>
            <a:xfrm>
              <a:off x="1960575" y="3063075"/>
              <a:ext cx="67975" cy="103475"/>
            </a:xfrm>
            <a:custGeom>
              <a:avLst/>
              <a:gdLst/>
              <a:ahLst/>
              <a:cxnLst/>
              <a:rect l="l" t="t" r="r" b="b"/>
              <a:pathLst>
                <a:path w="2719" h="4139" extrusionOk="0">
                  <a:moveTo>
                    <a:pt x="2597" y="121"/>
                  </a:moveTo>
                  <a:lnTo>
                    <a:pt x="2597" y="4018"/>
                  </a:lnTo>
                  <a:lnTo>
                    <a:pt x="111" y="4018"/>
                  </a:lnTo>
                  <a:lnTo>
                    <a:pt x="111" y="121"/>
                  </a:lnTo>
                  <a:close/>
                  <a:moveTo>
                    <a:pt x="74" y="1"/>
                  </a:moveTo>
                  <a:cubicBezTo>
                    <a:pt x="37" y="1"/>
                    <a:pt x="0" y="38"/>
                    <a:pt x="0" y="84"/>
                  </a:cubicBezTo>
                  <a:lnTo>
                    <a:pt x="0" y="4064"/>
                  </a:lnTo>
                  <a:cubicBezTo>
                    <a:pt x="0" y="4101"/>
                    <a:pt x="37" y="4138"/>
                    <a:pt x="74" y="4138"/>
                  </a:cubicBezTo>
                  <a:lnTo>
                    <a:pt x="2644" y="4138"/>
                  </a:lnTo>
                  <a:cubicBezTo>
                    <a:pt x="2681" y="4138"/>
                    <a:pt x="2718" y="4101"/>
                    <a:pt x="2718" y="4064"/>
                  </a:cubicBezTo>
                  <a:lnTo>
                    <a:pt x="2718" y="84"/>
                  </a:lnTo>
                  <a:cubicBezTo>
                    <a:pt x="2718" y="38"/>
                    <a:pt x="2681" y="1"/>
                    <a:pt x="26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3">
              <a:extLst>
                <a:ext uri="{FF2B5EF4-FFF2-40B4-BE49-F238E27FC236}">
                  <a16:creationId xmlns:a16="http://schemas.microsoft.com/office/drawing/2014/main" id="{1AE5CA82-298B-B0F2-B197-4FC4B070DCD6}"/>
                </a:ext>
              </a:extLst>
            </p:cNvPr>
            <p:cNvSpPr/>
            <p:nvPr/>
          </p:nvSpPr>
          <p:spPr>
            <a:xfrm>
              <a:off x="1963575" y="3066550"/>
              <a:ext cx="62875" cy="97200"/>
            </a:xfrm>
            <a:custGeom>
              <a:avLst/>
              <a:gdLst/>
              <a:ahLst/>
              <a:cxnLst/>
              <a:rect l="l" t="t" r="r" b="b"/>
              <a:pathLst>
                <a:path w="2515" h="3888" extrusionOk="0">
                  <a:moveTo>
                    <a:pt x="1" y="1"/>
                  </a:moveTo>
                  <a:lnTo>
                    <a:pt x="2515" y="3888"/>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3">
              <a:extLst>
                <a:ext uri="{FF2B5EF4-FFF2-40B4-BE49-F238E27FC236}">
                  <a16:creationId xmlns:a16="http://schemas.microsoft.com/office/drawing/2014/main" id="{8B42D66B-E07B-F9C7-A809-6FCFD5D4E598}"/>
                </a:ext>
              </a:extLst>
            </p:cNvPr>
            <p:cNvSpPr/>
            <p:nvPr/>
          </p:nvSpPr>
          <p:spPr>
            <a:xfrm>
              <a:off x="1961950" y="3065075"/>
              <a:ext cx="66125" cy="100075"/>
            </a:xfrm>
            <a:custGeom>
              <a:avLst/>
              <a:gdLst/>
              <a:ahLst/>
              <a:cxnLst/>
              <a:rect l="l" t="t" r="r" b="b"/>
              <a:pathLst>
                <a:path w="2645" h="4003" extrusionOk="0">
                  <a:moveTo>
                    <a:pt x="60" y="1"/>
                  </a:moveTo>
                  <a:cubicBezTo>
                    <a:pt x="53" y="1"/>
                    <a:pt x="45" y="2"/>
                    <a:pt x="38" y="4"/>
                  </a:cubicBezTo>
                  <a:cubicBezTo>
                    <a:pt x="10" y="23"/>
                    <a:pt x="1" y="60"/>
                    <a:pt x="19" y="88"/>
                  </a:cubicBezTo>
                  <a:lnTo>
                    <a:pt x="2533" y="3984"/>
                  </a:lnTo>
                  <a:cubicBezTo>
                    <a:pt x="2542" y="3993"/>
                    <a:pt x="2561" y="4002"/>
                    <a:pt x="2580" y="4002"/>
                  </a:cubicBezTo>
                  <a:cubicBezTo>
                    <a:pt x="2589" y="4002"/>
                    <a:pt x="2598" y="4002"/>
                    <a:pt x="2607" y="3993"/>
                  </a:cubicBezTo>
                  <a:cubicBezTo>
                    <a:pt x="2635" y="3984"/>
                    <a:pt x="2645" y="3947"/>
                    <a:pt x="2626" y="3919"/>
                  </a:cubicBezTo>
                  <a:lnTo>
                    <a:pt x="112" y="23"/>
                  </a:lnTo>
                  <a:cubicBezTo>
                    <a:pt x="98" y="9"/>
                    <a:pt x="80" y="1"/>
                    <a:pt x="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3">
              <a:extLst>
                <a:ext uri="{FF2B5EF4-FFF2-40B4-BE49-F238E27FC236}">
                  <a16:creationId xmlns:a16="http://schemas.microsoft.com/office/drawing/2014/main" id="{F14B95FE-6619-A20C-4D1A-B654F1E9E416}"/>
                </a:ext>
              </a:extLst>
            </p:cNvPr>
            <p:cNvSpPr/>
            <p:nvPr/>
          </p:nvSpPr>
          <p:spPr>
            <a:xfrm>
              <a:off x="1962425" y="3066100"/>
              <a:ext cx="62625" cy="99050"/>
            </a:xfrm>
            <a:custGeom>
              <a:avLst/>
              <a:gdLst/>
              <a:ahLst/>
              <a:cxnLst/>
              <a:rect l="l" t="t" r="r" b="b"/>
              <a:pathLst>
                <a:path w="2505" h="3962" extrusionOk="0">
                  <a:moveTo>
                    <a:pt x="2505" y="0"/>
                  </a:moveTo>
                  <a:lnTo>
                    <a:pt x="0" y="396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3">
              <a:extLst>
                <a:ext uri="{FF2B5EF4-FFF2-40B4-BE49-F238E27FC236}">
                  <a16:creationId xmlns:a16="http://schemas.microsoft.com/office/drawing/2014/main" id="{D232FA11-52AE-C406-E2AD-66A7DBEBEC36}"/>
                </a:ext>
              </a:extLst>
            </p:cNvPr>
            <p:cNvSpPr/>
            <p:nvPr/>
          </p:nvSpPr>
          <p:spPr>
            <a:xfrm>
              <a:off x="1960800" y="3064700"/>
              <a:ext cx="66125" cy="101850"/>
            </a:xfrm>
            <a:custGeom>
              <a:avLst/>
              <a:gdLst/>
              <a:ahLst/>
              <a:cxnLst/>
              <a:rect l="l" t="t" r="r" b="b"/>
              <a:pathLst>
                <a:path w="2645" h="4074" extrusionOk="0">
                  <a:moveTo>
                    <a:pt x="2575" y="0"/>
                  </a:moveTo>
                  <a:cubicBezTo>
                    <a:pt x="2555" y="0"/>
                    <a:pt x="2536" y="11"/>
                    <a:pt x="2524" y="29"/>
                  </a:cubicBezTo>
                  <a:lnTo>
                    <a:pt x="19" y="3980"/>
                  </a:lnTo>
                  <a:cubicBezTo>
                    <a:pt x="0" y="4008"/>
                    <a:pt x="10" y="4045"/>
                    <a:pt x="37" y="4064"/>
                  </a:cubicBezTo>
                  <a:cubicBezTo>
                    <a:pt x="47" y="4073"/>
                    <a:pt x="56" y="4073"/>
                    <a:pt x="65" y="4073"/>
                  </a:cubicBezTo>
                  <a:cubicBezTo>
                    <a:pt x="84" y="4073"/>
                    <a:pt x="102" y="4064"/>
                    <a:pt x="121" y="4045"/>
                  </a:cubicBezTo>
                  <a:lnTo>
                    <a:pt x="2626" y="93"/>
                  </a:lnTo>
                  <a:cubicBezTo>
                    <a:pt x="2644" y="66"/>
                    <a:pt x="2635" y="29"/>
                    <a:pt x="2607" y="10"/>
                  </a:cubicBezTo>
                  <a:cubicBezTo>
                    <a:pt x="2597" y="3"/>
                    <a:pt x="2586" y="0"/>
                    <a:pt x="25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3">
              <a:extLst>
                <a:ext uri="{FF2B5EF4-FFF2-40B4-BE49-F238E27FC236}">
                  <a16:creationId xmlns:a16="http://schemas.microsoft.com/office/drawing/2014/main" id="{C0D7EBC6-55F5-7458-0FF7-76E634498C0C}"/>
                </a:ext>
              </a:extLst>
            </p:cNvPr>
            <p:cNvSpPr/>
            <p:nvPr/>
          </p:nvSpPr>
          <p:spPr>
            <a:xfrm>
              <a:off x="1797750" y="3070275"/>
              <a:ext cx="138475" cy="3025"/>
            </a:xfrm>
            <a:custGeom>
              <a:avLst/>
              <a:gdLst/>
              <a:ahLst/>
              <a:cxnLst/>
              <a:rect l="l" t="t" r="r" b="b"/>
              <a:pathLst>
                <a:path w="5539" h="121" extrusionOk="0">
                  <a:moveTo>
                    <a:pt x="66" y="0"/>
                  </a:moveTo>
                  <a:cubicBezTo>
                    <a:pt x="29" y="0"/>
                    <a:pt x="1" y="28"/>
                    <a:pt x="1" y="56"/>
                  </a:cubicBezTo>
                  <a:cubicBezTo>
                    <a:pt x="1" y="93"/>
                    <a:pt x="29" y="121"/>
                    <a:pt x="66" y="121"/>
                  </a:cubicBezTo>
                  <a:lnTo>
                    <a:pt x="5483" y="121"/>
                  </a:lnTo>
                  <a:cubicBezTo>
                    <a:pt x="5511" y="121"/>
                    <a:pt x="5539" y="93"/>
                    <a:pt x="5539" y="56"/>
                  </a:cubicBezTo>
                  <a:cubicBezTo>
                    <a:pt x="5539" y="28"/>
                    <a:pt x="5511" y="0"/>
                    <a:pt x="54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3">
              <a:extLst>
                <a:ext uri="{FF2B5EF4-FFF2-40B4-BE49-F238E27FC236}">
                  <a16:creationId xmlns:a16="http://schemas.microsoft.com/office/drawing/2014/main" id="{547AAB91-A56B-F50C-F0D5-A5A6B9D330F4}"/>
                </a:ext>
              </a:extLst>
            </p:cNvPr>
            <p:cNvSpPr/>
            <p:nvPr/>
          </p:nvSpPr>
          <p:spPr>
            <a:xfrm>
              <a:off x="1798000" y="3090900"/>
              <a:ext cx="50350" cy="2825"/>
            </a:xfrm>
            <a:custGeom>
              <a:avLst/>
              <a:gdLst/>
              <a:ahLst/>
              <a:cxnLst/>
              <a:rect l="l" t="t" r="r" b="b"/>
              <a:pathLst>
                <a:path w="2014" h="113" extrusionOk="0">
                  <a:moveTo>
                    <a:pt x="56" y="1"/>
                  </a:moveTo>
                  <a:cubicBezTo>
                    <a:pt x="19" y="1"/>
                    <a:pt x="0" y="29"/>
                    <a:pt x="0" y="57"/>
                  </a:cubicBezTo>
                  <a:cubicBezTo>
                    <a:pt x="0" y="94"/>
                    <a:pt x="19" y="112"/>
                    <a:pt x="56" y="112"/>
                  </a:cubicBezTo>
                  <a:lnTo>
                    <a:pt x="1957" y="112"/>
                  </a:lnTo>
                  <a:cubicBezTo>
                    <a:pt x="1985" y="112"/>
                    <a:pt x="2013" y="94"/>
                    <a:pt x="2013" y="57"/>
                  </a:cubicBezTo>
                  <a:cubicBezTo>
                    <a:pt x="2013" y="29"/>
                    <a:pt x="1995" y="1"/>
                    <a:pt x="1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3">
              <a:extLst>
                <a:ext uri="{FF2B5EF4-FFF2-40B4-BE49-F238E27FC236}">
                  <a16:creationId xmlns:a16="http://schemas.microsoft.com/office/drawing/2014/main" id="{F1073086-9636-5498-EC80-BF80D7559F45}"/>
                </a:ext>
              </a:extLst>
            </p:cNvPr>
            <p:cNvSpPr/>
            <p:nvPr/>
          </p:nvSpPr>
          <p:spPr>
            <a:xfrm>
              <a:off x="1865025" y="3090900"/>
              <a:ext cx="60775" cy="2825"/>
            </a:xfrm>
            <a:custGeom>
              <a:avLst/>
              <a:gdLst/>
              <a:ahLst/>
              <a:cxnLst/>
              <a:rect l="l" t="t" r="r" b="b"/>
              <a:pathLst>
                <a:path w="2431" h="113" extrusionOk="0">
                  <a:moveTo>
                    <a:pt x="56" y="1"/>
                  </a:moveTo>
                  <a:cubicBezTo>
                    <a:pt x="28" y="1"/>
                    <a:pt x="0" y="29"/>
                    <a:pt x="0" y="57"/>
                  </a:cubicBezTo>
                  <a:cubicBezTo>
                    <a:pt x="0" y="94"/>
                    <a:pt x="28" y="112"/>
                    <a:pt x="56" y="112"/>
                  </a:cubicBezTo>
                  <a:lnTo>
                    <a:pt x="2375" y="112"/>
                  </a:lnTo>
                  <a:cubicBezTo>
                    <a:pt x="2403" y="112"/>
                    <a:pt x="2431" y="94"/>
                    <a:pt x="2431" y="57"/>
                  </a:cubicBezTo>
                  <a:cubicBezTo>
                    <a:pt x="2431" y="29"/>
                    <a:pt x="2403" y="1"/>
                    <a:pt x="23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3">
              <a:extLst>
                <a:ext uri="{FF2B5EF4-FFF2-40B4-BE49-F238E27FC236}">
                  <a16:creationId xmlns:a16="http://schemas.microsoft.com/office/drawing/2014/main" id="{219361C9-FA34-88FD-60CF-C256CA910989}"/>
                </a:ext>
              </a:extLst>
            </p:cNvPr>
            <p:cNvSpPr/>
            <p:nvPr/>
          </p:nvSpPr>
          <p:spPr>
            <a:xfrm>
              <a:off x="1798000" y="3153300"/>
              <a:ext cx="89775" cy="2800"/>
            </a:xfrm>
            <a:custGeom>
              <a:avLst/>
              <a:gdLst/>
              <a:ahLst/>
              <a:cxnLst/>
              <a:rect l="l" t="t" r="r" b="b"/>
              <a:pathLst>
                <a:path w="3591" h="112" extrusionOk="0">
                  <a:moveTo>
                    <a:pt x="56" y="0"/>
                  </a:moveTo>
                  <a:cubicBezTo>
                    <a:pt x="19" y="0"/>
                    <a:pt x="0" y="28"/>
                    <a:pt x="0" y="56"/>
                  </a:cubicBezTo>
                  <a:cubicBezTo>
                    <a:pt x="0" y="93"/>
                    <a:pt x="19" y="112"/>
                    <a:pt x="56" y="112"/>
                  </a:cubicBezTo>
                  <a:lnTo>
                    <a:pt x="3525" y="112"/>
                  </a:lnTo>
                  <a:cubicBezTo>
                    <a:pt x="3562" y="112"/>
                    <a:pt x="3590" y="93"/>
                    <a:pt x="3590" y="56"/>
                  </a:cubicBezTo>
                  <a:cubicBezTo>
                    <a:pt x="3590" y="28"/>
                    <a:pt x="3562" y="0"/>
                    <a:pt x="3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3">
              <a:extLst>
                <a:ext uri="{FF2B5EF4-FFF2-40B4-BE49-F238E27FC236}">
                  <a16:creationId xmlns:a16="http://schemas.microsoft.com/office/drawing/2014/main" id="{4E05C41B-409F-5673-A2ED-0AB592E98FEB}"/>
                </a:ext>
              </a:extLst>
            </p:cNvPr>
            <p:cNvSpPr/>
            <p:nvPr/>
          </p:nvSpPr>
          <p:spPr>
            <a:xfrm>
              <a:off x="1797750" y="3112475"/>
              <a:ext cx="139650" cy="3050"/>
            </a:xfrm>
            <a:custGeom>
              <a:avLst/>
              <a:gdLst/>
              <a:ahLst/>
              <a:cxnLst/>
              <a:rect l="l" t="t" r="r" b="b"/>
              <a:pathLst>
                <a:path w="5586" h="122" extrusionOk="0">
                  <a:moveTo>
                    <a:pt x="66" y="1"/>
                  </a:moveTo>
                  <a:cubicBezTo>
                    <a:pt x="29" y="1"/>
                    <a:pt x="1" y="29"/>
                    <a:pt x="1" y="56"/>
                  </a:cubicBezTo>
                  <a:cubicBezTo>
                    <a:pt x="1" y="93"/>
                    <a:pt x="29" y="121"/>
                    <a:pt x="66" y="121"/>
                  </a:cubicBezTo>
                  <a:lnTo>
                    <a:pt x="5530" y="121"/>
                  </a:lnTo>
                  <a:cubicBezTo>
                    <a:pt x="5567" y="121"/>
                    <a:pt x="5585" y="93"/>
                    <a:pt x="5585" y="56"/>
                  </a:cubicBezTo>
                  <a:cubicBezTo>
                    <a:pt x="5585" y="29"/>
                    <a:pt x="5567" y="1"/>
                    <a:pt x="55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3">
              <a:extLst>
                <a:ext uri="{FF2B5EF4-FFF2-40B4-BE49-F238E27FC236}">
                  <a16:creationId xmlns:a16="http://schemas.microsoft.com/office/drawing/2014/main" id="{7512E4E7-64FF-5875-698D-0BBBDB605209}"/>
                </a:ext>
              </a:extLst>
            </p:cNvPr>
            <p:cNvSpPr/>
            <p:nvPr/>
          </p:nvSpPr>
          <p:spPr>
            <a:xfrm>
              <a:off x="1798000" y="3133125"/>
              <a:ext cx="46175" cy="2800"/>
            </a:xfrm>
            <a:custGeom>
              <a:avLst/>
              <a:gdLst/>
              <a:ahLst/>
              <a:cxnLst/>
              <a:rect l="l" t="t" r="r" b="b"/>
              <a:pathLst>
                <a:path w="1847" h="112" extrusionOk="0">
                  <a:moveTo>
                    <a:pt x="56" y="0"/>
                  </a:moveTo>
                  <a:cubicBezTo>
                    <a:pt x="19" y="0"/>
                    <a:pt x="0" y="19"/>
                    <a:pt x="0" y="56"/>
                  </a:cubicBezTo>
                  <a:cubicBezTo>
                    <a:pt x="0" y="84"/>
                    <a:pt x="19" y="112"/>
                    <a:pt x="56" y="112"/>
                  </a:cubicBezTo>
                  <a:lnTo>
                    <a:pt x="1790" y="112"/>
                  </a:lnTo>
                  <a:cubicBezTo>
                    <a:pt x="1818" y="112"/>
                    <a:pt x="1846" y="84"/>
                    <a:pt x="1846" y="56"/>
                  </a:cubicBezTo>
                  <a:cubicBezTo>
                    <a:pt x="1846" y="19"/>
                    <a:pt x="1818" y="0"/>
                    <a:pt x="17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3">
              <a:extLst>
                <a:ext uri="{FF2B5EF4-FFF2-40B4-BE49-F238E27FC236}">
                  <a16:creationId xmlns:a16="http://schemas.microsoft.com/office/drawing/2014/main" id="{04A706A5-3CCD-36CA-3B25-6BC59966B3E6}"/>
                </a:ext>
              </a:extLst>
            </p:cNvPr>
            <p:cNvSpPr/>
            <p:nvPr/>
          </p:nvSpPr>
          <p:spPr>
            <a:xfrm>
              <a:off x="1854575" y="3133125"/>
              <a:ext cx="81650" cy="2800"/>
            </a:xfrm>
            <a:custGeom>
              <a:avLst/>
              <a:gdLst/>
              <a:ahLst/>
              <a:cxnLst/>
              <a:rect l="l" t="t" r="r" b="b"/>
              <a:pathLst>
                <a:path w="3266" h="112" extrusionOk="0">
                  <a:moveTo>
                    <a:pt x="56" y="0"/>
                  </a:moveTo>
                  <a:cubicBezTo>
                    <a:pt x="19" y="0"/>
                    <a:pt x="1" y="19"/>
                    <a:pt x="1" y="56"/>
                  </a:cubicBezTo>
                  <a:cubicBezTo>
                    <a:pt x="1" y="84"/>
                    <a:pt x="19" y="112"/>
                    <a:pt x="56" y="112"/>
                  </a:cubicBezTo>
                  <a:lnTo>
                    <a:pt x="3210" y="112"/>
                  </a:lnTo>
                  <a:cubicBezTo>
                    <a:pt x="3238" y="112"/>
                    <a:pt x="3266" y="84"/>
                    <a:pt x="3266" y="56"/>
                  </a:cubicBezTo>
                  <a:cubicBezTo>
                    <a:pt x="3266" y="19"/>
                    <a:pt x="3238" y="0"/>
                    <a:pt x="3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3">
              <a:extLst>
                <a:ext uri="{FF2B5EF4-FFF2-40B4-BE49-F238E27FC236}">
                  <a16:creationId xmlns:a16="http://schemas.microsoft.com/office/drawing/2014/main" id="{5E214A81-CEB5-A1D0-4552-94F547F3BA4A}"/>
                </a:ext>
              </a:extLst>
            </p:cNvPr>
            <p:cNvSpPr/>
            <p:nvPr/>
          </p:nvSpPr>
          <p:spPr>
            <a:xfrm>
              <a:off x="1869425" y="3103200"/>
              <a:ext cx="725" cy="8375"/>
            </a:xfrm>
            <a:custGeom>
              <a:avLst/>
              <a:gdLst/>
              <a:ahLst/>
              <a:cxnLst/>
              <a:rect l="l" t="t" r="r" b="b"/>
              <a:pathLst>
                <a:path w="29" h="335" extrusionOk="0">
                  <a:moveTo>
                    <a:pt x="19" y="335"/>
                  </a:moveTo>
                  <a:cubicBezTo>
                    <a:pt x="28" y="223"/>
                    <a:pt x="19" y="112"/>
                    <a:pt x="0" y="1"/>
                  </a:cubicBezTo>
                  <a:lnTo>
                    <a:pt x="0" y="1"/>
                  </a:lnTo>
                  <a:lnTo>
                    <a:pt x="0" y="1"/>
                  </a:lnTo>
                  <a:cubicBezTo>
                    <a:pt x="19" y="112"/>
                    <a:pt x="28" y="223"/>
                    <a:pt x="19" y="33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3">
              <a:extLst>
                <a:ext uri="{FF2B5EF4-FFF2-40B4-BE49-F238E27FC236}">
                  <a16:creationId xmlns:a16="http://schemas.microsoft.com/office/drawing/2014/main" id="{0A283EE3-3D97-2B6B-DD79-A989000D4B31}"/>
                </a:ext>
              </a:extLst>
            </p:cNvPr>
            <p:cNvSpPr/>
            <p:nvPr/>
          </p:nvSpPr>
          <p:spPr>
            <a:xfrm>
              <a:off x="2089275" y="2890075"/>
              <a:ext cx="172800" cy="172100"/>
            </a:xfrm>
            <a:custGeom>
              <a:avLst/>
              <a:gdLst/>
              <a:ahLst/>
              <a:cxnLst/>
              <a:rect l="l" t="t" r="r" b="b"/>
              <a:pathLst>
                <a:path w="6912" h="6884" extrusionOk="0">
                  <a:moveTo>
                    <a:pt x="6448" y="1568"/>
                  </a:moveTo>
                  <a:cubicBezTo>
                    <a:pt x="4259" y="1485"/>
                    <a:pt x="3563" y="204"/>
                    <a:pt x="3461" y="0"/>
                  </a:cubicBezTo>
                  <a:lnTo>
                    <a:pt x="3442" y="0"/>
                  </a:lnTo>
                  <a:cubicBezTo>
                    <a:pt x="3349" y="204"/>
                    <a:pt x="2654" y="1485"/>
                    <a:pt x="464" y="1568"/>
                  </a:cubicBezTo>
                  <a:cubicBezTo>
                    <a:pt x="464" y="1568"/>
                    <a:pt x="1" y="6077"/>
                    <a:pt x="3387" y="6884"/>
                  </a:cubicBezTo>
                  <a:lnTo>
                    <a:pt x="3516" y="6884"/>
                  </a:lnTo>
                  <a:cubicBezTo>
                    <a:pt x="6912" y="6077"/>
                    <a:pt x="6448" y="1568"/>
                    <a:pt x="6448" y="15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3">
              <a:extLst>
                <a:ext uri="{FF2B5EF4-FFF2-40B4-BE49-F238E27FC236}">
                  <a16:creationId xmlns:a16="http://schemas.microsoft.com/office/drawing/2014/main" id="{8B2E70CC-C510-C53F-C31B-0D6D9AD7F794}"/>
                </a:ext>
              </a:extLst>
            </p:cNvPr>
            <p:cNvSpPr/>
            <p:nvPr/>
          </p:nvSpPr>
          <p:spPr>
            <a:xfrm>
              <a:off x="2083250" y="2879400"/>
              <a:ext cx="173025" cy="172350"/>
            </a:xfrm>
            <a:custGeom>
              <a:avLst/>
              <a:gdLst/>
              <a:ahLst/>
              <a:cxnLst/>
              <a:rect l="l" t="t" r="r" b="b"/>
              <a:pathLst>
                <a:path w="6921" h="6894" extrusionOk="0">
                  <a:moveTo>
                    <a:pt x="3451" y="1"/>
                  </a:moveTo>
                  <a:cubicBezTo>
                    <a:pt x="3349" y="205"/>
                    <a:pt x="2654" y="1485"/>
                    <a:pt x="464" y="1568"/>
                  </a:cubicBezTo>
                  <a:cubicBezTo>
                    <a:pt x="464" y="1568"/>
                    <a:pt x="0" y="6086"/>
                    <a:pt x="3396" y="6893"/>
                  </a:cubicBezTo>
                  <a:lnTo>
                    <a:pt x="3526" y="6893"/>
                  </a:lnTo>
                  <a:cubicBezTo>
                    <a:pt x="6921" y="6086"/>
                    <a:pt x="6457" y="1568"/>
                    <a:pt x="6457" y="1568"/>
                  </a:cubicBezTo>
                  <a:cubicBezTo>
                    <a:pt x="4258" y="1485"/>
                    <a:pt x="3563" y="205"/>
                    <a:pt x="34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3">
              <a:extLst>
                <a:ext uri="{FF2B5EF4-FFF2-40B4-BE49-F238E27FC236}">
                  <a16:creationId xmlns:a16="http://schemas.microsoft.com/office/drawing/2014/main" id="{8111BE3E-9CA3-29BA-DEBA-B34694586F36}"/>
                </a:ext>
              </a:extLst>
            </p:cNvPr>
            <p:cNvSpPr/>
            <p:nvPr/>
          </p:nvSpPr>
          <p:spPr>
            <a:xfrm>
              <a:off x="2082550" y="2877775"/>
              <a:ext cx="174200" cy="175600"/>
            </a:xfrm>
            <a:custGeom>
              <a:avLst/>
              <a:gdLst/>
              <a:ahLst/>
              <a:cxnLst/>
              <a:rect l="l" t="t" r="r" b="b"/>
              <a:pathLst>
                <a:path w="6968" h="7024" extrusionOk="0">
                  <a:moveTo>
                    <a:pt x="3489" y="177"/>
                  </a:moveTo>
                  <a:cubicBezTo>
                    <a:pt x="3693" y="548"/>
                    <a:pt x="4453" y="1596"/>
                    <a:pt x="6429" y="1689"/>
                  </a:cubicBezTo>
                  <a:cubicBezTo>
                    <a:pt x="6466" y="2181"/>
                    <a:pt x="6652" y="6160"/>
                    <a:pt x="3544" y="6903"/>
                  </a:cubicBezTo>
                  <a:lnTo>
                    <a:pt x="3424" y="6903"/>
                  </a:lnTo>
                  <a:cubicBezTo>
                    <a:pt x="316" y="6160"/>
                    <a:pt x="511" y="2181"/>
                    <a:pt x="539" y="1689"/>
                  </a:cubicBezTo>
                  <a:cubicBezTo>
                    <a:pt x="2524" y="1596"/>
                    <a:pt x="3275" y="548"/>
                    <a:pt x="3489" y="177"/>
                  </a:cubicBezTo>
                  <a:close/>
                  <a:moveTo>
                    <a:pt x="3479" y="1"/>
                  </a:moveTo>
                  <a:cubicBezTo>
                    <a:pt x="3461" y="1"/>
                    <a:pt x="3433" y="19"/>
                    <a:pt x="3424" y="38"/>
                  </a:cubicBezTo>
                  <a:cubicBezTo>
                    <a:pt x="3312" y="279"/>
                    <a:pt x="2626" y="1494"/>
                    <a:pt x="492" y="1578"/>
                  </a:cubicBezTo>
                  <a:cubicBezTo>
                    <a:pt x="464" y="1578"/>
                    <a:pt x="437" y="1606"/>
                    <a:pt x="437" y="1633"/>
                  </a:cubicBezTo>
                  <a:cubicBezTo>
                    <a:pt x="427" y="1680"/>
                    <a:pt x="1" y="6207"/>
                    <a:pt x="3405" y="7023"/>
                  </a:cubicBezTo>
                  <a:lnTo>
                    <a:pt x="3563" y="7023"/>
                  </a:lnTo>
                  <a:cubicBezTo>
                    <a:pt x="6967" y="6207"/>
                    <a:pt x="6541" y="1680"/>
                    <a:pt x="6541" y="1633"/>
                  </a:cubicBezTo>
                  <a:cubicBezTo>
                    <a:pt x="6531" y="1606"/>
                    <a:pt x="6513" y="1578"/>
                    <a:pt x="6485" y="1578"/>
                  </a:cubicBezTo>
                  <a:cubicBezTo>
                    <a:pt x="4342" y="1494"/>
                    <a:pt x="3665" y="279"/>
                    <a:pt x="3544" y="38"/>
                  </a:cubicBezTo>
                  <a:cubicBezTo>
                    <a:pt x="3535" y="19"/>
                    <a:pt x="3516" y="1"/>
                    <a:pt x="3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3">
              <a:extLst>
                <a:ext uri="{FF2B5EF4-FFF2-40B4-BE49-F238E27FC236}">
                  <a16:creationId xmlns:a16="http://schemas.microsoft.com/office/drawing/2014/main" id="{70B98407-89B9-42DD-8497-0BDE58C92E41}"/>
                </a:ext>
              </a:extLst>
            </p:cNvPr>
            <p:cNvSpPr/>
            <p:nvPr/>
          </p:nvSpPr>
          <p:spPr>
            <a:xfrm>
              <a:off x="2118275" y="2895650"/>
              <a:ext cx="121550" cy="139850"/>
            </a:xfrm>
            <a:custGeom>
              <a:avLst/>
              <a:gdLst/>
              <a:ahLst/>
              <a:cxnLst/>
              <a:rect l="l" t="t" r="r" b="b"/>
              <a:pathLst>
                <a:path w="4862" h="5594" extrusionOk="0">
                  <a:moveTo>
                    <a:pt x="2050" y="0"/>
                  </a:moveTo>
                  <a:cubicBezTo>
                    <a:pt x="2004" y="102"/>
                    <a:pt x="1763" y="547"/>
                    <a:pt x="1169" y="881"/>
                  </a:cubicBezTo>
                  <a:lnTo>
                    <a:pt x="0" y="3850"/>
                  </a:lnTo>
                  <a:cubicBezTo>
                    <a:pt x="334" y="4629"/>
                    <a:pt x="928" y="5343"/>
                    <a:pt x="2004" y="5594"/>
                  </a:cubicBezTo>
                  <a:lnTo>
                    <a:pt x="2115" y="5594"/>
                  </a:lnTo>
                  <a:cubicBezTo>
                    <a:pt x="4861" y="4935"/>
                    <a:pt x="4490" y="1271"/>
                    <a:pt x="4490" y="1271"/>
                  </a:cubicBezTo>
                  <a:cubicBezTo>
                    <a:pt x="2709" y="1206"/>
                    <a:pt x="2143" y="167"/>
                    <a:pt x="20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3">
              <a:extLst>
                <a:ext uri="{FF2B5EF4-FFF2-40B4-BE49-F238E27FC236}">
                  <a16:creationId xmlns:a16="http://schemas.microsoft.com/office/drawing/2014/main" id="{86B6C493-4FAC-163C-5500-FAE1480FBC9C}"/>
                </a:ext>
              </a:extLst>
            </p:cNvPr>
            <p:cNvSpPr/>
            <p:nvPr/>
          </p:nvSpPr>
          <p:spPr>
            <a:xfrm>
              <a:off x="2116650" y="2894025"/>
              <a:ext cx="123850" cy="142875"/>
            </a:xfrm>
            <a:custGeom>
              <a:avLst/>
              <a:gdLst/>
              <a:ahLst/>
              <a:cxnLst/>
              <a:rect l="l" t="t" r="r" b="b"/>
              <a:pathLst>
                <a:path w="4954" h="5715" extrusionOk="0">
                  <a:moveTo>
                    <a:pt x="2115" y="0"/>
                  </a:moveTo>
                  <a:cubicBezTo>
                    <a:pt x="2097" y="0"/>
                    <a:pt x="2069" y="19"/>
                    <a:pt x="2060" y="37"/>
                  </a:cubicBezTo>
                  <a:cubicBezTo>
                    <a:pt x="2023" y="121"/>
                    <a:pt x="1791" y="566"/>
                    <a:pt x="1197" y="891"/>
                  </a:cubicBezTo>
                  <a:cubicBezTo>
                    <a:pt x="1169" y="909"/>
                    <a:pt x="1160" y="946"/>
                    <a:pt x="1178" y="974"/>
                  </a:cubicBezTo>
                  <a:cubicBezTo>
                    <a:pt x="1190" y="992"/>
                    <a:pt x="1206" y="1002"/>
                    <a:pt x="1223" y="1002"/>
                  </a:cubicBezTo>
                  <a:cubicBezTo>
                    <a:pt x="1233" y="1002"/>
                    <a:pt x="1243" y="999"/>
                    <a:pt x="1253" y="993"/>
                  </a:cubicBezTo>
                  <a:cubicBezTo>
                    <a:pt x="1763" y="714"/>
                    <a:pt x="2013" y="362"/>
                    <a:pt x="2125" y="176"/>
                  </a:cubicBezTo>
                  <a:cubicBezTo>
                    <a:pt x="2301" y="492"/>
                    <a:pt x="2922" y="1317"/>
                    <a:pt x="4499" y="1392"/>
                  </a:cubicBezTo>
                  <a:cubicBezTo>
                    <a:pt x="4527" y="1828"/>
                    <a:pt x="4657" y="5000"/>
                    <a:pt x="2171" y="5603"/>
                  </a:cubicBezTo>
                  <a:lnTo>
                    <a:pt x="2069" y="5603"/>
                  </a:lnTo>
                  <a:cubicBezTo>
                    <a:pt x="1169" y="5381"/>
                    <a:pt x="510" y="4805"/>
                    <a:pt x="121" y="3887"/>
                  </a:cubicBezTo>
                  <a:cubicBezTo>
                    <a:pt x="107" y="3866"/>
                    <a:pt x="88" y="3856"/>
                    <a:pt x="63" y="3856"/>
                  </a:cubicBezTo>
                  <a:cubicBezTo>
                    <a:pt x="55" y="3856"/>
                    <a:pt x="47" y="3857"/>
                    <a:pt x="37" y="3859"/>
                  </a:cubicBezTo>
                  <a:cubicBezTo>
                    <a:pt x="10" y="3868"/>
                    <a:pt x="0" y="3906"/>
                    <a:pt x="10" y="3933"/>
                  </a:cubicBezTo>
                  <a:cubicBezTo>
                    <a:pt x="418" y="4889"/>
                    <a:pt x="1104" y="5492"/>
                    <a:pt x="2050" y="5714"/>
                  </a:cubicBezTo>
                  <a:lnTo>
                    <a:pt x="2190" y="5714"/>
                  </a:lnTo>
                  <a:cubicBezTo>
                    <a:pt x="4954" y="5056"/>
                    <a:pt x="4611" y="1373"/>
                    <a:pt x="4611" y="1336"/>
                  </a:cubicBezTo>
                  <a:cubicBezTo>
                    <a:pt x="4601" y="1308"/>
                    <a:pt x="4583" y="1280"/>
                    <a:pt x="4555" y="1280"/>
                  </a:cubicBezTo>
                  <a:cubicBezTo>
                    <a:pt x="2820" y="1215"/>
                    <a:pt x="2273" y="232"/>
                    <a:pt x="2180" y="37"/>
                  </a:cubicBezTo>
                  <a:cubicBezTo>
                    <a:pt x="2171" y="19"/>
                    <a:pt x="2152" y="0"/>
                    <a:pt x="2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3">
              <a:extLst>
                <a:ext uri="{FF2B5EF4-FFF2-40B4-BE49-F238E27FC236}">
                  <a16:creationId xmlns:a16="http://schemas.microsoft.com/office/drawing/2014/main" id="{C008FB37-5B32-ED46-D1A8-3BA18E374DD1}"/>
                </a:ext>
              </a:extLst>
            </p:cNvPr>
            <p:cNvSpPr/>
            <p:nvPr/>
          </p:nvSpPr>
          <p:spPr>
            <a:xfrm>
              <a:off x="2107375" y="2926025"/>
              <a:ext cx="16250" cy="33650"/>
            </a:xfrm>
            <a:custGeom>
              <a:avLst/>
              <a:gdLst/>
              <a:ahLst/>
              <a:cxnLst/>
              <a:rect l="l" t="t" r="r" b="b"/>
              <a:pathLst>
                <a:path w="650" h="1346" extrusionOk="0">
                  <a:moveTo>
                    <a:pt x="650" y="0"/>
                  </a:moveTo>
                  <a:cubicBezTo>
                    <a:pt x="473" y="28"/>
                    <a:pt x="278" y="56"/>
                    <a:pt x="65" y="56"/>
                  </a:cubicBezTo>
                  <a:cubicBezTo>
                    <a:pt x="65" y="56"/>
                    <a:pt x="0" y="622"/>
                    <a:pt x="102" y="1345"/>
                  </a:cubicBezTo>
                  <a:lnTo>
                    <a:pt x="6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3">
              <a:extLst>
                <a:ext uri="{FF2B5EF4-FFF2-40B4-BE49-F238E27FC236}">
                  <a16:creationId xmlns:a16="http://schemas.microsoft.com/office/drawing/2014/main" id="{413B5AC7-F3E6-C373-C8B9-D6786FC63A46}"/>
                </a:ext>
              </a:extLst>
            </p:cNvPr>
            <p:cNvSpPr/>
            <p:nvPr/>
          </p:nvSpPr>
          <p:spPr>
            <a:xfrm>
              <a:off x="2105975" y="2924575"/>
              <a:ext cx="19050" cy="36500"/>
            </a:xfrm>
            <a:custGeom>
              <a:avLst/>
              <a:gdLst/>
              <a:ahLst/>
              <a:cxnLst/>
              <a:rect l="l" t="t" r="r" b="b"/>
              <a:pathLst>
                <a:path w="762" h="1460" extrusionOk="0">
                  <a:moveTo>
                    <a:pt x="710" y="0"/>
                  </a:moveTo>
                  <a:cubicBezTo>
                    <a:pt x="706" y="0"/>
                    <a:pt x="701" y="1"/>
                    <a:pt x="696" y="3"/>
                  </a:cubicBezTo>
                  <a:cubicBezTo>
                    <a:pt x="511" y="30"/>
                    <a:pt x="316" y="58"/>
                    <a:pt x="112" y="58"/>
                  </a:cubicBezTo>
                  <a:cubicBezTo>
                    <a:pt x="84" y="58"/>
                    <a:pt x="65" y="86"/>
                    <a:pt x="56" y="114"/>
                  </a:cubicBezTo>
                  <a:cubicBezTo>
                    <a:pt x="56" y="123"/>
                    <a:pt x="0" y="689"/>
                    <a:pt x="103" y="1413"/>
                  </a:cubicBezTo>
                  <a:cubicBezTo>
                    <a:pt x="103" y="1440"/>
                    <a:pt x="130" y="1459"/>
                    <a:pt x="158" y="1459"/>
                  </a:cubicBezTo>
                  <a:lnTo>
                    <a:pt x="167" y="1459"/>
                  </a:lnTo>
                  <a:cubicBezTo>
                    <a:pt x="195" y="1459"/>
                    <a:pt x="223" y="1431"/>
                    <a:pt x="214" y="1394"/>
                  </a:cubicBezTo>
                  <a:cubicBezTo>
                    <a:pt x="140" y="810"/>
                    <a:pt x="158" y="327"/>
                    <a:pt x="177" y="179"/>
                  </a:cubicBezTo>
                  <a:cubicBezTo>
                    <a:pt x="362" y="170"/>
                    <a:pt x="539" y="142"/>
                    <a:pt x="715" y="114"/>
                  </a:cubicBezTo>
                  <a:cubicBezTo>
                    <a:pt x="743" y="105"/>
                    <a:pt x="761" y="77"/>
                    <a:pt x="761" y="49"/>
                  </a:cubicBezTo>
                  <a:cubicBezTo>
                    <a:pt x="753" y="18"/>
                    <a:pt x="733" y="0"/>
                    <a:pt x="7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3">
              <a:extLst>
                <a:ext uri="{FF2B5EF4-FFF2-40B4-BE49-F238E27FC236}">
                  <a16:creationId xmlns:a16="http://schemas.microsoft.com/office/drawing/2014/main" id="{7742EACF-C15C-BF6B-8D86-4CC9B4177933}"/>
                </a:ext>
              </a:extLst>
            </p:cNvPr>
            <p:cNvSpPr/>
            <p:nvPr/>
          </p:nvSpPr>
          <p:spPr>
            <a:xfrm>
              <a:off x="2134725" y="2938300"/>
              <a:ext cx="69850" cy="69850"/>
            </a:xfrm>
            <a:custGeom>
              <a:avLst/>
              <a:gdLst/>
              <a:ahLst/>
              <a:cxnLst/>
              <a:rect l="l" t="t" r="r" b="b"/>
              <a:pathLst>
                <a:path w="2794" h="2794" extrusionOk="0">
                  <a:moveTo>
                    <a:pt x="1402" y="1"/>
                  </a:moveTo>
                  <a:cubicBezTo>
                    <a:pt x="622" y="1"/>
                    <a:pt x="1" y="622"/>
                    <a:pt x="1" y="1402"/>
                  </a:cubicBezTo>
                  <a:cubicBezTo>
                    <a:pt x="1" y="2172"/>
                    <a:pt x="622" y="2793"/>
                    <a:pt x="1402" y="2793"/>
                  </a:cubicBezTo>
                  <a:cubicBezTo>
                    <a:pt x="2172" y="2793"/>
                    <a:pt x="2793" y="2172"/>
                    <a:pt x="2793" y="1402"/>
                  </a:cubicBezTo>
                  <a:cubicBezTo>
                    <a:pt x="2793" y="622"/>
                    <a:pt x="2172" y="1"/>
                    <a:pt x="1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3">
              <a:extLst>
                <a:ext uri="{FF2B5EF4-FFF2-40B4-BE49-F238E27FC236}">
                  <a16:creationId xmlns:a16="http://schemas.microsoft.com/office/drawing/2014/main" id="{CC60253D-85AF-1A93-9F81-49549BB80910}"/>
                </a:ext>
              </a:extLst>
            </p:cNvPr>
            <p:cNvSpPr/>
            <p:nvPr/>
          </p:nvSpPr>
          <p:spPr>
            <a:xfrm>
              <a:off x="2133575" y="2937150"/>
              <a:ext cx="72150" cy="72150"/>
            </a:xfrm>
            <a:custGeom>
              <a:avLst/>
              <a:gdLst/>
              <a:ahLst/>
              <a:cxnLst/>
              <a:rect l="l" t="t" r="r" b="b"/>
              <a:pathLst>
                <a:path w="2886" h="2886" extrusionOk="0">
                  <a:moveTo>
                    <a:pt x="1448" y="93"/>
                  </a:moveTo>
                  <a:cubicBezTo>
                    <a:pt x="2190" y="93"/>
                    <a:pt x="2802" y="696"/>
                    <a:pt x="2802" y="1448"/>
                  </a:cubicBezTo>
                  <a:cubicBezTo>
                    <a:pt x="2802" y="2190"/>
                    <a:pt x="2190" y="2802"/>
                    <a:pt x="1448" y="2802"/>
                  </a:cubicBezTo>
                  <a:cubicBezTo>
                    <a:pt x="696" y="2802"/>
                    <a:pt x="93" y="2190"/>
                    <a:pt x="93" y="1448"/>
                  </a:cubicBezTo>
                  <a:cubicBezTo>
                    <a:pt x="93" y="696"/>
                    <a:pt x="696" y="93"/>
                    <a:pt x="1448" y="93"/>
                  </a:cubicBezTo>
                  <a:close/>
                  <a:moveTo>
                    <a:pt x="1448" y="1"/>
                  </a:moveTo>
                  <a:cubicBezTo>
                    <a:pt x="650" y="1"/>
                    <a:pt x="0" y="650"/>
                    <a:pt x="0" y="1448"/>
                  </a:cubicBezTo>
                  <a:cubicBezTo>
                    <a:pt x="0" y="2236"/>
                    <a:pt x="650" y="2886"/>
                    <a:pt x="1448" y="2886"/>
                  </a:cubicBezTo>
                  <a:cubicBezTo>
                    <a:pt x="2236" y="2886"/>
                    <a:pt x="2885" y="2236"/>
                    <a:pt x="2885" y="1448"/>
                  </a:cubicBezTo>
                  <a:cubicBezTo>
                    <a:pt x="2885" y="650"/>
                    <a:pt x="2236" y="1"/>
                    <a:pt x="14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3">
              <a:extLst>
                <a:ext uri="{FF2B5EF4-FFF2-40B4-BE49-F238E27FC236}">
                  <a16:creationId xmlns:a16="http://schemas.microsoft.com/office/drawing/2014/main" id="{F59B35D6-1EC9-7497-938A-0ABB562977A6}"/>
                </a:ext>
              </a:extLst>
            </p:cNvPr>
            <p:cNvSpPr/>
            <p:nvPr/>
          </p:nvSpPr>
          <p:spPr>
            <a:xfrm>
              <a:off x="2144250" y="2947825"/>
              <a:ext cx="50800" cy="50800"/>
            </a:xfrm>
            <a:custGeom>
              <a:avLst/>
              <a:gdLst/>
              <a:ahLst/>
              <a:cxnLst/>
              <a:rect l="l" t="t" r="r" b="b"/>
              <a:pathLst>
                <a:path w="2032" h="2032" extrusionOk="0">
                  <a:moveTo>
                    <a:pt x="1021" y="0"/>
                  </a:moveTo>
                  <a:cubicBezTo>
                    <a:pt x="455" y="0"/>
                    <a:pt x="0" y="455"/>
                    <a:pt x="0" y="1021"/>
                  </a:cubicBezTo>
                  <a:cubicBezTo>
                    <a:pt x="0" y="1577"/>
                    <a:pt x="455" y="2032"/>
                    <a:pt x="1021" y="2032"/>
                  </a:cubicBezTo>
                  <a:cubicBezTo>
                    <a:pt x="1577" y="2032"/>
                    <a:pt x="2032" y="1577"/>
                    <a:pt x="2032" y="1021"/>
                  </a:cubicBezTo>
                  <a:cubicBezTo>
                    <a:pt x="2032" y="455"/>
                    <a:pt x="1577" y="0"/>
                    <a:pt x="10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3">
              <a:extLst>
                <a:ext uri="{FF2B5EF4-FFF2-40B4-BE49-F238E27FC236}">
                  <a16:creationId xmlns:a16="http://schemas.microsoft.com/office/drawing/2014/main" id="{AF0814B1-3DD9-5676-2BF7-8BBC8EC2F39E}"/>
                </a:ext>
              </a:extLst>
            </p:cNvPr>
            <p:cNvSpPr/>
            <p:nvPr/>
          </p:nvSpPr>
          <p:spPr>
            <a:xfrm>
              <a:off x="2142850" y="2946425"/>
              <a:ext cx="53825" cy="53825"/>
            </a:xfrm>
            <a:custGeom>
              <a:avLst/>
              <a:gdLst/>
              <a:ahLst/>
              <a:cxnLst/>
              <a:rect l="l" t="t" r="r" b="b"/>
              <a:pathLst>
                <a:path w="2153" h="2153" extrusionOk="0">
                  <a:moveTo>
                    <a:pt x="1077" y="112"/>
                  </a:moveTo>
                  <a:cubicBezTo>
                    <a:pt x="1605" y="112"/>
                    <a:pt x="2032" y="548"/>
                    <a:pt x="2032" y="1077"/>
                  </a:cubicBezTo>
                  <a:cubicBezTo>
                    <a:pt x="2032" y="1605"/>
                    <a:pt x="1605" y="2032"/>
                    <a:pt x="1077" y="2032"/>
                  </a:cubicBezTo>
                  <a:cubicBezTo>
                    <a:pt x="548" y="2032"/>
                    <a:pt x="112" y="1605"/>
                    <a:pt x="112" y="1077"/>
                  </a:cubicBezTo>
                  <a:cubicBezTo>
                    <a:pt x="112" y="548"/>
                    <a:pt x="548" y="112"/>
                    <a:pt x="1077" y="112"/>
                  </a:cubicBezTo>
                  <a:close/>
                  <a:moveTo>
                    <a:pt x="1077" y="1"/>
                  </a:moveTo>
                  <a:cubicBezTo>
                    <a:pt x="483" y="1"/>
                    <a:pt x="0" y="483"/>
                    <a:pt x="0" y="1077"/>
                  </a:cubicBezTo>
                  <a:cubicBezTo>
                    <a:pt x="0" y="1670"/>
                    <a:pt x="483" y="2153"/>
                    <a:pt x="1077" y="2153"/>
                  </a:cubicBezTo>
                  <a:cubicBezTo>
                    <a:pt x="1670" y="2153"/>
                    <a:pt x="2153" y="1670"/>
                    <a:pt x="2153" y="1077"/>
                  </a:cubicBezTo>
                  <a:cubicBezTo>
                    <a:pt x="2153" y="483"/>
                    <a:pt x="1670" y="1"/>
                    <a:pt x="10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3">
              <a:extLst>
                <a:ext uri="{FF2B5EF4-FFF2-40B4-BE49-F238E27FC236}">
                  <a16:creationId xmlns:a16="http://schemas.microsoft.com/office/drawing/2014/main" id="{C907544F-5391-709A-3B8F-63BA8C5ECB29}"/>
                </a:ext>
              </a:extLst>
            </p:cNvPr>
            <p:cNvSpPr/>
            <p:nvPr/>
          </p:nvSpPr>
          <p:spPr>
            <a:xfrm>
              <a:off x="2154900" y="2949850"/>
              <a:ext cx="45950" cy="34400"/>
            </a:xfrm>
            <a:custGeom>
              <a:avLst/>
              <a:gdLst/>
              <a:ahLst/>
              <a:cxnLst/>
              <a:rect l="l" t="t" r="r" b="b"/>
              <a:pathLst>
                <a:path w="1838" h="1376" extrusionOk="0">
                  <a:moveTo>
                    <a:pt x="1657" y="0"/>
                  </a:moveTo>
                  <a:cubicBezTo>
                    <a:pt x="1615" y="0"/>
                    <a:pt x="1573" y="17"/>
                    <a:pt x="1541" y="49"/>
                  </a:cubicBezTo>
                  <a:lnTo>
                    <a:pt x="613" y="977"/>
                  </a:lnTo>
                  <a:lnTo>
                    <a:pt x="298" y="661"/>
                  </a:lnTo>
                  <a:cubicBezTo>
                    <a:pt x="265" y="629"/>
                    <a:pt x="224" y="613"/>
                    <a:pt x="182" y="613"/>
                  </a:cubicBezTo>
                  <a:cubicBezTo>
                    <a:pt x="140" y="613"/>
                    <a:pt x="98" y="629"/>
                    <a:pt x="66" y="661"/>
                  </a:cubicBezTo>
                  <a:cubicBezTo>
                    <a:pt x="1" y="726"/>
                    <a:pt x="1" y="828"/>
                    <a:pt x="66" y="893"/>
                  </a:cubicBezTo>
                  <a:lnTo>
                    <a:pt x="493" y="1320"/>
                  </a:lnTo>
                  <a:cubicBezTo>
                    <a:pt x="530" y="1357"/>
                    <a:pt x="567" y="1376"/>
                    <a:pt x="613" y="1376"/>
                  </a:cubicBezTo>
                  <a:cubicBezTo>
                    <a:pt x="650" y="1376"/>
                    <a:pt x="697" y="1357"/>
                    <a:pt x="724" y="1329"/>
                  </a:cubicBezTo>
                  <a:lnTo>
                    <a:pt x="1773" y="281"/>
                  </a:lnTo>
                  <a:cubicBezTo>
                    <a:pt x="1838" y="216"/>
                    <a:pt x="1838" y="114"/>
                    <a:pt x="1773" y="49"/>
                  </a:cubicBezTo>
                  <a:cubicBezTo>
                    <a:pt x="1740" y="17"/>
                    <a:pt x="1699"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34895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08">
          <a:extLst>
            <a:ext uri="{FF2B5EF4-FFF2-40B4-BE49-F238E27FC236}">
              <a16:creationId xmlns:a16="http://schemas.microsoft.com/office/drawing/2014/main" id="{177AFE44-E83E-FB85-7874-70E96BDA7E83}"/>
            </a:ext>
          </a:extLst>
        </p:cNvPr>
        <p:cNvGrpSpPr/>
        <p:nvPr/>
      </p:nvGrpSpPr>
      <p:grpSpPr>
        <a:xfrm>
          <a:off x="0" y="0"/>
          <a:ext cx="0" cy="0"/>
          <a:chOff x="0" y="0"/>
          <a:chExt cx="0" cy="0"/>
        </a:xfrm>
      </p:grpSpPr>
      <p:sp>
        <p:nvSpPr>
          <p:cNvPr id="1709" name="Google Shape;1709;p33">
            <a:extLst>
              <a:ext uri="{FF2B5EF4-FFF2-40B4-BE49-F238E27FC236}">
                <a16:creationId xmlns:a16="http://schemas.microsoft.com/office/drawing/2014/main" id="{263F936C-F304-DB20-6117-4DCE7D50C3F4}"/>
              </a:ext>
            </a:extLst>
          </p:cNvPr>
          <p:cNvSpPr txBox="1">
            <a:spLocks noGrp="1"/>
          </p:cNvSpPr>
          <p:nvPr>
            <p:ph type="title"/>
          </p:nvPr>
        </p:nvSpPr>
        <p:spPr>
          <a:xfrm>
            <a:off x="3294670" y="643742"/>
            <a:ext cx="5320200" cy="93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Google Drive </a:t>
            </a:r>
            <a:endParaRPr sz="3000" dirty="0"/>
          </a:p>
        </p:txBody>
      </p:sp>
      <p:grpSp>
        <p:nvGrpSpPr>
          <p:cNvPr id="1711" name="Google Shape;1711;p33">
            <a:extLst>
              <a:ext uri="{FF2B5EF4-FFF2-40B4-BE49-F238E27FC236}">
                <a16:creationId xmlns:a16="http://schemas.microsoft.com/office/drawing/2014/main" id="{032F1F7F-2D90-D8C9-D6C3-62C586E92CA0}"/>
              </a:ext>
            </a:extLst>
          </p:cNvPr>
          <p:cNvGrpSpPr/>
          <p:nvPr/>
        </p:nvGrpSpPr>
        <p:grpSpPr>
          <a:xfrm>
            <a:off x="713216" y="1123904"/>
            <a:ext cx="2305770" cy="2895692"/>
            <a:chOff x="1539175" y="2330700"/>
            <a:chExt cx="810350" cy="1017675"/>
          </a:xfrm>
        </p:grpSpPr>
        <p:sp>
          <p:nvSpPr>
            <p:cNvPr id="1712" name="Google Shape;1712;p33">
              <a:extLst>
                <a:ext uri="{FF2B5EF4-FFF2-40B4-BE49-F238E27FC236}">
                  <a16:creationId xmlns:a16="http://schemas.microsoft.com/office/drawing/2014/main" id="{0E31E637-B94D-29B7-7DF6-91FB596A96D4}"/>
                </a:ext>
              </a:extLst>
            </p:cNvPr>
            <p:cNvSpPr/>
            <p:nvPr/>
          </p:nvSpPr>
          <p:spPr>
            <a:xfrm>
              <a:off x="1898400" y="2363625"/>
              <a:ext cx="2825" cy="37825"/>
            </a:xfrm>
            <a:custGeom>
              <a:avLst/>
              <a:gdLst/>
              <a:ahLst/>
              <a:cxnLst/>
              <a:rect l="l" t="t" r="r" b="b"/>
              <a:pathLst>
                <a:path w="113" h="1513" extrusionOk="0">
                  <a:moveTo>
                    <a:pt x="57" y="0"/>
                  </a:moveTo>
                  <a:cubicBezTo>
                    <a:pt x="29" y="0"/>
                    <a:pt x="1" y="28"/>
                    <a:pt x="1" y="65"/>
                  </a:cubicBezTo>
                  <a:lnTo>
                    <a:pt x="1" y="529"/>
                  </a:lnTo>
                  <a:cubicBezTo>
                    <a:pt x="1" y="557"/>
                    <a:pt x="29" y="585"/>
                    <a:pt x="57" y="585"/>
                  </a:cubicBezTo>
                  <a:cubicBezTo>
                    <a:pt x="94" y="585"/>
                    <a:pt x="112" y="557"/>
                    <a:pt x="112" y="529"/>
                  </a:cubicBezTo>
                  <a:lnTo>
                    <a:pt x="112" y="65"/>
                  </a:lnTo>
                  <a:cubicBezTo>
                    <a:pt x="112" y="28"/>
                    <a:pt x="94" y="0"/>
                    <a:pt x="57" y="0"/>
                  </a:cubicBezTo>
                  <a:close/>
                  <a:moveTo>
                    <a:pt x="57" y="928"/>
                  </a:moveTo>
                  <a:cubicBezTo>
                    <a:pt x="29" y="928"/>
                    <a:pt x="1" y="956"/>
                    <a:pt x="1" y="993"/>
                  </a:cubicBezTo>
                  <a:lnTo>
                    <a:pt x="1" y="1457"/>
                  </a:lnTo>
                  <a:cubicBezTo>
                    <a:pt x="1" y="1485"/>
                    <a:pt x="29" y="1512"/>
                    <a:pt x="57" y="1512"/>
                  </a:cubicBezTo>
                  <a:cubicBezTo>
                    <a:pt x="94" y="1512"/>
                    <a:pt x="112" y="1485"/>
                    <a:pt x="112" y="1457"/>
                  </a:cubicBezTo>
                  <a:lnTo>
                    <a:pt x="112" y="993"/>
                  </a:lnTo>
                  <a:cubicBezTo>
                    <a:pt x="112" y="956"/>
                    <a:pt x="94" y="928"/>
                    <a:pt x="57" y="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3">
              <a:extLst>
                <a:ext uri="{FF2B5EF4-FFF2-40B4-BE49-F238E27FC236}">
                  <a16:creationId xmlns:a16="http://schemas.microsoft.com/office/drawing/2014/main" id="{B20A8E66-AE57-6A50-04B1-649A8BCB587D}"/>
                </a:ext>
              </a:extLst>
            </p:cNvPr>
            <p:cNvSpPr/>
            <p:nvPr/>
          </p:nvSpPr>
          <p:spPr>
            <a:xfrm>
              <a:off x="2199675" y="2704075"/>
              <a:ext cx="82350" cy="174425"/>
            </a:xfrm>
            <a:custGeom>
              <a:avLst/>
              <a:gdLst/>
              <a:ahLst/>
              <a:cxnLst/>
              <a:rect l="l" t="t" r="r" b="b"/>
              <a:pathLst>
                <a:path w="3294" h="6977" extrusionOk="0">
                  <a:moveTo>
                    <a:pt x="1670" y="1"/>
                  </a:moveTo>
                  <a:cubicBezTo>
                    <a:pt x="1642" y="1"/>
                    <a:pt x="1614" y="19"/>
                    <a:pt x="1614" y="56"/>
                  </a:cubicBezTo>
                  <a:cubicBezTo>
                    <a:pt x="1614" y="84"/>
                    <a:pt x="1642" y="112"/>
                    <a:pt x="1670" y="112"/>
                  </a:cubicBezTo>
                  <a:lnTo>
                    <a:pt x="2134" y="112"/>
                  </a:lnTo>
                  <a:cubicBezTo>
                    <a:pt x="2171" y="112"/>
                    <a:pt x="2190" y="84"/>
                    <a:pt x="2190" y="56"/>
                  </a:cubicBezTo>
                  <a:cubicBezTo>
                    <a:pt x="2190" y="19"/>
                    <a:pt x="2171" y="1"/>
                    <a:pt x="2134" y="1"/>
                  </a:cubicBezTo>
                  <a:close/>
                  <a:moveTo>
                    <a:pt x="2598" y="1"/>
                  </a:moveTo>
                  <a:cubicBezTo>
                    <a:pt x="2570" y="1"/>
                    <a:pt x="2542" y="19"/>
                    <a:pt x="2542" y="56"/>
                  </a:cubicBezTo>
                  <a:cubicBezTo>
                    <a:pt x="2542" y="84"/>
                    <a:pt x="2570" y="112"/>
                    <a:pt x="2598" y="112"/>
                  </a:cubicBezTo>
                  <a:lnTo>
                    <a:pt x="3062" y="112"/>
                  </a:lnTo>
                  <a:cubicBezTo>
                    <a:pt x="3099" y="112"/>
                    <a:pt x="3117" y="84"/>
                    <a:pt x="3117" y="56"/>
                  </a:cubicBezTo>
                  <a:cubicBezTo>
                    <a:pt x="3117" y="19"/>
                    <a:pt x="3099" y="1"/>
                    <a:pt x="3062" y="1"/>
                  </a:cubicBezTo>
                  <a:close/>
                  <a:moveTo>
                    <a:pt x="3229" y="288"/>
                  </a:moveTo>
                  <a:cubicBezTo>
                    <a:pt x="3201" y="288"/>
                    <a:pt x="3173" y="316"/>
                    <a:pt x="3173" y="353"/>
                  </a:cubicBezTo>
                  <a:lnTo>
                    <a:pt x="3173" y="817"/>
                  </a:lnTo>
                  <a:cubicBezTo>
                    <a:pt x="3173" y="845"/>
                    <a:pt x="3201" y="873"/>
                    <a:pt x="3229" y="873"/>
                  </a:cubicBezTo>
                  <a:cubicBezTo>
                    <a:pt x="3266" y="873"/>
                    <a:pt x="3294" y="845"/>
                    <a:pt x="3294" y="817"/>
                  </a:cubicBezTo>
                  <a:lnTo>
                    <a:pt x="3294" y="353"/>
                  </a:lnTo>
                  <a:cubicBezTo>
                    <a:pt x="3294" y="316"/>
                    <a:pt x="3266" y="288"/>
                    <a:pt x="3229" y="288"/>
                  </a:cubicBezTo>
                  <a:close/>
                  <a:moveTo>
                    <a:pt x="3229" y="1216"/>
                  </a:moveTo>
                  <a:cubicBezTo>
                    <a:pt x="3201" y="1216"/>
                    <a:pt x="3173" y="1244"/>
                    <a:pt x="3173" y="1281"/>
                  </a:cubicBezTo>
                  <a:lnTo>
                    <a:pt x="3173" y="1745"/>
                  </a:lnTo>
                  <a:cubicBezTo>
                    <a:pt x="3173" y="1772"/>
                    <a:pt x="3201" y="1800"/>
                    <a:pt x="3229" y="1800"/>
                  </a:cubicBezTo>
                  <a:cubicBezTo>
                    <a:pt x="3266" y="1800"/>
                    <a:pt x="3294" y="1772"/>
                    <a:pt x="3294" y="1745"/>
                  </a:cubicBezTo>
                  <a:lnTo>
                    <a:pt x="3294" y="1281"/>
                  </a:lnTo>
                  <a:cubicBezTo>
                    <a:pt x="3294" y="1244"/>
                    <a:pt x="3266" y="1216"/>
                    <a:pt x="3229" y="1216"/>
                  </a:cubicBezTo>
                  <a:close/>
                  <a:moveTo>
                    <a:pt x="3229" y="2143"/>
                  </a:moveTo>
                  <a:cubicBezTo>
                    <a:pt x="3201" y="2143"/>
                    <a:pt x="3173" y="2171"/>
                    <a:pt x="3173" y="2208"/>
                  </a:cubicBezTo>
                  <a:lnTo>
                    <a:pt x="3173" y="2672"/>
                  </a:lnTo>
                  <a:cubicBezTo>
                    <a:pt x="3173" y="2700"/>
                    <a:pt x="3201" y="2728"/>
                    <a:pt x="3229" y="2728"/>
                  </a:cubicBezTo>
                  <a:cubicBezTo>
                    <a:pt x="3266" y="2728"/>
                    <a:pt x="3294" y="2700"/>
                    <a:pt x="3294" y="2672"/>
                  </a:cubicBezTo>
                  <a:lnTo>
                    <a:pt x="3294" y="2208"/>
                  </a:lnTo>
                  <a:cubicBezTo>
                    <a:pt x="3294" y="2171"/>
                    <a:pt x="3266" y="2143"/>
                    <a:pt x="3229" y="2143"/>
                  </a:cubicBezTo>
                  <a:close/>
                  <a:moveTo>
                    <a:pt x="3229" y="3071"/>
                  </a:moveTo>
                  <a:cubicBezTo>
                    <a:pt x="3201" y="3071"/>
                    <a:pt x="3173" y="3099"/>
                    <a:pt x="3173" y="3136"/>
                  </a:cubicBezTo>
                  <a:lnTo>
                    <a:pt x="3173" y="3600"/>
                  </a:lnTo>
                  <a:cubicBezTo>
                    <a:pt x="3173" y="3628"/>
                    <a:pt x="3201" y="3656"/>
                    <a:pt x="3229" y="3656"/>
                  </a:cubicBezTo>
                  <a:cubicBezTo>
                    <a:pt x="3266" y="3656"/>
                    <a:pt x="3294" y="3628"/>
                    <a:pt x="3294" y="3600"/>
                  </a:cubicBezTo>
                  <a:lnTo>
                    <a:pt x="3294" y="3136"/>
                  </a:lnTo>
                  <a:cubicBezTo>
                    <a:pt x="3294" y="3099"/>
                    <a:pt x="3266" y="3071"/>
                    <a:pt x="3229" y="3071"/>
                  </a:cubicBezTo>
                  <a:close/>
                  <a:moveTo>
                    <a:pt x="3229" y="3999"/>
                  </a:moveTo>
                  <a:cubicBezTo>
                    <a:pt x="3201" y="3999"/>
                    <a:pt x="3173" y="4027"/>
                    <a:pt x="3173" y="4064"/>
                  </a:cubicBezTo>
                  <a:lnTo>
                    <a:pt x="3173" y="4528"/>
                  </a:lnTo>
                  <a:cubicBezTo>
                    <a:pt x="3173" y="4555"/>
                    <a:pt x="3201" y="4583"/>
                    <a:pt x="3229" y="4583"/>
                  </a:cubicBezTo>
                  <a:cubicBezTo>
                    <a:pt x="3266" y="4583"/>
                    <a:pt x="3294" y="4555"/>
                    <a:pt x="3294" y="4528"/>
                  </a:cubicBezTo>
                  <a:lnTo>
                    <a:pt x="3294" y="4064"/>
                  </a:lnTo>
                  <a:cubicBezTo>
                    <a:pt x="3294" y="4027"/>
                    <a:pt x="3266" y="3999"/>
                    <a:pt x="3229" y="3999"/>
                  </a:cubicBezTo>
                  <a:close/>
                  <a:moveTo>
                    <a:pt x="269" y="5214"/>
                  </a:moveTo>
                  <a:cubicBezTo>
                    <a:pt x="241" y="5214"/>
                    <a:pt x="214" y="5242"/>
                    <a:pt x="214" y="5279"/>
                  </a:cubicBezTo>
                  <a:cubicBezTo>
                    <a:pt x="214" y="5307"/>
                    <a:pt x="241" y="5335"/>
                    <a:pt x="269" y="5335"/>
                  </a:cubicBezTo>
                  <a:lnTo>
                    <a:pt x="733" y="5335"/>
                  </a:lnTo>
                  <a:cubicBezTo>
                    <a:pt x="770" y="5335"/>
                    <a:pt x="789" y="5307"/>
                    <a:pt x="789" y="5279"/>
                  </a:cubicBezTo>
                  <a:cubicBezTo>
                    <a:pt x="789" y="5242"/>
                    <a:pt x="770" y="5214"/>
                    <a:pt x="733" y="5214"/>
                  </a:cubicBezTo>
                  <a:close/>
                  <a:moveTo>
                    <a:pt x="1197" y="5214"/>
                  </a:moveTo>
                  <a:cubicBezTo>
                    <a:pt x="1169" y="5214"/>
                    <a:pt x="1141" y="5242"/>
                    <a:pt x="1141" y="5279"/>
                  </a:cubicBezTo>
                  <a:cubicBezTo>
                    <a:pt x="1141" y="5307"/>
                    <a:pt x="1169" y="5335"/>
                    <a:pt x="1197" y="5335"/>
                  </a:cubicBezTo>
                  <a:lnTo>
                    <a:pt x="1661" y="5335"/>
                  </a:lnTo>
                  <a:cubicBezTo>
                    <a:pt x="1698" y="5335"/>
                    <a:pt x="1716" y="5307"/>
                    <a:pt x="1716" y="5279"/>
                  </a:cubicBezTo>
                  <a:cubicBezTo>
                    <a:pt x="1716" y="5242"/>
                    <a:pt x="1698" y="5214"/>
                    <a:pt x="1661" y="5214"/>
                  </a:cubicBezTo>
                  <a:close/>
                  <a:moveTo>
                    <a:pt x="2125" y="5214"/>
                  </a:moveTo>
                  <a:cubicBezTo>
                    <a:pt x="2097" y="5214"/>
                    <a:pt x="2069" y="5242"/>
                    <a:pt x="2069" y="5279"/>
                  </a:cubicBezTo>
                  <a:cubicBezTo>
                    <a:pt x="2069" y="5307"/>
                    <a:pt x="2097" y="5335"/>
                    <a:pt x="2125" y="5335"/>
                  </a:cubicBezTo>
                  <a:lnTo>
                    <a:pt x="2588" y="5335"/>
                  </a:lnTo>
                  <a:cubicBezTo>
                    <a:pt x="2626" y="5335"/>
                    <a:pt x="2644" y="5307"/>
                    <a:pt x="2644" y="5279"/>
                  </a:cubicBezTo>
                  <a:cubicBezTo>
                    <a:pt x="2644" y="5242"/>
                    <a:pt x="2626" y="5214"/>
                    <a:pt x="2588" y="5214"/>
                  </a:cubicBezTo>
                  <a:close/>
                  <a:moveTo>
                    <a:pt x="3229" y="4936"/>
                  </a:moveTo>
                  <a:cubicBezTo>
                    <a:pt x="3201" y="4936"/>
                    <a:pt x="3173" y="4954"/>
                    <a:pt x="3173" y="4991"/>
                  </a:cubicBezTo>
                  <a:lnTo>
                    <a:pt x="3173" y="5214"/>
                  </a:lnTo>
                  <a:lnTo>
                    <a:pt x="3052" y="5214"/>
                  </a:lnTo>
                  <a:cubicBezTo>
                    <a:pt x="3024" y="5214"/>
                    <a:pt x="2997" y="5242"/>
                    <a:pt x="2997" y="5279"/>
                  </a:cubicBezTo>
                  <a:cubicBezTo>
                    <a:pt x="2997" y="5307"/>
                    <a:pt x="3024" y="5335"/>
                    <a:pt x="3052" y="5335"/>
                  </a:cubicBezTo>
                  <a:lnTo>
                    <a:pt x="3229" y="5335"/>
                  </a:lnTo>
                  <a:cubicBezTo>
                    <a:pt x="3266" y="5335"/>
                    <a:pt x="3294" y="5307"/>
                    <a:pt x="3294" y="5279"/>
                  </a:cubicBezTo>
                  <a:lnTo>
                    <a:pt x="3294" y="4991"/>
                  </a:lnTo>
                  <a:cubicBezTo>
                    <a:pt x="3294" y="4954"/>
                    <a:pt x="3266" y="4936"/>
                    <a:pt x="3229" y="4936"/>
                  </a:cubicBezTo>
                  <a:close/>
                  <a:moveTo>
                    <a:pt x="56" y="5464"/>
                  </a:moveTo>
                  <a:cubicBezTo>
                    <a:pt x="28" y="5464"/>
                    <a:pt x="0" y="5492"/>
                    <a:pt x="0" y="5520"/>
                  </a:cubicBezTo>
                  <a:lnTo>
                    <a:pt x="0" y="5993"/>
                  </a:lnTo>
                  <a:cubicBezTo>
                    <a:pt x="0" y="6021"/>
                    <a:pt x="28" y="6049"/>
                    <a:pt x="56" y="6049"/>
                  </a:cubicBezTo>
                  <a:cubicBezTo>
                    <a:pt x="93" y="6049"/>
                    <a:pt x="112" y="6021"/>
                    <a:pt x="112" y="5993"/>
                  </a:cubicBezTo>
                  <a:lnTo>
                    <a:pt x="112" y="5520"/>
                  </a:lnTo>
                  <a:cubicBezTo>
                    <a:pt x="112" y="5492"/>
                    <a:pt x="93" y="5464"/>
                    <a:pt x="56" y="5464"/>
                  </a:cubicBezTo>
                  <a:close/>
                  <a:moveTo>
                    <a:pt x="56" y="6392"/>
                  </a:moveTo>
                  <a:cubicBezTo>
                    <a:pt x="28" y="6392"/>
                    <a:pt x="0" y="6420"/>
                    <a:pt x="0" y="6457"/>
                  </a:cubicBezTo>
                  <a:lnTo>
                    <a:pt x="0" y="6921"/>
                  </a:lnTo>
                  <a:cubicBezTo>
                    <a:pt x="0" y="6949"/>
                    <a:pt x="28" y="6977"/>
                    <a:pt x="56" y="6977"/>
                  </a:cubicBezTo>
                  <a:cubicBezTo>
                    <a:pt x="93" y="6977"/>
                    <a:pt x="112" y="6949"/>
                    <a:pt x="112" y="6921"/>
                  </a:cubicBezTo>
                  <a:lnTo>
                    <a:pt x="112" y="6457"/>
                  </a:lnTo>
                  <a:cubicBezTo>
                    <a:pt x="112" y="6420"/>
                    <a:pt x="93" y="6392"/>
                    <a:pt x="56" y="639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3">
              <a:extLst>
                <a:ext uri="{FF2B5EF4-FFF2-40B4-BE49-F238E27FC236}">
                  <a16:creationId xmlns:a16="http://schemas.microsoft.com/office/drawing/2014/main" id="{FC15E9E2-0956-FF6E-C847-1CC4BCB45919}"/>
                </a:ext>
              </a:extLst>
            </p:cNvPr>
            <p:cNvSpPr/>
            <p:nvPr/>
          </p:nvSpPr>
          <p:spPr>
            <a:xfrm>
              <a:off x="2221250" y="2699900"/>
              <a:ext cx="76775" cy="195775"/>
            </a:xfrm>
            <a:custGeom>
              <a:avLst/>
              <a:gdLst/>
              <a:ahLst/>
              <a:cxnLst/>
              <a:rect l="l" t="t" r="r" b="b"/>
              <a:pathLst>
                <a:path w="3071" h="7831" extrusionOk="0">
                  <a:moveTo>
                    <a:pt x="3015" y="1"/>
                  </a:moveTo>
                  <a:cubicBezTo>
                    <a:pt x="2987" y="1"/>
                    <a:pt x="2959" y="28"/>
                    <a:pt x="2959" y="56"/>
                  </a:cubicBezTo>
                  <a:lnTo>
                    <a:pt x="2959" y="520"/>
                  </a:lnTo>
                  <a:cubicBezTo>
                    <a:pt x="2959" y="557"/>
                    <a:pt x="2987" y="585"/>
                    <a:pt x="3015" y="585"/>
                  </a:cubicBezTo>
                  <a:cubicBezTo>
                    <a:pt x="3043" y="585"/>
                    <a:pt x="3071" y="557"/>
                    <a:pt x="3071" y="520"/>
                  </a:cubicBezTo>
                  <a:lnTo>
                    <a:pt x="3071" y="56"/>
                  </a:lnTo>
                  <a:cubicBezTo>
                    <a:pt x="3071" y="28"/>
                    <a:pt x="3052" y="1"/>
                    <a:pt x="3015" y="1"/>
                  </a:cubicBezTo>
                  <a:close/>
                  <a:moveTo>
                    <a:pt x="3015" y="928"/>
                  </a:moveTo>
                  <a:cubicBezTo>
                    <a:pt x="2987" y="928"/>
                    <a:pt x="2959" y="956"/>
                    <a:pt x="2959" y="984"/>
                  </a:cubicBezTo>
                  <a:lnTo>
                    <a:pt x="2959" y="1448"/>
                  </a:lnTo>
                  <a:cubicBezTo>
                    <a:pt x="2959" y="1485"/>
                    <a:pt x="2987" y="1513"/>
                    <a:pt x="3015" y="1513"/>
                  </a:cubicBezTo>
                  <a:cubicBezTo>
                    <a:pt x="3043" y="1513"/>
                    <a:pt x="3071" y="1485"/>
                    <a:pt x="3071" y="1448"/>
                  </a:cubicBezTo>
                  <a:lnTo>
                    <a:pt x="3071" y="984"/>
                  </a:lnTo>
                  <a:cubicBezTo>
                    <a:pt x="3071" y="956"/>
                    <a:pt x="3052" y="928"/>
                    <a:pt x="3015" y="928"/>
                  </a:cubicBezTo>
                  <a:close/>
                  <a:moveTo>
                    <a:pt x="3015" y="1856"/>
                  </a:moveTo>
                  <a:cubicBezTo>
                    <a:pt x="2987" y="1856"/>
                    <a:pt x="2959" y="1884"/>
                    <a:pt x="2959" y="1912"/>
                  </a:cubicBezTo>
                  <a:lnTo>
                    <a:pt x="2959" y="2375"/>
                  </a:lnTo>
                  <a:cubicBezTo>
                    <a:pt x="2959" y="2412"/>
                    <a:pt x="2987" y="2440"/>
                    <a:pt x="3015" y="2440"/>
                  </a:cubicBezTo>
                  <a:cubicBezTo>
                    <a:pt x="3043" y="2440"/>
                    <a:pt x="3071" y="2412"/>
                    <a:pt x="3071" y="2375"/>
                  </a:cubicBezTo>
                  <a:lnTo>
                    <a:pt x="3071" y="1912"/>
                  </a:lnTo>
                  <a:cubicBezTo>
                    <a:pt x="3071" y="1884"/>
                    <a:pt x="3052" y="1856"/>
                    <a:pt x="3015" y="1856"/>
                  </a:cubicBezTo>
                  <a:close/>
                  <a:moveTo>
                    <a:pt x="3015" y="2784"/>
                  </a:moveTo>
                  <a:cubicBezTo>
                    <a:pt x="2987" y="2784"/>
                    <a:pt x="2959" y="2811"/>
                    <a:pt x="2959" y="2839"/>
                  </a:cubicBezTo>
                  <a:lnTo>
                    <a:pt x="2959" y="3303"/>
                  </a:lnTo>
                  <a:cubicBezTo>
                    <a:pt x="2959" y="3340"/>
                    <a:pt x="2987" y="3368"/>
                    <a:pt x="3015" y="3368"/>
                  </a:cubicBezTo>
                  <a:cubicBezTo>
                    <a:pt x="3043" y="3368"/>
                    <a:pt x="3071" y="3340"/>
                    <a:pt x="3071" y="3303"/>
                  </a:cubicBezTo>
                  <a:lnTo>
                    <a:pt x="3071" y="2839"/>
                  </a:lnTo>
                  <a:cubicBezTo>
                    <a:pt x="3071" y="2811"/>
                    <a:pt x="3052" y="2784"/>
                    <a:pt x="3015" y="2784"/>
                  </a:cubicBezTo>
                  <a:close/>
                  <a:moveTo>
                    <a:pt x="3015" y="3711"/>
                  </a:moveTo>
                  <a:cubicBezTo>
                    <a:pt x="2987" y="3711"/>
                    <a:pt x="2959" y="3739"/>
                    <a:pt x="2959" y="3767"/>
                  </a:cubicBezTo>
                  <a:lnTo>
                    <a:pt x="2959" y="4231"/>
                  </a:lnTo>
                  <a:cubicBezTo>
                    <a:pt x="2959" y="4268"/>
                    <a:pt x="2987" y="4296"/>
                    <a:pt x="3015" y="4296"/>
                  </a:cubicBezTo>
                  <a:cubicBezTo>
                    <a:pt x="3043" y="4296"/>
                    <a:pt x="3071" y="4268"/>
                    <a:pt x="3071" y="4231"/>
                  </a:cubicBezTo>
                  <a:lnTo>
                    <a:pt x="3071" y="3767"/>
                  </a:lnTo>
                  <a:cubicBezTo>
                    <a:pt x="3071" y="3739"/>
                    <a:pt x="3052" y="3711"/>
                    <a:pt x="3015" y="3711"/>
                  </a:cubicBezTo>
                  <a:close/>
                  <a:moveTo>
                    <a:pt x="3015" y="4639"/>
                  </a:moveTo>
                  <a:cubicBezTo>
                    <a:pt x="2987" y="4639"/>
                    <a:pt x="2959" y="4667"/>
                    <a:pt x="2959" y="4695"/>
                  </a:cubicBezTo>
                  <a:lnTo>
                    <a:pt x="2959" y="5158"/>
                  </a:lnTo>
                  <a:cubicBezTo>
                    <a:pt x="2959" y="5195"/>
                    <a:pt x="2987" y="5223"/>
                    <a:pt x="3015" y="5223"/>
                  </a:cubicBezTo>
                  <a:cubicBezTo>
                    <a:pt x="3043" y="5223"/>
                    <a:pt x="3071" y="5195"/>
                    <a:pt x="3071" y="5158"/>
                  </a:cubicBezTo>
                  <a:lnTo>
                    <a:pt x="3071" y="4695"/>
                  </a:lnTo>
                  <a:cubicBezTo>
                    <a:pt x="3071" y="4667"/>
                    <a:pt x="3052" y="4639"/>
                    <a:pt x="3015" y="4639"/>
                  </a:cubicBezTo>
                  <a:close/>
                  <a:moveTo>
                    <a:pt x="3015" y="5567"/>
                  </a:moveTo>
                  <a:cubicBezTo>
                    <a:pt x="2987" y="5567"/>
                    <a:pt x="2959" y="5594"/>
                    <a:pt x="2959" y="5622"/>
                  </a:cubicBezTo>
                  <a:lnTo>
                    <a:pt x="2959" y="6095"/>
                  </a:lnTo>
                  <a:cubicBezTo>
                    <a:pt x="2959" y="6123"/>
                    <a:pt x="2987" y="6151"/>
                    <a:pt x="3015" y="6151"/>
                  </a:cubicBezTo>
                  <a:cubicBezTo>
                    <a:pt x="3043" y="6151"/>
                    <a:pt x="3071" y="6123"/>
                    <a:pt x="3071" y="6095"/>
                  </a:cubicBezTo>
                  <a:lnTo>
                    <a:pt x="3071" y="5622"/>
                  </a:lnTo>
                  <a:cubicBezTo>
                    <a:pt x="3071" y="5594"/>
                    <a:pt x="3052" y="5567"/>
                    <a:pt x="3015" y="5567"/>
                  </a:cubicBezTo>
                  <a:close/>
                  <a:moveTo>
                    <a:pt x="390" y="6188"/>
                  </a:moveTo>
                  <a:cubicBezTo>
                    <a:pt x="353" y="6188"/>
                    <a:pt x="334" y="6216"/>
                    <a:pt x="334" y="6253"/>
                  </a:cubicBezTo>
                  <a:cubicBezTo>
                    <a:pt x="334" y="6281"/>
                    <a:pt x="353" y="6309"/>
                    <a:pt x="390" y="6309"/>
                  </a:cubicBezTo>
                  <a:lnTo>
                    <a:pt x="853" y="6309"/>
                  </a:lnTo>
                  <a:cubicBezTo>
                    <a:pt x="881" y="6309"/>
                    <a:pt x="909" y="6281"/>
                    <a:pt x="909" y="6253"/>
                  </a:cubicBezTo>
                  <a:cubicBezTo>
                    <a:pt x="909" y="6216"/>
                    <a:pt x="881" y="6188"/>
                    <a:pt x="853" y="6188"/>
                  </a:cubicBezTo>
                  <a:close/>
                  <a:moveTo>
                    <a:pt x="1317" y="6188"/>
                  </a:moveTo>
                  <a:cubicBezTo>
                    <a:pt x="1280" y="6188"/>
                    <a:pt x="1262" y="6216"/>
                    <a:pt x="1262" y="6253"/>
                  </a:cubicBezTo>
                  <a:cubicBezTo>
                    <a:pt x="1262" y="6281"/>
                    <a:pt x="1280" y="6309"/>
                    <a:pt x="1317" y="6309"/>
                  </a:cubicBezTo>
                  <a:lnTo>
                    <a:pt x="1781" y="6309"/>
                  </a:lnTo>
                  <a:cubicBezTo>
                    <a:pt x="1809" y="6309"/>
                    <a:pt x="1837" y="6281"/>
                    <a:pt x="1837" y="6253"/>
                  </a:cubicBezTo>
                  <a:cubicBezTo>
                    <a:pt x="1837" y="6216"/>
                    <a:pt x="1809" y="6188"/>
                    <a:pt x="1781" y="6188"/>
                  </a:cubicBezTo>
                  <a:close/>
                  <a:moveTo>
                    <a:pt x="2245" y="6188"/>
                  </a:moveTo>
                  <a:cubicBezTo>
                    <a:pt x="2208" y="6188"/>
                    <a:pt x="2189" y="6216"/>
                    <a:pt x="2189" y="6253"/>
                  </a:cubicBezTo>
                  <a:cubicBezTo>
                    <a:pt x="2189" y="6281"/>
                    <a:pt x="2208" y="6309"/>
                    <a:pt x="2245" y="6309"/>
                  </a:cubicBezTo>
                  <a:lnTo>
                    <a:pt x="2709" y="6309"/>
                  </a:lnTo>
                  <a:cubicBezTo>
                    <a:pt x="2737" y="6309"/>
                    <a:pt x="2764" y="6281"/>
                    <a:pt x="2764" y="6253"/>
                  </a:cubicBezTo>
                  <a:cubicBezTo>
                    <a:pt x="2764" y="6216"/>
                    <a:pt x="2737" y="6188"/>
                    <a:pt x="2709" y="6188"/>
                  </a:cubicBezTo>
                  <a:close/>
                  <a:moveTo>
                    <a:pt x="56" y="6318"/>
                  </a:moveTo>
                  <a:cubicBezTo>
                    <a:pt x="28" y="6318"/>
                    <a:pt x="0" y="6346"/>
                    <a:pt x="0" y="6383"/>
                  </a:cubicBezTo>
                  <a:lnTo>
                    <a:pt x="0" y="6847"/>
                  </a:lnTo>
                  <a:cubicBezTo>
                    <a:pt x="0" y="6875"/>
                    <a:pt x="28" y="6902"/>
                    <a:pt x="56" y="6902"/>
                  </a:cubicBezTo>
                  <a:cubicBezTo>
                    <a:pt x="84" y="6902"/>
                    <a:pt x="111" y="6875"/>
                    <a:pt x="111" y="6847"/>
                  </a:cubicBezTo>
                  <a:lnTo>
                    <a:pt x="111" y="6383"/>
                  </a:lnTo>
                  <a:cubicBezTo>
                    <a:pt x="111" y="6346"/>
                    <a:pt x="84" y="6318"/>
                    <a:pt x="56" y="6318"/>
                  </a:cubicBezTo>
                  <a:close/>
                  <a:moveTo>
                    <a:pt x="56" y="7246"/>
                  </a:moveTo>
                  <a:cubicBezTo>
                    <a:pt x="28" y="7246"/>
                    <a:pt x="0" y="7273"/>
                    <a:pt x="0" y="7311"/>
                  </a:cubicBezTo>
                  <a:lnTo>
                    <a:pt x="0" y="7774"/>
                  </a:lnTo>
                  <a:cubicBezTo>
                    <a:pt x="0" y="7802"/>
                    <a:pt x="28" y="7830"/>
                    <a:pt x="56" y="7830"/>
                  </a:cubicBezTo>
                  <a:cubicBezTo>
                    <a:pt x="84" y="7830"/>
                    <a:pt x="111" y="7802"/>
                    <a:pt x="111" y="7774"/>
                  </a:cubicBezTo>
                  <a:lnTo>
                    <a:pt x="111" y="7311"/>
                  </a:lnTo>
                  <a:cubicBezTo>
                    <a:pt x="111" y="7273"/>
                    <a:pt x="84" y="7246"/>
                    <a:pt x="56" y="72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3">
              <a:extLst>
                <a:ext uri="{FF2B5EF4-FFF2-40B4-BE49-F238E27FC236}">
                  <a16:creationId xmlns:a16="http://schemas.microsoft.com/office/drawing/2014/main" id="{9B125E5E-2BE3-26C3-E987-2640F52BC1D5}"/>
                </a:ext>
              </a:extLst>
            </p:cNvPr>
            <p:cNvSpPr/>
            <p:nvPr/>
          </p:nvSpPr>
          <p:spPr>
            <a:xfrm>
              <a:off x="2079525" y="2330700"/>
              <a:ext cx="30425" cy="30175"/>
            </a:xfrm>
            <a:custGeom>
              <a:avLst/>
              <a:gdLst/>
              <a:ahLst/>
              <a:cxnLst/>
              <a:rect l="l" t="t" r="r" b="b"/>
              <a:pathLst>
                <a:path w="1217" h="1207" extrusionOk="0">
                  <a:moveTo>
                    <a:pt x="613" y="176"/>
                  </a:moveTo>
                  <a:lnTo>
                    <a:pt x="752" y="436"/>
                  </a:lnTo>
                  <a:cubicBezTo>
                    <a:pt x="752" y="445"/>
                    <a:pt x="762" y="455"/>
                    <a:pt x="771" y="464"/>
                  </a:cubicBezTo>
                  <a:lnTo>
                    <a:pt x="1031" y="603"/>
                  </a:lnTo>
                  <a:lnTo>
                    <a:pt x="771" y="742"/>
                  </a:lnTo>
                  <a:cubicBezTo>
                    <a:pt x="762" y="752"/>
                    <a:pt x="752" y="761"/>
                    <a:pt x="752" y="770"/>
                  </a:cubicBezTo>
                  <a:lnTo>
                    <a:pt x="604" y="1030"/>
                  </a:lnTo>
                  <a:lnTo>
                    <a:pt x="465" y="770"/>
                  </a:lnTo>
                  <a:cubicBezTo>
                    <a:pt x="465" y="761"/>
                    <a:pt x="456" y="752"/>
                    <a:pt x="446" y="742"/>
                  </a:cubicBezTo>
                  <a:lnTo>
                    <a:pt x="186" y="603"/>
                  </a:lnTo>
                  <a:lnTo>
                    <a:pt x="446" y="464"/>
                  </a:lnTo>
                  <a:cubicBezTo>
                    <a:pt x="456" y="455"/>
                    <a:pt x="465" y="445"/>
                    <a:pt x="465" y="436"/>
                  </a:cubicBezTo>
                  <a:lnTo>
                    <a:pt x="613" y="176"/>
                  </a:lnTo>
                  <a:close/>
                  <a:moveTo>
                    <a:pt x="613" y="0"/>
                  </a:moveTo>
                  <a:cubicBezTo>
                    <a:pt x="585" y="0"/>
                    <a:pt x="567" y="9"/>
                    <a:pt x="558" y="28"/>
                  </a:cubicBezTo>
                  <a:lnTo>
                    <a:pt x="372" y="362"/>
                  </a:lnTo>
                  <a:lnTo>
                    <a:pt x="38" y="547"/>
                  </a:lnTo>
                  <a:cubicBezTo>
                    <a:pt x="20" y="557"/>
                    <a:pt x="1" y="585"/>
                    <a:pt x="1" y="603"/>
                  </a:cubicBezTo>
                  <a:cubicBezTo>
                    <a:pt x="1" y="622"/>
                    <a:pt x="20" y="640"/>
                    <a:pt x="38" y="649"/>
                  </a:cubicBezTo>
                  <a:lnTo>
                    <a:pt x="372" y="835"/>
                  </a:lnTo>
                  <a:lnTo>
                    <a:pt x="558" y="1178"/>
                  </a:lnTo>
                  <a:cubicBezTo>
                    <a:pt x="567" y="1197"/>
                    <a:pt x="585" y="1206"/>
                    <a:pt x="604" y="1206"/>
                  </a:cubicBezTo>
                  <a:cubicBezTo>
                    <a:pt x="632" y="1206"/>
                    <a:pt x="650" y="1197"/>
                    <a:pt x="660" y="1178"/>
                  </a:cubicBezTo>
                  <a:lnTo>
                    <a:pt x="845" y="835"/>
                  </a:lnTo>
                  <a:lnTo>
                    <a:pt x="1179" y="659"/>
                  </a:lnTo>
                  <a:cubicBezTo>
                    <a:pt x="1198" y="640"/>
                    <a:pt x="1216" y="622"/>
                    <a:pt x="1216" y="603"/>
                  </a:cubicBezTo>
                  <a:cubicBezTo>
                    <a:pt x="1216" y="585"/>
                    <a:pt x="1198" y="566"/>
                    <a:pt x="1179" y="557"/>
                  </a:cubicBezTo>
                  <a:lnTo>
                    <a:pt x="845" y="371"/>
                  </a:lnTo>
                  <a:lnTo>
                    <a:pt x="660" y="28"/>
                  </a:lnTo>
                  <a:cubicBezTo>
                    <a:pt x="650" y="9"/>
                    <a:pt x="632"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3">
              <a:extLst>
                <a:ext uri="{FF2B5EF4-FFF2-40B4-BE49-F238E27FC236}">
                  <a16:creationId xmlns:a16="http://schemas.microsoft.com/office/drawing/2014/main" id="{70DC7E05-4180-2DFA-A943-D64483EE2A7A}"/>
                </a:ext>
              </a:extLst>
            </p:cNvPr>
            <p:cNvSpPr/>
            <p:nvPr/>
          </p:nvSpPr>
          <p:spPr>
            <a:xfrm>
              <a:off x="2275275" y="3037350"/>
              <a:ext cx="44550" cy="44775"/>
            </a:xfrm>
            <a:custGeom>
              <a:avLst/>
              <a:gdLst/>
              <a:ahLst/>
              <a:cxnLst/>
              <a:rect l="l" t="t" r="r" b="b"/>
              <a:pathLst>
                <a:path w="1782" h="1791" extrusionOk="0">
                  <a:moveTo>
                    <a:pt x="891" y="176"/>
                  </a:moveTo>
                  <a:lnTo>
                    <a:pt x="1142" y="631"/>
                  </a:lnTo>
                  <a:cubicBezTo>
                    <a:pt x="1142" y="640"/>
                    <a:pt x="1151" y="640"/>
                    <a:pt x="1160" y="649"/>
                  </a:cubicBezTo>
                  <a:lnTo>
                    <a:pt x="1605" y="900"/>
                  </a:lnTo>
                  <a:lnTo>
                    <a:pt x="1160" y="1141"/>
                  </a:lnTo>
                  <a:cubicBezTo>
                    <a:pt x="1151" y="1141"/>
                    <a:pt x="1142" y="1150"/>
                    <a:pt x="1142" y="1160"/>
                  </a:cubicBezTo>
                  <a:lnTo>
                    <a:pt x="891" y="1605"/>
                  </a:lnTo>
                  <a:lnTo>
                    <a:pt x="650" y="1160"/>
                  </a:lnTo>
                  <a:cubicBezTo>
                    <a:pt x="641" y="1150"/>
                    <a:pt x="631" y="1141"/>
                    <a:pt x="622" y="1141"/>
                  </a:cubicBezTo>
                  <a:lnTo>
                    <a:pt x="177" y="891"/>
                  </a:lnTo>
                  <a:lnTo>
                    <a:pt x="622" y="649"/>
                  </a:lnTo>
                  <a:cubicBezTo>
                    <a:pt x="641" y="640"/>
                    <a:pt x="641" y="631"/>
                    <a:pt x="650" y="622"/>
                  </a:cubicBezTo>
                  <a:lnTo>
                    <a:pt x="891" y="176"/>
                  </a:lnTo>
                  <a:close/>
                  <a:moveTo>
                    <a:pt x="891" y="0"/>
                  </a:moveTo>
                  <a:cubicBezTo>
                    <a:pt x="872" y="0"/>
                    <a:pt x="854" y="9"/>
                    <a:pt x="845" y="28"/>
                  </a:cubicBezTo>
                  <a:lnTo>
                    <a:pt x="557" y="557"/>
                  </a:lnTo>
                  <a:lnTo>
                    <a:pt x="28" y="844"/>
                  </a:lnTo>
                  <a:cubicBezTo>
                    <a:pt x="10" y="853"/>
                    <a:pt x="0" y="872"/>
                    <a:pt x="0" y="891"/>
                  </a:cubicBezTo>
                  <a:cubicBezTo>
                    <a:pt x="0" y="909"/>
                    <a:pt x="10" y="937"/>
                    <a:pt x="28" y="946"/>
                  </a:cubicBezTo>
                  <a:lnTo>
                    <a:pt x="557" y="1234"/>
                  </a:lnTo>
                  <a:lnTo>
                    <a:pt x="835" y="1753"/>
                  </a:lnTo>
                  <a:cubicBezTo>
                    <a:pt x="854" y="1772"/>
                    <a:pt x="872" y="1790"/>
                    <a:pt x="891" y="1790"/>
                  </a:cubicBezTo>
                  <a:cubicBezTo>
                    <a:pt x="910" y="1790"/>
                    <a:pt x="928" y="1772"/>
                    <a:pt x="937" y="1753"/>
                  </a:cubicBezTo>
                  <a:lnTo>
                    <a:pt x="1234" y="1234"/>
                  </a:lnTo>
                  <a:lnTo>
                    <a:pt x="1754" y="946"/>
                  </a:lnTo>
                  <a:cubicBezTo>
                    <a:pt x="1772" y="937"/>
                    <a:pt x="1782" y="918"/>
                    <a:pt x="1782" y="900"/>
                  </a:cubicBezTo>
                  <a:cubicBezTo>
                    <a:pt x="1782" y="872"/>
                    <a:pt x="1772" y="853"/>
                    <a:pt x="1754" y="844"/>
                  </a:cubicBezTo>
                  <a:lnTo>
                    <a:pt x="1234" y="557"/>
                  </a:lnTo>
                  <a:lnTo>
                    <a:pt x="947" y="28"/>
                  </a:lnTo>
                  <a:cubicBezTo>
                    <a:pt x="937" y="9"/>
                    <a:pt x="919" y="0"/>
                    <a:pt x="8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3">
              <a:extLst>
                <a:ext uri="{FF2B5EF4-FFF2-40B4-BE49-F238E27FC236}">
                  <a16:creationId xmlns:a16="http://schemas.microsoft.com/office/drawing/2014/main" id="{B97F6537-7275-E784-8773-B10ED011ECCB}"/>
                </a:ext>
              </a:extLst>
            </p:cNvPr>
            <p:cNvSpPr/>
            <p:nvPr/>
          </p:nvSpPr>
          <p:spPr>
            <a:xfrm>
              <a:off x="2281075" y="2533150"/>
              <a:ext cx="3025" cy="16500"/>
            </a:xfrm>
            <a:custGeom>
              <a:avLst/>
              <a:gdLst/>
              <a:ahLst/>
              <a:cxnLst/>
              <a:rect l="l" t="t" r="r" b="b"/>
              <a:pathLst>
                <a:path w="121" h="660" extrusionOk="0">
                  <a:moveTo>
                    <a:pt x="65" y="1"/>
                  </a:moveTo>
                  <a:cubicBezTo>
                    <a:pt x="28" y="1"/>
                    <a:pt x="0" y="28"/>
                    <a:pt x="0" y="66"/>
                  </a:cubicBezTo>
                  <a:lnTo>
                    <a:pt x="0" y="604"/>
                  </a:lnTo>
                  <a:cubicBezTo>
                    <a:pt x="0" y="641"/>
                    <a:pt x="28" y="659"/>
                    <a:pt x="65" y="659"/>
                  </a:cubicBezTo>
                  <a:cubicBezTo>
                    <a:pt x="93" y="659"/>
                    <a:pt x="121" y="631"/>
                    <a:pt x="121" y="604"/>
                  </a:cubicBezTo>
                  <a:lnTo>
                    <a:pt x="121" y="66"/>
                  </a:lnTo>
                  <a:cubicBezTo>
                    <a:pt x="121" y="28"/>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3">
              <a:extLst>
                <a:ext uri="{FF2B5EF4-FFF2-40B4-BE49-F238E27FC236}">
                  <a16:creationId xmlns:a16="http://schemas.microsoft.com/office/drawing/2014/main" id="{78D47169-68DB-BC43-9462-6D9585D15CB4}"/>
                </a:ext>
              </a:extLst>
            </p:cNvPr>
            <p:cNvSpPr/>
            <p:nvPr/>
          </p:nvSpPr>
          <p:spPr>
            <a:xfrm>
              <a:off x="2281075" y="2567950"/>
              <a:ext cx="3025" cy="16475"/>
            </a:xfrm>
            <a:custGeom>
              <a:avLst/>
              <a:gdLst/>
              <a:ahLst/>
              <a:cxnLst/>
              <a:rect l="l" t="t" r="r" b="b"/>
              <a:pathLst>
                <a:path w="121" h="659" extrusionOk="0">
                  <a:moveTo>
                    <a:pt x="65" y="0"/>
                  </a:moveTo>
                  <a:cubicBezTo>
                    <a:pt x="28" y="0"/>
                    <a:pt x="0" y="28"/>
                    <a:pt x="0" y="65"/>
                  </a:cubicBezTo>
                  <a:lnTo>
                    <a:pt x="0" y="603"/>
                  </a:lnTo>
                  <a:cubicBezTo>
                    <a:pt x="0" y="640"/>
                    <a:pt x="28" y="659"/>
                    <a:pt x="65" y="659"/>
                  </a:cubicBezTo>
                  <a:cubicBezTo>
                    <a:pt x="93" y="659"/>
                    <a:pt x="121" y="631"/>
                    <a:pt x="121" y="603"/>
                  </a:cubicBezTo>
                  <a:lnTo>
                    <a:pt x="121" y="65"/>
                  </a:lnTo>
                  <a:cubicBezTo>
                    <a:pt x="121" y="28"/>
                    <a:pt x="93"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3">
              <a:extLst>
                <a:ext uri="{FF2B5EF4-FFF2-40B4-BE49-F238E27FC236}">
                  <a16:creationId xmlns:a16="http://schemas.microsoft.com/office/drawing/2014/main" id="{5B485756-19D0-06F2-0042-979349CDF276}"/>
                </a:ext>
              </a:extLst>
            </p:cNvPr>
            <p:cNvSpPr/>
            <p:nvPr/>
          </p:nvSpPr>
          <p:spPr>
            <a:xfrm>
              <a:off x="2291750" y="2557500"/>
              <a:ext cx="16475" cy="2800"/>
            </a:xfrm>
            <a:custGeom>
              <a:avLst/>
              <a:gdLst/>
              <a:ahLst/>
              <a:cxnLst/>
              <a:rect l="l" t="t" r="r" b="b"/>
              <a:pathLst>
                <a:path w="659" h="112" extrusionOk="0">
                  <a:moveTo>
                    <a:pt x="65" y="1"/>
                  </a:moveTo>
                  <a:cubicBezTo>
                    <a:pt x="28" y="1"/>
                    <a:pt x="0" y="19"/>
                    <a:pt x="0" y="56"/>
                  </a:cubicBezTo>
                  <a:cubicBezTo>
                    <a:pt x="0" y="84"/>
                    <a:pt x="28" y="112"/>
                    <a:pt x="65" y="112"/>
                  </a:cubicBezTo>
                  <a:lnTo>
                    <a:pt x="603" y="112"/>
                  </a:lnTo>
                  <a:cubicBezTo>
                    <a:pt x="631" y="112"/>
                    <a:pt x="659" y="84"/>
                    <a:pt x="659" y="56"/>
                  </a:cubicBezTo>
                  <a:cubicBezTo>
                    <a:pt x="659" y="19"/>
                    <a:pt x="631"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3">
              <a:extLst>
                <a:ext uri="{FF2B5EF4-FFF2-40B4-BE49-F238E27FC236}">
                  <a16:creationId xmlns:a16="http://schemas.microsoft.com/office/drawing/2014/main" id="{567454A7-5673-8647-BFE0-F3335BEE3E22}"/>
                </a:ext>
              </a:extLst>
            </p:cNvPr>
            <p:cNvSpPr/>
            <p:nvPr/>
          </p:nvSpPr>
          <p:spPr>
            <a:xfrm>
              <a:off x="2256950" y="2557500"/>
              <a:ext cx="16500" cy="2800"/>
            </a:xfrm>
            <a:custGeom>
              <a:avLst/>
              <a:gdLst/>
              <a:ahLst/>
              <a:cxnLst/>
              <a:rect l="l" t="t" r="r" b="b"/>
              <a:pathLst>
                <a:path w="660" h="112" extrusionOk="0">
                  <a:moveTo>
                    <a:pt x="66" y="1"/>
                  </a:moveTo>
                  <a:cubicBezTo>
                    <a:pt x="28" y="1"/>
                    <a:pt x="1" y="19"/>
                    <a:pt x="1" y="56"/>
                  </a:cubicBezTo>
                  <a:cubicBezTo>
                    <a:pt x="1" y="84"/>
                    <a:pt x="28" y="112"/>
                    <a:pt x="66" y="112"/>
                  </a:cubicBezTo>
                  <a:lnTo>
                    <a:pt x="604" y="112"/>
                  </a:lnTo>
                  <a:cubicBezTo>
                    <a:pt x="631" y="112"/>
                    <a:pt x="659" y="84"/>
                    <a:pt x="659" y="56"/>
                  </a:cubicBezTo>
                  <a:cubicBezTo>
                    <a:pt x="659" y="19"/>
                    <a:pt x="631"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3">
              <a:extLst>
                <a:ext uri="{FF2B5EF4-FFF2-40B4-BE49-F238E27FC236}">
                  <a16:creationId xmlns:a16="http://schemas.microsoft.com/office/drawing/2014/main" id="{332BC0B2-178E-6A78-53BC-E00CFCB950F8}"/>
                </a:ext>
              </a:extLst>
            </p:cNvPr>
            <p:cNvSpPr/>
            <p:nvPr/>
          </p:nvSpPr>
          <p:spPr>
            <a:xfrm>
              <a:off x="2265525" y="2566325"/>
              <a:ext cx="9550" cy="9525"/>
            </a:xfrm>
            <a:custGeom>
              <a:avLst/>
              <a:gdLst/>
              <a:ahLst/>
              <a:cxnLst/>
              <a:rect l="l" t="t" r="r" b="b"/>
              <a:pathLst>
                <a:path w="382" h="381" extrusionOk="0">
                  <a:moveTo>
                    <a:pt x="1" y="381"/>
                  </a:moveTo>
                  <a:lnTo>
                    <a:pt x="381"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3">
              <a:extLst>
                <a:ext uri="{FF2B5EF4-FFF2-40B4-BE49-F238E27FC236}">
                  <a16:creationId xmlns:a16="http://schemas.microsoft.com/office/drawing/2014/main" id="{E32A7E7F-C892-06AC-3CB5-562074DDAEC8}"/>
                </a:ext>
              </a:extLst>
            </p:cNvPr>
            <p:cNvSpPr/>
            <p:nvPr/>
          </p:nvSpPr>
          <p:spPr>
            <a:xfrm>
              <a:off x="2263900" y="2564875"/>
              <a:ext cx="12800" cy="12600"/>
            </a:xfrm>
            <a:custGeom>
              <a:avLst/>
              <a:gdLst/>
              <a:ahLst/>
              <a:cxnLst/>
              <a:rect l="l" t="t" r="r" b="b"/>
              <a:pathLst>
                <a:path w="512" h="504" extrusionOk="0">
                  <a:moveTo>
                    <a:pt x="447" y="0"/>
                  </a:moveTo>
                  <a:cubicBezTo>
                    <a:pt x="432" y="0"/>
                    <a:pt x="418" y="7"/>
                    <a:pt x="409" y="21"/>
                  </a:cubicBezTo>
                  <a:lnTo>
                    <a:pt x="29" y="401"/>
                  </a:lnTo>
                  <a:cubicBezTo>
                    <a:pt x="1" y="420"/>
                    <a:pt x="1" y="457"/>
                    <a:pt x="29" y="485"/>
                  </a:cubicBezTo>
                  <a:cubicBezTo>
                    <a:pt x="38" y="494"/>
                    <a:pt x="47" y="503"/>
                    <a:pt x="66" y="503"/>
                  </a:cubicBezTo>
                  <a:cubicBezTo>
                    <a:pt x="84" y="503"/>
                    <a:pt x="94" y="494"/>
                    <a:pt x="112" y="485"/>
                  </a:cubicBezTo>
                  <a:lnTo>
                    <a:pt x="493" y="105"/>
                  </a:lnTo>
                  <a:cubicBezTo>
                    <a:pt x="511" y="77"/>
                    <a:pt x="511" y="40"/>
                    <a:pt x="493" y="21"/>
                  </a:cubicBezTo>
                  <a:cubicBezTo>
                    <a:pt x="479" y="7"/>
                    <a:pt x="462" y="0"/>
                    <a:pt x="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3">
              <a:extLst>
                <a:ext uri="{FF2B5EF4-FFF2-40B4-BE49-F238E27FC236}">
                  <a16:creationId xmlns:a16="http://schemas.microsoft.com/office/drawing/2014/main" id="{1E835C89-2E88-A9BB-C285-9AB03829F6C2}"/>
                </a:ext>
              </a:extLst>
            </p:cNvPr>
            <p:cNvSpPr/>
            <p:nvPr/>
          </p:nvSpPr>
          <p:spPr>
            <a:xfrm>
              <a:off x="2290125" y="2541725"/>
              <a:ext cx="9525" cy="9550"/>
            </a:xfrm>
            <a:custGeom>
              <a:avLst/>
              <a:gdLst/>
              <a:ahLst/>
              <a:cxnLst/>
              <a:rect l="l" t="t" r="r" b="b"/>
              <a:pathLst>
                <a:path w="381" h="382" extrusionOk="0">
                  <a:moveTo>
                    <a:pt x="0" y="381"/>
                  </a:moveTo>
                  <a:lnTo>
                    <a:pt x="381"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3">
              <a:extLst>
                <a:ext uri="{FF2B5EF4-FFF2-40B4-BE49-F238E27FC236}">
                  <a16:creationId xmlns:a16="http://schemas.microsoft.com/office/drawing/2014/main" id="{82ED78EE-24C3-5C52-4857-E1236A26F42E}"/>
                </a:ext>
              </a:extLst>
            </p:cNvPr>
            <p:cNvSpPr/>
            <p:nvPr/>
          </p:nvSpPr>
          <p:spPr>
            <a:xfrm>
              <a:off x="2288500" y="2540275"/>
              <a:ext cx="12775" cy="12625"/>
            </a:xfrm>
            <a:custGeom>
              <a:avLst/>
              <a:gdLst/>
              <a:ahLst/>
              <a:cxnLst/>
              <a:rect l="l" t="t" r="r" b="b"/>
              <a:pathLst>
                <a:path w="511" h="505" extrusionOk="0">
                  <a:moveTo>
                    <a:pt x="447" y="1"/>
                  </a:moveTo>
                  <a:cubicBezTo>
                    <a:pt x="432" y="1"/>
                    <a:pt x="418" y="8"/>
                    <a:pt x="408" y="22"/>
                  </a:cubicBezTo>
                  <a:lnTo>
                    <a:pt x="28" y="402"/>
                  </a:lnTo>
                  <a:cubicBezTo>
                    <a:pt x="0" y="421"/>
                    <a:pt x="0" y="458"/>
                    <a:pt x="28" y="486"/>
                  </a:cubicBezTo>
                  <a:cubicBezTo>
                    <a:pt x="37" y="495"/>
                    <a:pt x="47" y="504"/>
                    <a:pt x="65" y="504"/>
                  </a:cubicBezTo>
                  <a:cubicBezTo>
                    <a:pt x="84" y="504"/>
                    <a:pt x="93" y="495"/>
                    <a:pt x="112" y="486"/>
                  </a:cubicBezTo>
                  <a:lnTo>
                    <a:pt x="492" y="96"/>
                  </a:lnTo>
                  <a:cubicBezTo>
                    <a:pt x="510" y="77"/>
                    <a:pt x="510" y="40"/>
                    <a:pt x="492" y="22"/>
                  </a:cubicBezTo>
                  <a:cubicBezTo>
                    <a:pt x="478" y="8"/>
                    <a:pt x="462" y="1"/>
                    <a:pt x="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3">
              <a:extLst>
                <a:ext uri="{FF2B5EF4-FFF2-40B4-BE49-F238E27FC236}">
                  <a16:creationId xmlns:a16="http://schemas.microsoft.com/office/drawing/2014/main" id="{650A1547-FB49-5C1F-1259-293157841E90}"/>
                </a:ext>
              </a:extLst>
            </p:cNvPr>
            <p:cNvSpPr/>
            <p:nvPr/>
          </p:nvSpPr>
          <p:spPr>
            <a:xfrm>
              <a:off x="2265525" y="2541725"/>
              <a:ext cx="9550" cy="9550"/>
            </a:xfrm>
            <a:custGeom>
              <a:avLst/>
              <a:gdLst/>
              <a:ahLst/>
              <a:cxnLst/>
              <a:rect l="l" t="t" r="r" b="b"/>
              <a:pathLst>
                <a:path w="382" h="382" extrusionOk="0">
                  <a:moveTo>
                    <a:pt x="1" y="1"/>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3">
              <a:extLst>
                <a:ext uri="{FF2B5EF4-FFF2-40B4-BE49-F238E27FC236}">
                  <a16:creationId xmlns:a16="http://schemas.microsoft.com/office/drawing/2014/main" id="{B283395F-65B1-8371-A6B2-D0EE3707A6C2}"/>
                </a:ext>
              </a:extLst>
            </p:cNvPr>
            <p:cNvSpPr/>
            <p:nvPr/>
          </p:nvSpPr>
          <p:spPr>
            <a:xfrm>
              <a:off x="2263900" y="2540275"/>
              <a:ext cx="12800" cy="12625"/>
            </a:xfrm>
            <a:custGeom>
              <a:avLst/>
              <a:gdLst/>
              <a:ahLst/>
              <a:cxnLst/>
              <a:rect l="l" t="t" r="r" b="b"/>
              <a:pathLst>
                <a:path w="512" h="505" extrusionOk="0">
                  <a:moveTo>
                    <a:pt x="67" y="1"/>
                  </a:moveTo>
                  <a:cubicBezTo>
                    <a:pt x="52" y="1"/>
                    <a:pt x="38" y="8"/>
                    <a:pt x="29" y="22"/>
                  </a:cubicBezTo>
                  <a:cubicBezTo>
                    <a:pt x="1" y="40"/>
                    <a:pt x="1" y="77"/>
                    <a:pt x="29" y="96"/>
                  </a:cubicBezTo>
                  <a:lnTo>
                    <a:pt x="409" y="486"/>
                  </a:lnTo>
                  <a:cubicBezTo>
                    <a:pt x="418" y="495"/>
                    <a:pt x="437" y="504"/>
                    <a:pt x="446" y="504"/>
                  </a:cubicBezTo>
                  <a:cubicBezTo>
                    <a:pt x="465" y="504"/>
                    <a:pt x="483" y="495"/>
                    <a:pt x="493" y="486"/>
                  </a:cubicBezTo>
                  <a:cubicBezTo>
                    <a:pt x="511" y="458"/>
                    <a:pt x="511" y="421"/>
                    <a:pt x="493" y="402"/>
                  </a:cubicBezTo>
                  <a:lnTo>
                    <a:pt x="112" y="22"/>
                  </a:lnTo>
                  <a:cubicBezTo>
                    <a:pt x="98" y="8"/>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3">
              <a:extLst>
                <a:ext uri="{FF2B5EF4-FFF2-40B4-BE49-F238E27FC236}">
                  <a16:creationId xmlns:a16="http://schemas.microsoft.com/office/drawing/2014/main" id="{9F926B0A-B99C-E9F9-E038-85D0A1FD142A}"/>
                </a:ext>
              </a:extLst>
            </p:cNvPr>
            <p:cNvSpPr/>
            <p:nvPr/>
          </p:nvSpPr>
          <p:spPr>
            <a:xfrm>
              <a:off x="2290125" y="2566325"/>
              <a:ext cx="9525" cy="9525"/>
            </a:xfrm>
            <a:custGeom>
              <a:avLst/>
              <a:gdLst/>
              <a:ahLst/>
              <a:cxnLst/>
              <a:rect l="l" t="t" r="r" b="b"/>
              <a:pathLst>
                <a:path w="381" h="381" extrusionOk="0">
                  <a:moveTo>
                    <a:pt x="0" y="0"/>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3">
              <a:extLst>
                <a:ext uri="{FF2B5EF4-FFF2-40B4-BE49-F238E27FC236}">
                  <a16:creationId xmlns:a16="http://schemas.microsoft.com/office/drawing/2014/main" id="{324C7BD1-29E9-FDFC-9C60-88C06D992B59}"/>
                </a:ext>
              </a:extLst>
            </p:cNvPr>
            <p:cNvSpPr/>
            <p:nvPr/>
          </p:nvSpPr>
          <p:spPr>
            <a:xfrm>
              <a:off x="2288500" y="2564875"/>
              <a:ext cx="12775" cy="12600"/>
            </a:xfrm>
            <a:custGeom>
              <a:avLst/>
              <a:gdLst/>
              <a:ahLst/>
              <a:cxnLst/>
              <a:rect l="l" t="t" r="r" b="b"/>
              <a:pathLst>
                <a:path w="511" h="504" extrusionOk="0">
                  <a:moveTo>
                    <a:pt x="66" y="0"/>
                  </a:moveTo>
                  <a:cubicBezTo>
                    <a:pt x="51" y="0"/>
                    <a:pt x="37" y="7"/>
                    <a:pt x="28" y="21"/>
                  </a:cubicBezTo>
                  <a:cubicBezTo>
                    <a:pt x="0" y="40"/>
                    <a:pt x="0" y="77"/>
                    <a:pt x="28" y="105"/>
                  </a:cubicBezTo>
                  <a:lnTo>
                    <a:pt x="408" y="485"/>
                  </a:lnTo>
                  <a:cubicBezTo>
                    <a:pt x="418" y="494"/>
                    <a:pt x="436" y="503"/>
                    <a:pt x="446" y="503"/>
                  </a:cubicBezTo>
                  <a:cubicBezTo>
                    <a:pt x="464" y="503"/>
                    <a:pt x="483" y="494"/>
                    <a:pt x="492" y="485"/>
                  </a:cubicBezTo>
                  <a:cubicBezTo>
                    <a:pt x="510" y="457"/>
                    <a:pt x="510" y="420"/>
                    <a:pt x="492" y="401"/>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3">
              <a:extLst>
                <a:ext uri="{FF2B5EF4-FFF2-40B4-BE49-F238E27FC236}">
                  <a16:creationId xmlns:a16="http://schemas.microsoft.com/office/drawing/2014/main" id="{78A54A57-258F-27D5-2A2B-DC89D6E9F770}"/>
                </a:ext>
              </a:extLst>
            </p:cNvPr>
            <p:cNvSpPr/>
            <p:nvPr/>
          </p:nvSpPr>
          <p:spPr>
            <a:xfrm>
              <a:off x="2241175" y="2381700"/>
              <a:ext cx="19525" cy="19525"/>
            </a:xfrm>
            <a:custGeom>
              <a:avLst/>
              <a:gdLst/>
              <a:ahLst/>
              <a:cxnLst/>
              <a:rect l="l" t="t" r="r" b="b"/>
              <a:pathLst>
                <a:path w="781" h="781" extrusionOk="0">
                  <a:moveTo>
                    <a:pt x="390" y="112"/>
                  </a:moveTo>
                  <a:cubicBezTo>
                    <a:pt x="539" y="112"/>
                    <a:pt x="659" y="233"/>
                    <a:pt x="659" y="391"/>
                  </a:cubicBezTo>
                  <a:cubicBezTo>
                    <a:pt x="659" y="539"/>
                    <a:pt x="539" y="660"/>
                    <a:pt x="390" y="660"/>
                  </a:cubicBezTo>
                  <a:cubicBezTo>
                    <a:pt x="233" y="660"/>
                    <a:pt x="112" y="539"/>
                    <a:pt x="112" y="391"/>
                  </a:cubicBezTo>
                  <a:cubicBezTo>
                    <a:pt x="112" y="233"/>
                    <a:pt x="242" y="112"/>
                    <a:pt x="390" y="112"/>
                  </a:cubicBezTo>
                  <a:close/>
                  <a:moveTo>
                    <a:pt x="390" y="1"/>
                  </a:moveTo>
                  <a:cubicBezTo>
                    <a:pt x="177" y="1"/>
                    <a:pt x="1" y="177"/>
                    <a:pt x="1" y="391"/>
                  </a:cubicBezTo>
                  <a:cubicBezTo>
                    <a:pt x="1" y="604"/>
                    <a:pt x="177" y="780"/>
                    <a:pt x="390" y="780"/>
                  </a:cubicBezTo>
                  <a:cubicBezTo>
                    <a:pt x="604" y="780"/>
                    <a:pt x="780" y="604"/>
                    <a:pt x="780" y="391"/>
                  </a:cubicBezTo>
                  <a:cubicBezTo>
                    <a:pt x="780" y="177"/>
                    <a:pt x="604" y="1"/>
                    <a:pt x="3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3">
              <a:extLst>
                <a:ext uri="{FF2B5EF4-FFF2-40B4-BE49-F238E27FC236}">
                  <a16:creationId xmlns:a16="http://schemas.microsoft.com/office/drawing/2014/main" id="{F27C2452-6647-C696-9441-E07334597B7D}"/>
                </a:ext>
              </a:extLst>
            </p:cNvPr>
            <p:cNvSpPr/>
            <p:nvPr/>
          </p:nvSpPr>
          <p:spPr>
            <a:xfrm>
              <a:off x="2330000" y="2906075"/>
              <a:ext cx="19525" cy="19500"/>
            </a:xfrm>
            <a:custGeom>
              <a:avLst/>
              <a:gdLst/>
              <a:ahLst/>
              <a:cxnLst/>
              <a:rect l="l" t="t" r="r" b="b"/>
              <a:pathLst>
                <a:path w="781" h="780" extrusionOk="0">
                  <a:moveTo>
                    <a:pt x="390" y="112"/>
                  </a:moveTo>
                  <a:cubicBezTo>
                    <a:pt x="539" y="112"/>
                    <a:pt x="659" y="232"/>
                    <a:pt x="659" y="390"/>
                  </a:cubicBezTo>
                  <a:cubicBezTo>
                    <a:pt x="659" y="539"/>
                    <a:pt x="539" y="659"/>
                    <a:pt x="390" y="659"/>
                  </a:cubicBezTo>
                  <a:cubicBezTo>
                    <a:pt x="233" y="659"/>
                    <a:pt x="112" y="539"/>
                    <a:pt x="112" y="390"/>
                  </a:cubicBezTo>
                  <a:cubicBezTo>
                    <a:pt x="112" y="232"/>
                    <a:pt x="233" y="112"/>
                    <a:pt x="390" y="112"/>
                  </a:cubicBezTo>
                  <a:close/>
                  <a:moveTo>
                    <a:pt x="390" y="0"/>
                  </a:moveTo>
                  <a:cubicBezTo>
                    <a:pt x="168" y="0"/>
                    <a:pt x="1" y="167"/>
                    <a:pt x="1" y="390"/>
                  </a:cubicBezTo>
                  <a:cubicBezTo>
                    <a:pt x="1" y="603"/>
                    <a:pt x="168" y="780"/>
                    <a:pt x="390" y="780"/>
                  </a:cubicBezTo>
                  <a:cubicBezTo>
                    <a:pt x="604" y="780"/>
                    <a:pt x="780" y="603"/>
                    <a:pt x="780" y="390"/>
                  </a:cubicBezTo>
                  <a:cubicBezTo>
                    <a:pt x="780" y="167"/>
                    <a:pt x="604" y="0"/>
                    <a:pt x="3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3">
              <a:extLst>
                <a:ext uri="{FF2B5EF4-FFF2-40B4-BE49-F238E27FC236}">
                  <a16:creationId xmlns:a16="http://schemas.microsoft.com/office/drawing/2014/main" id="{DF37B5B5-2061-06D0-75C7-72679E551333}"/>
                </a:ext>
              </a:extLst>
            </p:cNvPr>
            <p:cNvSpPr/>
            <p:nvPr/>
          </p:nvSpPr>
          <p:spPr>
            <a:xfrm>
              <a:off x="2228425" y="3186000"/>
              <a:ext cx="12550" cy="12775"/>
            </a:xfrm>
            <a:custGeom>
              <a:avLst/>
              <a:gdLst/>
              <a:ahLst/>
              <a:cxnLst/>
              <a:rect l="l" t="t" r="r" b="b"/>
              <a:pathLst>
                <a:path w="502" h="511" extrusionOk="0">
                  <a:moveTo>
                    <a:pt x="251" y="121"/>
                  </a:moveTo>
                  <a:cubicBezTo>
                    <a:pt x="325" y="121"/>
                    <a:pt x="390" y="177"/>
                    <a:pt x="390" y="251"/>
                  </a:cubicBezTo>
                  <a:cubicBezTo>
                    <a:pt x="390" y="325"/>
                    <a:pt x="325" y="390"/>
                    <a:pt x="251" y="390"/>
                  </a:cubicBezTo>
                  <a:cubicBezTo>
                    <a:pt x="177" y="390"/>
                    <a:pt x="121" y="334"/>
                    <a:pt x="121" y="251"/>
                  </a:cubicBezTo>
                  <a:cubicBezTo>
                    <a:pt x="121" y="177"/>
                    <a:pt x="177" y="121"/>
                    <a:pt x="251" y="121"/>
                  </a:cubicBezTo>
                  <a:close/>
                  <a:moveTo>
                    <a:pt x="251" y="0"/>
                  </a:moveTo>
                  <a:cubicBezTo>
                    <a:pt x="112" y="0"/>
                    <a:pt x="1" y="112"/>
                    <a:pt x="1" y="251"/>
                  </a:cubicBezTo>
                  <a:cubicBezTo>
                    <a:pt x="1" y="390"/>
                    <a:pt x="112" y="511"/>
                    <a:pt x="251" y="511"/>
                  </a:cubicBezTo>
                  <a:cubicBezTo>
                    <a:pt x="390" y="511"/>
                    <a:pt x="502" y="390"/>
                    <a:pt x="502" y="251"/>
                  </a:cubicBezTo>
                  <a:cubicBezTo>
                    <a:pt x="502" y="112"/>
                    <a:pt x="390" y="0"/>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3">
              <a:extLst>
                <a:ext uri="{FF2B5EF4-FFF2-40B4-BE49-F238E27FC236}">
                  <a16:creationId xmlns:a16="http://schemas.microsoft.com/office/drawing/2014/main" id="{54095829-1872-1523-D197-34CEB2B8129D}"/>
                </a:ext>
              </a:extLst>
            </p:cNvPr>
            <p:cNvSpPr/>
            <p:nvPr/>
          </p:nvSpPr>
          <p:spPr>
            <a:xfrm>
              <a:off x="1942250" y="2555875"/>
              <a:ext cx="313575" cy="313575"/>
            </a:xfrm>
            <a:custGeom>
              <a:avLst/>
              <a:gdLst/>
              <a:ahLst/>
              <a:cxnLst/>
              <a:rect l="l" t="t" r="r" b="b"/>
              <a:pathLst>
                <a:path w="12543" h="12543" extrusionOk="0">
                  <a:moveTo>
                    <a:pt x="12496" y="5196"/>
                  </a:moveTo>
                  <a:lnTo>
                    <a:pt x="11995" y="3582"/>
                  </a:lnTo>
                  <a:cubicBezTo>
                    <a:pt x="11949" y="3452"/>
                    <a:pt x="11809" y="3377"/>
                    <a:pt x="11680" y="3424"/>
                  </a:cubicBezTo>
                  <a:lnTo>
                    <a:pt x="10641" y="3748"/>
                  </a:lnTo>
                  <a:cubicBezTo>
                    <a:pt x="10529" y="3786"/>
                    <a:pt x="10418" y="3739"/>
                    <a:pt x="10353" y="3646"/>
                  </a:cubicBezTo>
                  <a:cubicBezTo>
                    <a:pt x="10130" y="3294"/>
                    <a:pt x="9861" y="2988"/>
                    <a:pt x="9564" y="2710"/>
                  </a:cubicBezTo>
                  <a:cubicBezTo>
                    <a:pt x="9481" y="2635"/>
                    <a:pt x="9462" y="2505"/>
                    <a:pt x="9518" y="2413"/>
                  </a:cubicBezTo>
                  <a:lnTo>
                    <a:pt x="10019" y="1439"/>
                  </a:lnTo>
                  <a:cubicBezTo>
                    <a:pt x="10084" y="1318"/>
                    <a:pt x="10028" y="1170"/>
                    <a:pt x="9908" y="1105"/>
                  </a:cubicBezTo>
                  <a:lnTo>
                    <a:pt x="8414" y="325"/>
                  </a:lnTo>
                  <a:cubicBezTo>
                    <a:pt x="8284" y="260"/>
                    <a:pt x="8136" y="307"/>
                    <a:pt x="8071" y="437"/>
                  </a:cubicBezTo>
                  <a:lnTo>
                    <a:pt x="7570" y="1402"/>
                  </a:lnTo>
                  <a:cubicBezTo>
                    <a:pt x="7524" y="1504"/>
                    <a:pt x="7412" y="1550"/>
                    <a:pt x="7301" y="1531"/>
                  </a:cubicBezTo>
                  <a:cubicBezTo>
                    <a:pt x="6902" y="1448"/>
                    <a:pt x="6494" y="1411"/>
                    <a:pt x="6076" y="1420"/>
                  </a:cubicBezTo>
                  <a:cubicBezTo>
                    <a:pt x="5965" y="1429"/>
                    <a:pt x="5863" y="1355"/>
                    <a:pt x="5835" y="1253"/>
                  </a:cubicBezTo>
                  <a:lnTo>
                    <a:pt x="5501" y="214"/>
                  </a:lnTo>
                  <a:cubicBezTo>
                    <a:pt x="5464" y="75"/>
                    <a:pt x="5325" y="1"/>
                    <a:pt x="5186" y="47"/>
                  </a:cubicBezTo>
                  <a:lnTo>
                    <a:pt x="3581" y="557"/>
                  </a:lnTo>
                  <a:cubicBezTo>
                    <a:pt x="3451" y="594"/>
                    <a:pt x="3377" y="734"/>
                    <a:pt x="3414" y="873"/>
                  </a:cubicBezTo>
                  <a:lnTo>
                    <a:pt x="3748" y="1912"/>
                  </a:lnTo>
                  <a:cubicBezTo>
                    <a:pt x="3776" y="2014"/>
                    <a:pt x="3739" y="2134"/>
                    <a:pt x="3646" y="2190"/>
                  </a:cubicBezTo>
                  <a:cubicBezTo>
                    <a:pt x="3293" y="2422"/>
                    <a:pt x="2978" y="2682"/>
                    <a:pt x="2700" y="2979"/>
                  </a:cubicBezTo>
                  <a:cubicBezTo>
                    <a:pt x="2625" y="3062"/>
                    <a:pt x="2505" y="3081"/>
                    <a:pt x="2403" y="3034"/>
                  </a:cubicBezTo>
                  <a:lnTo>
                    <a:pt x="1438" y="2533"/>
                  </a:lnTo>
                  <a:cubicBezTo>
                    <a:pt x="1317" y="2468"/>
                    <a:pt x="1169" y="2515"/>
                    <a:pt x="1104" y="2635"/>
                  </a:cubicBezTo>
                  <a:lnTo>
                    <a:pt x="325" y="4138"/>
                  </a:lnTo>
                  <a:cubicBezTo>
                    <a:pt x="260" y="4259"/>
                    <a:pt x="306" y="4407"/>
                    <a:pt x="427" y="4472"/>
                  </a:cubicBezTo>
                  <a:lnTo>
                    <a:pt x="1401" y="4973"/>
                  </a:lnTo>
                  <a:cubicBezTo>
                    <a:pt x="1494" y="5029"/>
                    <a:pt x="1549" y="5140"/>
                    <a:pt x="1531" y="5251"/>
                  </a:cubicBezTo>
                  <a:cubicBezTo>
                    <a:pt x="1438" y="5641"/>
                    <a:pt x="1401" y="6058"/>
                    <a:pt x="1419" y="6467"/>
                  </a:cubicBezTo>
                  <a:cubicBezTo>
                    <a:pt x="1429" y="6578"/>
                    <a:pt x="1355" y="6680"/>
                    <a:pt x="1243" y="6717"/>
                  </a:cubicBezTo>
                  <a:lnTo>
                    <a:pt x="204" y="7042"/>
                  </a:lnTo>
                  <a:cubicBezTo>
                    <a:pt x="74" y="7088"/>
                    <a:pt x="0" y="7227"/>
                    <a:pt x="47" y="7357"/>
                  </a:cubicBezTo>
                  <a:lnTo>
                    <a:pt x="557" y="8971"/>
                  </a:lnTo>
                  <a:cubicBezTo>
                    <a:pt x="594" y="9101"/>
                    <a:pt x="733" y="9175"/>
                    <a:pt x="863" y="9129"/>
                  </a:cubicBezTo>
                  <a:lnTo>
                    <a:pt x="1902" y="8804"/>
                  </a:lnTo>
                  <a:cubicBezTo>
                    <a:pt x="2013" y="8767"/>
                    <a:pt x="2134" y="8804"/>
                    <a:pt x="2189" y="8906"/>
                  </a:cubicBezTo>
                  <a:cubicBezTo>
                    <a:pt x="2412" y="9250"/>
                    <a:pt x="2681" y="9565"/>
                    <a:pt x="2978" y="9843"/>
                  </a:cubicBezTo>
                  <a:cubicBezTo>
                    <a:pt x="3061" y="9917"/>
                    <a:pt x="3080" y="10038"/>
                    <a:pt x="3034" y="10140"/>
                  </a:cubicBezTo>
                  <a:lnTo>
                    <a:pt x="2523" y="11105"/>
                  </a:lnTo>
                  <a:cubicBezTo>
                    <a:pt x="2468" y="11225"/>
                    <a:pt x="2514" y="11383"/>
                    <a:pt x="2635" y="11448"/>
                  </a:cubicBezTo>
                  <a:lnTo>
                    <a:pt x="4128" y="12227"/>
                  </a:lnTo>
                  <a:cubicBezTo>
                    <a:pt x="4258" y="12283"/>
                    <a:pt x="4407" y="12237"/>
                    <a:pt x="4472" y="12116"/>
                  </a:cubicBezTo>
                  <a:lnTo>
                    <a:pt x="4972" y="11151"/>
                  </a:lnTo>
                  <a:cubicBezTo>
                    <a:pt x="5028" y="11049"/>
                    <a:pt x="5139" y="10994"/>
                    <a:pt x="5241" y="11021"/>
                  </a:cubicBezTo>
                  <a:cubicBezTo>
                    <a:pt x="5640" y="11105"/>
                    <a:pt x="6049" y="11142"/>
                    <a:pt x="6466" y="11123"/>
                  </a:cubicBezTo>
                  <a:cubicBezTo>
                    <a:pt x="6577" y="11123"/>
                    <a:pt x="6679" y="11198"/>
                    <a:pt x="6716" y="11300"/>
                  </a:cubicBezTo>
                  <a:lnTo>
                    <a:pt x="7041" y="12339"/>
                  </a:lnTo>
                  <a:cubicBezTo>
                    <a:pt x="7078" y="12469"/>
                    <a:pt x="7227" y="12543"/>
                    <a:pt x="7357" y="12506"/>
                  </a:cubicBezTo>
                  <a:lnTo>
                    <a:pt x="8961" y="11995"/>
                  </a:lnTo>
                  <a:cubicBezTo>
                    <a:pt x="9101" y="11949"/>
                    <a:pt x="9166" y="11810"/>
                    <a:pt x="9128" y="11680"/>
                  </a:cubicBezTo>
                  <a:lnTo>
                    <a:pt x="8804" y="10641"/>
                  </a:lnTo>
                  <a:cubicBezTo>
                    <a:pt x="8767" y="10539"/>
                    <a:pt x="8804" y="10418"/>
                    <a:pt x="8896" y="10353"/>
                  </a:cubicBezTo>
                  <a:cubicBezTo>
                    <a:pt x="9249" y="10131"/>
                    <a:pt x="9564" y="9871"/>
                    <a:pt x="9843" y="9565"/>
                  </a:cubicBezTo>
                  <a:cubicBezTo>
                    <a:pt x="9917" y="9481"/>
                    <a:pt x="10038" y="9463"/>
                    <a:pt x="10140" y="9519"/>
                  </a:cubicBezTo>
                  <a:lnTo>
                    <a:pt x="11104" y="10020"/>
                  </a:lnTo>
                  <a:cubicBezTo>
                    <a:pt x="11225" y="10084"/>
                    <a:pt x="11373" y="10038"/>
                    <a:pt x="11438" y="9917"/>
                  </a:cubicBezTo>
                  <a:lnTo>
                    <a:pt x="12218" y="8415"/>
                  </a:lnTo>
                  <a:cubicBezTo>
                    <a:pt x="12282" y="8294"/>
                    <a:pt x="12236" y="8136"/>
                    <a:pt x="12116" y="8081"/>
                  </a:cubicBezTo>
                  <a:lnTo>
                    <a:pt x="11141" y="7570"/>
                  </a:lnTo>
                  <a:cubicBezTo>
                    <a:pt x="11049" y="7524"/>
                    <a:pt x="10993" y="7413"/>
                    <a:pt x="11012" y="7301"/>
                  </a:cubicBezTo>
                  <a:cubicBezTo>
                    <a:pt x="11104" y="6903"/>
                    <a:pt x="11141" y="6494"/>
                    <a:pt x="11123" y="6077"/>
                  </a:cubicBezTo>
                  <a:cubicBezTo>
                    <a:pt x="11114" y="5966"/>
                    <a:pt x="11188" y="5873"/>
                    <a:pt x="11299" y="5836"/>
                  </a:cubicBezTo>
                  <a:lnTo>
                    <a:pt x="12338" y="5511"/>
                  </a:lnTo>
                  <a:cubicBezTo>
                    <a:pt x="12468" y="5465"/>
                    <a:pt x="12542" y="5326"/>
                    <a:pt x="12496" y="5196"/>
                  </a:cubicBezTo>
                  <a:close/>
                  <a:moveTo>
                    <a:pt x="7088" y="8869"/>
                  </a:moveTo>
                  <a:cubicBezTo>
                    <a:pt x="5371" y="9361"/>
                    <a:pt x="3637" y="8211"/>
                    <a:pt x="3423" y="6439"/>
                  </a:cubicBezTo>
                  <a:cubicBezTo>
                    <a:pt x="3247" y="5047"/>
                    <a:pt x="4138" y="3711"/>
                    <a:pt x="5483" y="3331"/>
                  </a:cubicBezTo>
                  <a:cubicBezTo>
                    <a:pt x="7199" y="2839"/>
                    <a:pt x="8934" y="3990"/>
                    <a:pt x="9147" y="5752"/>
                  </a:cubicBezTo>
                  <a:cubicBezTo>
                    <a:pt x="9314" y="7144"/>
                    <a:pt x="8433" y="8480"/>
                    <a:pt x="7088" y="886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3">
              <a:extLst>
                <a:ext uri="{FF2B5EF4-FFF2-40B4-BE49-F238E27FC236}">
                  <a16:creationId xmlns:a16="http://schemas.microsoft.com/office/drawing/2014/main" id="{95A4DB40-2C7E-5A03-BCD5-E37FDBFC999B}"/>
                </a:ext>
              </a:extLst>
            </p:cNvPr>
            <p:cNvSpPr/>
            <p:nvPr/>
          </p:nvSpPr>
          <p:spPr>
            <a:xfrm>
              <a:off x="1942250" y="2548100"/>
              <a:ext cx="313575" cy="312075"/>
            </a:xfrm>
            <a:custGeom>
              <a:avLst/>
              <a:gdLst/>
              <a:ahLst/>
              <a:cxnLst/>
              <a:rect l="l" t="t" r="r" b="b"/>
              <a:pathLst>
                <a:path w="12543" h="12483" extrusionOk="0">
                  <a:moveTo>
                    <a:pt x="6281" y="3179"/>
                  </a:moveTo>
                  <a:cubicBezTo>
                    <a:pt x="7703" y="3179"/>
                    <a:pt x="8967" y="4225"/>
                    <a:pt x="9147" y="5720"/>
                  </a:cubicBezTo>
                  <a:cubicBezTo>
                    <a:pt x="9314" y="7112"/>
                    <a:pt x="8433" y="8447"/>
                    <a:pt x="7088" y="8837"/>
                  </a:cubicBezTo>
                  <a:cubicBezTo>
                    <a:pt x="6820" y="8912"/>
                    <a:pt x="6552" y="8948"/>
                    <a:pt x="6289" y="8948"/>
                  </a:cubicBezTo>
                  <a:cubicBezTo>
                    <a:pt x="4867" y="8948"/>
                    <a:pt x="3603" y="7902"/>
                    <a:pt x="3423" y="6406"/>
                  </a:cubicBezTo>
                  <a:cubicBezTo>
                    <a:pt x="3247" y="5015"/>
                    <a:pt x="4138" y="3679"/>
                    <a:pt x="5483" y="3290"/>
                  </a:cubicBezTo>
                  <a:cubicBezTo>
                    <a:pt x="5750" y="3214"/>
                    <a:pt x="6019" y="3179"/>
                    <a:pt x="6281" y="3179"/>
                  </a:cubicBezTo>
                  <a:close/>
                  <a:moveTo>
                    <a:pt x="5270" y="1"/>
                  </a:moveTo>
                  <a:cubicBezTo>
                    <a:pt x="5242" y="1"/>
                    <a:pt x="5214" y="5"/>
                    <a:pt x="5186" y="15"/>
                  </a:cubicBezTo>
                  <a:lnTo>
                    <a:pt x="3581" y="525"/>
                  </a:lnTo>
                  <a:cubicBezTo>
                    <a:pt x="3451" y="562"/>
                    <a:pt x="3377" y="701"/>
                    <a:pt x="3414" y="840"/>
                  </a:cubicBezTo>
                  <a:lnTo>
                    <a:pt x="3748" y="1879"/>
                  </a:lnTo>
                  <a:cubicBezTo>
                    <a:pt x="3776" y="1982"/>
                    <a:pt x="3739" y="2102"/>
                    <a:pt x="3646" y="2158"/>
                  </a:cubicBezTo>
                  <a:cubicBezTo>
                    <a:pt x="3293" y="2380"/>
                    <a:pt x="2978" y="2649"/>
                    <a:pt x="2700" y="2946"/>
                  </a:cubicBezTo>
                  <a:cubicBezTo>
                    <a:pt x="2652" y="3000"/>
                    <a:pt x="2585" y="3027"/>
                    <a:pt x="2516" y="3027"/>
                  </a:cubicBezTo>
                  <a:cubicBezTo>
                    <a:pt x="2478" y="3027"/>
                    <a:pt x="2439" y="3019"/>
                    <a:pt x="2403" y="3002"/>
                  </a:cubicBezTo>
                  <a:lnTo>
                    <a:pt x="1438" y="2501"/>
                  </a:lnTo>
                  <a:cubicBezTo>
                    <a:pt x="1401" y="2481"/>
                    <a:pt x="1361" y="2472"/>
                    <a:pt x="1322" y="2472"/>
                  </a:cubicBezTo>
                  <a:cubicBezTo>
                    <a:pt x="1234" y="2472"/>
                    <a:pt x="1149" y="2520"/>
                    <a:pt x="1104" y="2603"/>
                  </a:cubicBezTo>
                  <a:lnTo>
                    <a:pt x="325" y="4106"/>
                  </a:lnTo>
                  <a:cubicBezTo>
                    <a:pt x="260" y="4226"/>
                    <a:pt x="306" y="4375"/>
                    <a:pt x="427" y="4440"/>
                  </a:cubicBezTo>
                  <a:lnTo>
                    <a:pt x="1401" y="4941"/>
                  </a:lnTo>
                  <a:cubicBezTo>
                    <a:pt x="1494" y="4996"/>
                    <a:pt x="1549" y="5108"/>
                    <a:pt x="1531" y="5210"/>
                  </a:cubicBezTo>
                  <a:cubicBezTo>
                    <a:pt x="1438" y="5609"/>
                    <a:pt x="1401" y="6026"/>
                    <a:pt x="1419" y="6434"/>
                  </a:cubicBezTo>
                  <a:cubicBezTo>
                    <a:pt x="1429" y="6546"/>
                    <a:pt x="1355" y="6648"/>
                    <a:pt x="1243" y="6685"/>
                  </a:cubicBezTo>
                  <a:lnTo>
                    <a:pt x="204" y="7009"/>
                  </a:lnTo>
                  <a:cubicBezTo>
                    <a:pt x="74" y="7056"/>
                    <a:pt x="0" y="7195"/>
                    <a:pt x="47" y="7325"/>
                  </a:cubicBezTo>
                  <a:lnTo>
                    <a:pt x="557" y="8930"/>
                  </a:lnTo>
                  <a:cubicBezTo>
                    <a:pt x="587" y="9043"/>
                    <a:pt x="685" y="9107"/>
                    <a:pt x="790" y="9107"/>
                  </a:cubicBezTo>
                  <a:cubicBezTo>
                    <a:pt x="814" y="9107"/>
                    <a:pt x="839" y="9104"/>
                    <a:pt x="863" y="9097"/>
                  </a:cubicBezTo>
                  <a:lnTo>
                    <a:pt x="1902" y="8772"/>
                  </a:lnTo>
                  <a:cubicBezTo>
                    <a:pt x="1931" y="8762"/>
                    <a:pt x="1960" y="8758"/>
                    <a:pt x="1989" y="8758"/>
                  </a:cubicBezTo>
                  <a:cubicBezTo>
                    <a:pt x="2071" y="8758"/>
                    <a:pt x="2148" y="8796"/>
                    <a:pt x="2189" y="8865"/>
                  </a:cubicBezTo>
                  <a:cubicBezTo>
                    <a:pt x="2412" y="9217"/>
                    <a:pt x="2681" y="9533"/>
                    <a:pt x="2978" y="9811"/>
                  </a:cubicBezTo>
                  <a:cubicBezTo>
                    <a:pt x="3061" y="9885"/>
                    <a:pt x="3080" y="10006"/>
                    <a:pt x="3034" y="10108"/>
                  </a:cubicBezTo>
                  <a:lnTo>
                    <a:pt x="2523" y="11073"/>
                  </a:lnTo>
                  <a:cubicBezTo>
                    <a:pt x="2468" y="11193"/>
                    <a:pt x="2514" y="11351"/>
                    <a:pt x="2635" y="11407"/>
                  </a:cubicBezTo>
                  <a:lnTo>
                    <a:pt x="4128" y="12186"/>
                  </a:lnTo>
                  <a:cubicBezTo>
                    <a:pt x="4168" y="12206"/>
                    <a:pt x="4210" y="12215"/>
                    <a:pt x="4250" y="12215"/>
                  </a:cubicBezTo>
                  <a:cubicBezTo>
                    <a:pt x="4342" y="12215"/>
                    <a:pt x="4427" y="12167"/>
                    <a:pt x="4472" y="12084"/>
                  </a:cubicBezTo>
                  <a:lnTo>
                    <a:pt x="4972" y="11119"/>
                  </a:lnTo>
                  <a:cubicBezTo>
                    <a:pt x="5018" y="11035"/>
                    <a:pt x="5103" y="10982"/>
                    <a:pt x="5188" y="10982"/>
                  </a:cubicBezTo>
                  <a:cubicBezTo>
                    <a:pt x="5206" y="10982"/>
                    <a:pt x="5224" y="10984"/>
                    <a:pt x="5241" y="10989"/>
                  </a:cubicBezTo>
                  <a:cubicBezTo>
                    <a:pt x="5573" y="11059"/>
                    <a:pt x="5911" y="11096"/>
                    <a:pt x="6255" y="11096"/>
                  </a:cubicBezTo>
                  <a:cubicBezTo>
                    <a:pt x="6325" y="11096"/>
                    <a:pt x="6395" y="11094"/>
                    <a:pt x="6466" y="11091"/>
                  </a:cubicBezTo>
                  <a:cubicBezTo>
                    <a:pt x="6577" y="11091"/>
                    <a:pt x="6679" y="11156"/>
                    <a:pt x="6716" y="11267"/>
                  </a:cubicBezTo>
                  <a:lnTo>
                    <a:pt x="7041" y="12306"/>
                  </a:lnTo>
                  <a:cubicBezTo>
                    <a:pt x="7072" y="12414"/>
                    <a:pt x="7178" y="12483"/>
                    <a:pt x="7288" y="12483"/>
                  </a:cubicBezTo>
                  <a:cubicBezTo>
                    <a:pt x="7311" y="12483"/>
                    <a:pt x="7334" y="12480"/>
                    <a:pt x="7357" y="12473"/>
                  </a:cubicBezTo>
                  <a:lnTo>
                    <a:pt x="8961" y="11963"/>
                  </a:lnTo>
                  <a:cubicBezTo>
                    <a:pt x="9101" y="11917"/>
                    <a:pt x="9166" y="11778"/>
                    <a:pt x="9128" y="11648"/>
                  </a:cubicBezTo>
                  <a:lnTo>
                    <a:pt x="8804" y="10609"/>
                  </a:lnTo>
                  <a:cubicBezTo>
                    <a:pt x="8767" y="10497"/>
                    <a:pt x="8804" y="10386"/>
                    <a:pt x="8896" y="10321"/>
                  </a:cubicBezTo>
                  <a:cubicBezTo>
                    <a:pt x="9249" y="10099"/>
                    <a:pt x="9564" y="9830"/>
                    <a:pt x="9843" y="9533"/>
                  </a:cubicBezTo>
                  <a:cubicBezTo>
                    <a:pt x="9888" y="9481"/>
                    <a:pt x="9952" y="9455"/>
                    <a:pt x="10017" y="9455"/>
                  </a:cubicBezTo>
                  <a:cubicBezTo>
                    <a:pt x="10058" y="9455"/>
                    <a:pt x="10100" y="9465"/>
                    <a:pt x="10140" y="9486"/>
                  </a:cubicBezTo>
                  <a:lnTo>
                    <a:pt x="11104" y="9987"/>
                  </a:lnTo>
                  <a:cubicBezTo>
                    <a:pt x="11141" y="10007"/>
                    <a:pt x="11180" y="10016"/>
                    <a:pt x="11219" y="10016"/>
                  </a:cubicBezTo>
                  <a:cubicBezTo>
                    <a:pt x="11307" y="10016"/>
                    <a:pt x="11393" y="9966"/>
                    <a:pt x="11438" y="9876"/>
                  </a:cubicBezTo>
                  <a:lnTo>
                    <a:pt x="12218" y="8382"/>
                  </a:lnTo>
                  <a:cubicBezTo>
                    <a:pt x="12282" y="8262"/>
                    <a:pt x="12236" y="8104"/>
                    <a:pt x="12116" y="8039"/>
                  </a:cubicBezTo>
                  <a:lnTo>
                    <a:pt x="11141" y="7538"/>
                  </a:lnTo>
                  <a:cubicBezTo>
                    <a:pt x="11049" y="7492"/>
                    <a:pt x="10993" y="7381"/>
                    <a:pt x="11012" y="7269"/>
                  </a:cubicBezTo>
                  <a:cubicBezTo>
                    <a:pt x="11104" y="6870"/>
                    <a:pt x="11141" y="6462"/>
                    <a:pt x="11123" y="6045"/>
                  </a:cubicBezTo>
                  <a:cubicBezTo>
                    <a:pt x="11114" y="5933"/>
                    <a:pt x="11188" y="5831"/>
                    <a:pt x="11299" y="5804"/>
                  </a:cubicBezTo>
                  <a:lnTo>
                    <a:pt x="12338" y="5470"/>
                  </a:lnTo>
                  <a:cubicBezTo>
                    <a:pt x="12468" y="5432"/>
                    <a:pt x="12542" y="5293"/>
                    <a:pt x="12496" y="5154"/>
                  </a:cubicBezTo>
                  <a:lnTo>
                    <a:pt x="11995" y="3549"/>
                  </a:lnTo>
                  <a:cubicBezTo>
                    <a:pt x="11957" y="3442"/>
                    <a:pt x="11855" y="3373"/>
                    <a:pt x="11748" y="3373"/>
                  </a:cubicBezTo>
                  <a:cubicBezTo>
                    <a:pt x="11725" y="3373"/>
                    <a:pt x="11702" y="3376"/>
                    <a:pt x="11680" y="3382"/>
                  </a:cubicBezTo>
                  <a:lnTo>
                    <a:pt x="10641" y="3716"/>
                  </a:lnTo>
                  <a:cubicBezTo>
                    <a:pt x="10616" y="3722"/>
                    <a:pt x="10592" y="3725"/>
                    <a:pt x="10568" y="3725"/>
                  </a:cubicBezTo>
                  <a:cubicBezTo>
                    <a:pt x="10483" y="3725"/>
                    <a:pt x="10404" y="3687"/>
                    <a:pt x="10353" y="3614"/>
                  </a:cubicBezTo>
                  <a:cubicBezTo>
                    <a:pt x="10130" y="3262"/>
                    <a:pt x="9861" y="2946"/>
                    <a:pt x="9564" y="2677"/>
                  </a:cubicBezTo>
                  <a:cubicBezTo>
                    <a:pt x="9481" y="2594"/>
                    <a:pt x="9462" y="2473"/>
                    <a:pt x="9518" y="2380"/>
                  </a:cubicBezTo>
                  <a:lnTo>
                    <a:pt x="10019" y="1406"/>
                  </a:lnTo>
                  <a:cubicBezTo>
                    <a:pt x="10084" y="1286"/>
                    <a:pt x="10028" y="1137"/>
                    <a:pt x="9908" y="1072"/>
                  </a:cubicBezTo>
                  <a:lnTo>
                    <a:pt x="8414" y="293"/>
                  </a:lnTo>
                  <a:cubicBezTo>
                    <a:pt x="8374" y="273"/>
                    <a:pt x="8333" y="264"/>
                    <a:pt x="8292" y="264"/>
                  </a:cubicBezTo>
                  <a:cubicBezTo>
                    <a:pt x="8201" y="264"/>
                    <a:pt x="8116" y="312"/>
                    <a:pt x="8071" y="395"/>
                  </a:cubicBezTo>
                  <a:lnTo>
                    <a:pt x="7570" y="1369"/>
                  </a:lnTo>
                  <a:cubicBezTo>
                    <a:pt x="7530" y="1450"/>
                    <a:pt x="7440" y="1503"/>
                    <a:pt x="7344" y="1503"/>
                  </a:cubicBezTo>
                  <a:cubicBezTo>
                    <a:pt x="7330" y="1503"/>
                    <a:pt x="7315" y="1502"/>
                    <a:pt x="7301" y="1499"/>
                  </a:cubicBezTo>
                  <a:cubicBezTo>
                    <a:pt x="6950" y="1417"/>
                    <a:pt x="6591" y="1386"/>
                    <a:pt x="6226" y="1386"/>
                  </a:cubicBezTo>
                  <a:cubicBezTo>
                    <a:pt x="6176" y="1386"/>
                    <a:pt x="6126" y="1387"/>
                    <a:pt x="6076" y="1388"/>
                  </a:cubicBezTo>
                  <a:cubicBezTo>
                    <a:pt x="6070" y="1388"/>
                    <a:pt x="6064" y="1389"/>
                    <a:pt x="6058" y="1389"/>
                  </a:cubicBezTo>
                  <a:cubicBezTo>
                    <a:pt x="5954" y="1389"/>
                    <a:pt x="5861" y="1317"/>
                    <a:pt x="5835" y="1212"/>
                  </a:cubicBezTo>
                  <a:lnTo>
                    <a:pt x="5501" y="173"/>
                  </a:lnTo>
                  <a:cubicBezTo>
                    <a:pt x="5472" y="69"/>
                    <a:pt x="5377" y="1"/>
                    <a:pt x="5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3">
              <a:extLst>
                <a:ext uri="{FF2B5EF4-FFF2-40B4-BE49-F238E27FC236}">
                  <a16:creationId xmlns:a16="http://schemas.microsoft.com/office/drawing/2014/main" id="{FD706AB8-BCF3-CD67-5EB7-4270B513174D}"/>
                </a:ext>
              </a:extLst>
            </p:cNvPr>
            <p:cNvSpPr/>
            <p:nvPr/>
          </p:nvSpPr>
          <p:spPr>
            <a:xfrm>
              <a:off x="1942925" y="2533050"/>
              <a:ext cx="313600" cy="311950"/>
            </a:xfrm>
            <a:custGeom>
              <a:avLst/>
              <a:gdLst/>
              <a:ahLst/>
              <a:cxnLst/>
              <a:rect l="l" t="t" r="r" b="b"/>
              <a:pathLst>
                <a:path w="12544" h="12478" extrusionOk="0">
                  <a:moveTo>
                    <a:pt x="6287" y="3341"/>
                  </a:moveTo>
                  <a:cubicBezTo>
                    <a:pt x="7702" y="3341"/>
                    <a:pt x="8968" y="4392"/>
                    <a:pt x="9148" y="5877"/>
                  </a:cubicBezTo>
                  <a:cubicBezTo>
                    <a:pt x="9315" y="7268"/>
                    <a:pt x="8433" y="8604"/>
                    <a:pt x="7088" y="8994"/>
                  </a:cubicBezTo>
                  <a:cubicBezTo>
                    <a:pt x="6818" y="9071"/>
                    <a:pt x="6548" y="9108"/>
                    <a:pt x="6283" y="9108"/>
                  </a:cubicBezTo>
                  <a:cubicBezTo>
                    <a:pt x="4864" y="9108"/>
                    <a:pt x="3604" y="8056"/>
                    <a:pt x="3424" y="6563"/>
                  </a:cubicBezTo>
                  <a:cubicBezTo>
                    <a:pt x="3248" y="5172"/>
                    <a:pt x="4138" y="3836"/>
                    <a:pt x="5484" y="3456"/>
                  </a:cubicBezTo>
                  <a:cubicBezTo>
                    <a:pt x="5752" y="3378"/>
                    <a:pt x="6022" y="3341"/>
                    <a:pt x="6287" y="3341"/>
                  </a:cubicBezTo>
                  <a:close/>
                  <a:moveTo>
                    <a:pt x="5271" y="0"/>
                  </a:moveTo>
                  <a:cubicBezTo>
                    <a:pt x="5243" y="0"/>
                    <a:pt x="5215" y="4"/>
                    <a:pt x="5187" y="14"/>
                  </a:cubicBezTo>
                  <a:lnTo>
                    <a:pt x="3582" y="524"/>
                  </a:lnTo>
                  <a:cubicBezTo>
                    <a:pt x="3452" y="561"/>
                    <a:pt x="3378" y="700"/>
                    <a:pt x="3415" y="840"/>
                  </a:cubicBezTo>
                  <a:lnTo>
                    <a:pt x="3749" y="1879"/>
                  </a:lnTo>
                  <a:cubicBezTo>
                    <a:pt x="3777" y="1981"/>
                    <a:pt x="3739" y="2101"/>
                    <a:pt x="3647" y="2157"/>
                  </a:cubicBezTo>
                  <a:cubicBezTo>
                    <a:pt x="3294" y="2379"/>
                    <a:pt x="2979" y="2648"/>
                    <a:pt x="2700" y="2945"/>
                  </a:cubicBezTo>
                  <a:cubicBezTo>
                    <a:pt x="2653" y="2999"/>
                    <a:pt x="2586" y="3026"/>
                    <a:pt x="2517" y="3026"/>
                  </a:cubicBezTo>
                  <a:cubicBezTo>
                    <a:pt x="2479" y="3026"/>
                    <a:pt x="2440" y="3018"/>
                    <a:pt x="2404" y="3001"/>
                  </a:cubicBezTo>
                  <a:lnTo>
                    <a:pt x="1439" y="2500"/>
                  </a:lnTo>
                  <a:cubicBezTo>
                    <a:pt x="1402" y="2480"/>
                    <a:pt x="1362" y="2471"/>
                    <a:pt x="1323" y="2471"/>
                  </a:cubicBezTo>
                  <a:cubicBezTo>
                    <a:pt x="1235" y="2471"/>
                    <a:pt x="1150" y="2519"/>
                    <a:pt x="1105" y="2602"/>
                  </a:cubicBezTo>
                  <a:lnTo>
                    <a:pt x="326" y="4096"/>
                  </a:lnTo>
                  <a:cubicBezTo>
                    <a:pt x="261" y="4225"/>
                    <a:pt x="307" y="4374"/>
                    <a:pt x="428" y="4439"/>
                  </a:cubicBezTo>
                  <a:lnTo>
                    <a:pt x="1402" y="4940"/>
                  </a:lnTo>
                  <a:cubicBezTo>
                    <a:pt x="1495" y="4995"/>
                    <a:pt x="1550" y="5107"/>
                    <a:pt x="1532" y="5209"/>
                  </a:cubicBezTo>
                  <a:cubicBezTo>
                    <a:pt x="1439" y="5608"/>
                    <a:pt x="1402" y="6016"/>
                    <a:pt x="1420" y="6433"/>
                  </a:cubicBezTo>
                  <a:cubicBezTo>
                    <a:pt x="1430" y="6545"/>
                    <a:pt x="1355" y="6647"/>
                    <a:pt x="1244" y="6684"/>
                  </a:cubicBezTo>
                  <a:lnTo>
                    <a:pt x="205" y="7008"/>
                  </a:lnTo>
                  <a:cubicBezTo>
                    <a:pt x="75" y="7046"/>
                    <a:pt x="1" y="7194"/>
                    <a:pt x="47" y="7324"/>
                  </a:cubicBezTo>
                  <a:lnTo>
                    <a:pt x="558" y="8929"/>
                  </a:lnTo>
                  <a:cubicBezTo>
                    <a:pt x="588" y="9042"/>
                    <a:pt x="685" y="9106"/>
                    <a:pt x="791" y="9106"/>
                  </a:cubicBezTo>
                  <a:cubicBezTo>
                    <a:pt x="815" y="9106"/>
                    <a:pt x="839" y="9103"/>
                    <a:pt x="864" y="9096"/>
                  </a:cubicBezTo>
                  <a:lnTo>
                    <a:pt x="1903" y="8771"/>
                  </a:lnTo>
                  <a:cubicBezTo>
                    <a:pt x="1931" y="8761"/>
                    <a:pt x="1961" y="8757"/>
                    <a:pt x="1990" y="8757"/>
                  </a:cubicBezTo>
                  <a:cubicBezTo>
                    <a:pt x="2072" y="8757"/>
                    <a:pt x="2149" y="8795"/>
                    <a:pt x="2190" y="8864"/>
                  </a:cubicBezTo>
                  <a:cubicBezTo>
                    <a:pt x="2413" y="9216"/>
                    <a:pt x="2682" y="9532"/>
                    <a:pt x="2979" y="9810"/>
                  </a:cubicBezTo>
                  <a:cubicBezTo>
                    <a:pt x="3062" y="9884"/>
                    <a:pt x="3081" y="10005"/>
                    <a:pt x="3034" y="10107"/>
                  </a:cubicBezTo>
                  <a:lnTo>
                    <a:pt x="2524" y="11072"/>
                  </a:lnTo>
                  <a:cubicBezTo>
                    <a:pt x="2469" y="11192"/>
                    <a:pt x="2515" y="11341"/>
                    <a:pt x="2636" y="11406"/>
                  </a:cubicBezTo>
                  <a:lnTo>
                    <a:pt x="4129" y="12185"/>
                  </a:lnTo>
                  <a:cubicBezTo>
                    <a:pt x="4169" y="12205"/>
                    <a:pt x="4211" y="12214"/>
                    <a:pt x="4251" y="12214"/>
                  </a:cubicBezTo>
                  <a:cubicBezTo>
                    <a:pt x="4342" y="12214"/>
                    <a:pt x="4427" y="12166"/>
                    <a:pt x="4472" y="12083"/>
                  </a:cubicBezTo>
                  <a:lnTo>
                    <a:pt x="4973" y="11109"/>
                  </a:lnTo>
                  <a:cubicBezTo>
                    <a:pt x="5022" y="11028"/>
                    <a:pt x="5112" y="10975"/>
                    <a:pt x="5202" y="10975"/>
                  </a:cubicBezTo>
                  <a:cubicBezTo>
                    <a:pt x="5216" y="10975"/>
                    <a:pt x="5229" y="10976"/>
                    <a:pt x="5242" y="10979"/>
                  </a:cubicBezTo>
                  <a:cubicBezTo>
                    <a:pt x="5575" y="11056"/>
                    <a:pt x="5914" y="11095"/>
                    <a:pt x="6259" y="11095"/>
                  </a:cubicBezTo>
                  <a:cubicBezTo>
                    <a:pt x="6328" y="11095"/>
                    <a:pt x="6397" y="11093"/>
                    <a:pt x="6467" y="11090"/>
                  </a:cubicBezTo>
                  <a:cubicBezTo>
                    <a:pt x="6473" y="11090"/>
                    <a:pt x="6479" y="11089"/>
                    <a:pt x="6486" y="11089"/>
                  </a:cubicBezTo>
                  <a:cubicBezTo>
                    <a:pt x="6589" y="11089"/>
                    <a:pt x="6682" y="11161"/>
                    <a:pt x="6717" y="11266"/>
                  </a:cubicBezTo>
                  <a:lnTo>
                    <a:pt x="7042" y="12305"/>
                  </a:lnTo>
                  <a:cubicBezTo>
                    <a:pt x="7072" y="12409"/>
                    <a:pt x="7172" y="12477"/>
                    <a:pt x="7277" y="12477"/>
                  </a:cubicBezTo>
                  <a:cubicBezTo>
                    <a:pt x="7304" y="12477"/>
                    <a:pt x="7331" y="12473"/>
                    <a:pt x="7357" y="12463"/>
                  </a:cubicBezTo>
                  <a:lnTo>
                    <a:pt x="8962" y="11962"/>
                  </a:lnTo>
                  <a:cubicBezTo>
                    <a:pt x="9101" y="11916"/>
                    <a:pt x="9166" y="11777"/>
                    <a:pt x="9129" y="11647"/>
                  </a:cubicBezTo>
                  <a:lnTo>
                    <a:pt x="8805" y="10608"/>
                  </a:lnTo>
                  <a:cubicBezTo>
                    <a:pt x="8767" y="10497"/>
                    <a:pt x="8805" y="10385"/>
                    <a:pt x="8897" y="10320"/>
                  </a:cubicBezTo>
                  <a:cubicBezTo>
                    <a:pt x="9250" y="10098"/>
                    <a:pt x="9565" y="9829"/>
                    <a:pt x="9844" y="9532"/>
                  </a:cubicBezTo>
                  <a:cubicBezTo>
                    <a:pt x="9889" y="9480"/>
                    <a:pt x="9953" y="9454"/>
                    <a:pt x="10018" y="9454"/>
                  </a:cubicBezTo>
                  <a:cubicBezTo>
                    <a:pt x="10059" y="9454"/>
                    <a:pt x="10101" y="9464"/>
                    <a:pt x="10140" y="9485"/>
                  </a:cubicBezTo>
                  <a:lnTo>
                    <a:pt x="11105" y="9986"/>
                  </a:lnTo>
                  <a:cubicBezTo>
                    <a:pt x="11142" y="10006"/>
                    <a:pt x="11181" y="10015"/>
                    <a:pt x="11219" y="10015"/>
                  </a:cubicBezTo>
                  <a:cubicBezTo>
                    <a:pt x="11308" y="10015"/>
                    <a:pt x="11394" y="9965"/>
                    <a:pt x="11439" y="9875"/>
                  </a:cubicBezTo>
                  <a:lnTo>
                    <a:pt x="12218" y="8381"/>
                  </a:lnTo>
                  <a:cubicBezTo>
                    <a:pt x="12283" y="8252"/>
                    <a:pt x="12237" y="8103"/>
                    <a:pt x="12116" y="8038"/>
                  </a:cubicBezTo>
                  <a:lnTo>
                    <a:pt x="11142" y="7537"/>
                  </a:lnTo>
                  <a:cubicBezTo>
                    <a:pt x="11050" y="7491"/>
                    <a:pt x="10994" y="7380"/>
                    <a:pt x="11012" y="7268"/>
                  </a:cubicBezTo>
                  <a:cubicBezTo>
                    <a:pt x="11105" y="6869"/>
                    <a:pt x="11142" y="6461"/>
                    <a:pt x="11124" y="6044"/>
                  </a:cubicBezTo>
                  <a:cubicBezTo>
                    <a:pt x="11114" y="5932"/>
                    <a:pt x="11189" y="5830"/>
                    <a:pt x="11300" y="5803"/>
                  </a:cubicBezTo>
                  <a:lnTo>
                    <a:pt x="12339" y="5469"/>
                  </a:lnTo>
                  <a:cubicBezTo>
                    <a:pt x="12469" y="5431"/>
                    <a:pt x="12543" y="5292"/>
                    <a:pt x="12497" y="5153"/>
                  </a:cubicBezTo>
                  <a:lnTo>
                    <a:pt x="11996" y="3548"/>
                  </a:lnTo>
                  <a:cubicBezTo>
                    <a:pt x="11957" y="3441"/>
                    <a:pt x="11856" y="3372"/>
                    <a:pt x="11749" y="3372"/>
                  </a:cubicBezTo>
                  <a:cubicBezTo>
                    <a:pt x="11726" y="3372"/>
                    <a:pt x="11703" y="3375"/>
                    <a:pt x="11680" y="3381"/>
                  </a:cubicBezTo>
                  <a:lnTo>
                    <a:pt x="10641" y="3715"/>
                  </a:lnTo>
                  <a:cubicBezTo>
                    <a:pt x="10617" y="3721"/>
                    <a:pt x="10593" y="3724"/>
                    <a:pt x="10569" y="3724"/>
                  </a:cubicBezTo>
                  <a:cubicBezTo>
                    <a:pt x="10484" y="3724"/>
                    <a:pt x="10405" y="3686"/>
                    <a:pt x="10354" y="3613"/>
                  </a:cubicBezTo>
                  <a:cubicBezTo>
                    <a:pt x="10131" y="3261"/>
                    <a:pt x="9862" y="2945"/>
                    <a:pt x="9565" y="2676"/>
                  </a:cubicBezTo>
                  <a:cubicBezTo>
                    <a:pt x="9482" y="2593"/>
                    <a:pt x="9463" y="2472"/>
                    <a:pt x="9519" y="2379"/>
                  </a:cubicBezTo>
                  <a:lnTo>
                    <a:pt x="10020" y="1405"/>
                  </a:lnTo>
                  <a:cubicBezTo>
                    <a:pt x="10085" y="1285"/>
                    <a:pt x="10029" y="1136"/>
                    <a:pt x="9908" y="1071"/>
                  </a:cubicBezTo>
                  <a:lnTo>
                    <a:pt x="8415" y="292"/>
                  </a:lnTo>
                  <a:cubicBezTo>
                    <a:pt x="8376" y="273"/>
                    <a:pt x="8334" y="263"/>
                    <a:pt x="8295" y="263"/>
                  </a:cubicBezTo>
                  <a:cubicBezTo>
                    <a:pt x="8203" y="263"/>
                    <a:pt x="8117" y="313"/>
                    <a:pt x="8072" y="404"/>
                  </a:cubicBezTo>
                  <a:lnTo>
                    <a:pt x="7571" y="1368"/>
                  </a:lnTo>
                  <a:cubicBezTo>
                    <a:pt x="7530" y="1449"/>
                    <a:pt x="7441" y="1502"/>
                    <a:pt x="7345" y="1502"/>
                  </a:cubicBezTo>
                  <a:cubicBezTo>
                    <a:pt x="7330" y="1502"/>
                    <a:pt x="7316" y="1501"/>
                    <a:pt x="7302" y="1498"/>
                  </a:cubicBezTo>
                  <a:cubicBezTo>
                    <a:pt x="6951" y="1416"/>
                    <a:pt x="6592" y="1385"/>
                    <a:pt x="6227" y="1385"/>
                  </a:cubicBezTo>
                  <a:cubicBezTo>
                    <a:pt x="6177" y="1385"/>
                    <a:pt x="6127" y="1386"/>
                    <a:pt x="6077" y="1387"/>
                  </a:cubicBezTo>
                  <a:cubicBezTo>
                    <a:pt x="6071" y="1387"/>
                    <a:pt x="6065" y="1388"/>
                    <a:pt x="6058" y="1388"/>
                  </a:cubicBezTo>
                  <a:cubicBezTo>
                    <a:pt x="5955" y="1388"/>
                    <a:pt x="5862" y="1316"/>
                    <a:pt x="5836" y="1211"/>
                  </a:cubicBezTo>
                  <a:lnTo>
                    <a:pt x="5502" y="172"/>
                  </a:lnTo>
                  <a:cubicBezTo>
                    <a:pt x="5473" y="68"/>
                    <a:pt x="5378" y="0"/>
                    <a:pt x="52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3">
              <a:extLst>
                <a:ext uri="{FF2B5EF4-FFF2-40B4-BE49-F238E27FC236}">
                  <a16:creationId xmlns:a16="http://schemas.microsoft.com/office/drawing/2014/main" id="{E2F97DD7-483E-97D0-C949-00424B460256}"/>
                </a:ext>
              </a:extLst>
            </p:cNvPr>
            <p:cNvSpPr/>
            <p:nvPr/>
          </p:nvSpPr>
          <p:spPr>
            <a:xfrm>
              <a:off x="1941325" y="2531675"/>
              <a:ext cx="316800" cy="314825"/>
            </a:xfrm>
            <a:custGeom>
              <a:avLst/>
              <a:gdLst/>
              <a:ahLst/>
              <a:cxnLst/>
              <a:rect l="l" t="t" r="r" b="b"/>
              <a:pathLst>
                <a:path w="12672" h="12593" extrusionOk="0">
                  <a:moveTo>
                    <a:pt x="6345" y="3455"/>
                  </a:moveTo>
                  <a:cubicBezTo>
                    <a:pt x="6902" y="3455"/>
                    <a:pt x="7440" y="3613"/>
                    <a:pt x="7904" y="3928"/>
                  </a:cubicBezTo>
                  <a:cubicBezTo>
                    <a:pt x="8600" y="4383"/>
                    <a:pt x="9054" y="5115"/>
                    <a:pt x="9156" y="5941"/>
                  </a:cubicBezTo>
                  <a:cubicBezTo>
                    <a:pt x="9323" y="7305"/>
                    <a:pt x="8451" y="8613"/>
                    <a:pt x="7134" y="8993"/>
                  </a:cubicBezTo>
                  <a:cubicBezTo>
                    <a:pt x="6875" y="9068"/>
                    <a:pt x="6610" y="9105"/>
                    <a:pt x="6347" y="9105"/>
                  </a:cubicBezTo>
                  <a:cubicBezTo>
                    <a:pt x="5799" y="9105"/>
                    <a:pt x="5257" y="8945"/>
                    <a:pt x="4787" y="8631"/>
                  </a:cubicBezTo>
                  <a:cubicBezTo>
                    <a:pt x="4100" y="8177"/>
                    <a:pt x="3646" y="7444"/>
                    <a:pt x="3544" y="6618"/>
                  </a:cubicBezTo>
                  <a:cubicBezTo>
                    <a:pt x="3377" y="5255"/>
                    <a:pt x="4249" y="3937"/>
                    <a:pt x="5566" y="3566"/>
                  </a:cubicBezTo>
                  <a:cubicBezTo>
                    <a:pt x="5826" y="3492"/>
                    <a:pt x="6086" y="3455"/>
                    <a:pt x="6345" y="3455"/>
                  </a:cubicBezTo>
                  <a:close/>
                  <a:moveTo>
                    <a:pt x="6349" y="3339"/>
                  </a:moveTo>
                  <a:cubicBezTo>
                    <a:pt x="6075" y="3339"/>
                    <a:pt x="5799" y="3377"/>
                    <a:pt x="5529" y="3455"/>
                  </a:cubicBezTo>
                  <a:cubicBezTo>
                    <a:pt x="4156" y="3844"/>
                    <a:pt x="3256" y="5208"/>
                    <a:pt x="3423" y="6627"/>
                  </a:cubicBezTo>
                  <a:cubicBezTo>
                    <a:pt x="3534" y="7490"/>
                    <a:pt x="4008" y="8251"/>
                    <a:pt x="4722" y="8733"/>
                  </a:cubicBezTo>
                  <a:cubicBezTo>
                    <a:pt x="5214" y="9049"/>
                    <a:pt x="5770" y="9216"/>
                    <a:pt x="6345" y="9216"/>
                  </a:cubicBezTo>
                  <a:cubicBezTo>
                    <a:pt x="6624" y="9216"/>
                    <a:pt x="6893" y="9179"/>
                    <a:pt x="7162" y="9104"/>
                  </a:cubicBezTo>
                  <a:cubicBezTo>
                    <a:pt x="8535" y="8715"/>
                    <a:pt x="9444" y="7342"/>
                    <a:pt x="9267" y="5932"/>
                  </a:cubicBezTo>
                  <a:cubicBezTo>
                    <a:pt x="9165" y="5069"/>
                    <a:pt x="8692" y="4299"/>
                    <a:pt x="7969" y="3826"/>
                  </a:cubicBezTo>
                  <a:cubicBezTo>
                    <a:pt x="7485" y="3506"/>
                    <a:pt x="6922" y="3339"/>
                    <a:pt x="6349" y="3339"/>
                  </a:cubicBezTo>
                  <a:close/>
                  <a:moveTo>
                    <a:pt x="5334" y="113"/>
                  </a:moveTo>
                  <a:cubicBezTo>
                    <a:pt x="5415" y="113"/>
                    <a:pt x="5488" y="165"/>
                    <a:pt x="5510" y="245"/>
                  </a:cubicBezTo>
                  <a:lnTo>
                    <a:pt x="5844" y="1284"/>
                  </a:lnTo>
                  <a:cubicBezTo>
                    <a:pt x="5881" y="1423"/>
                    <a:pt x="6011" y="1507"/>
                    <a:pt x="6141" y="1507"/>
                  </a:cubicBezTo>
                  <a:cubicBezTo>
                    <a:pt x="6210" y="1504"/>
                    <a:pt x="6279" y="1502"/>
                    <a:pt x="6348" y="1502"/>
                  </a:cubicBezTo>
                  <a:cubicBezTo>
                    <a:pt x="6687" y="1502"/>
                    <a:pt x="7025" y="1539"/>
                    <a:pt x="7356" y="1609"/>
                  </a:cubicBezTo>
                  <a:cubicBezTo>
                    <a:pt x="7377" y="1613"/>
                    <a:pt x="7397" y="1615"/>
                    <a:pt x="7417" y="1615"/>
                  </a:cubicBezTo>
                  <a:cubicBezTo>
                    <a:pt x="7528" y="1615"/>
                    <a:pt x="7636" y="1553"/>
                    <a:pt x="7690" y="1451"/>
                  </a:cubicBezTo>
                  <a:lnTo>
                    <a:pt x="8191" y="477"/>
                  </a:lnTo>
                  <a:cubicBezTo>
                    <a:pt x="8223" y="414"/>
                    <a:pt x="8289" y="377"/>
                    <a:pt x="8357" y="377"/>
                  </a:cubicBezTo>
                  <a:cubicBezTo>
                    <a:pt x="8389" y="377"/>
                    <a:pt x="8421" y="385"/>
                    <a:pt x="8451" y="403"/>
                  </a:cubicBezTo>
                  <a:lnTo>
                    <a:pt x="9945" y="1173"/>
                  </a:lnTo>
                  <a:cubicBezTo>
                    <a:pt x="10047" y="1228"/>
                    <a:pt x="10084" y="1340"/>
                    <a:pt x="10028" y="1433"/>
                  </a:cubicBezTo>
                  <a:lnTo>
                    <a:pt x="9527" y="2407"/>
                  </a:lnTo>
                  <a:cubicBezTo>
                    <a:pt x="9462" y="2527"/>
                    <a:pt x="9490" y="2676"/>
                    <a:pt x="9592" y="2768"/>
                  </a:cubicBezTo>
                  <a:cubicBezTo>
                    <a:pt x="9889" y="3047"/>
                    <a:pt x="10149" y="3353"/>
                    <a:pt x="10371" y="3696"/>
                  </a:cubicBezTo>
                  <a:cubicBezTo>
                    <a:pt x="10429" y="3790"/>
                    <a:pt x="10525" y="3838"/>
                    <a:pt x="10626" y="3838"/>
                  </a:cubicBezTo>
                  <a:cubicBezTo>
                    <a:pt x="10656" y="3838"/>
                    <a:pt x="10685" y="3834"/>
                    <a:pt x="10715" y="3826"/>
                  </a:cubicBezTo>
                  <a:lnTo>
                    <a:pt x="11763" y="3492"/>
                  </a:lnTo>
                  <a:cubicBezTo>
                    <a:pt x="11780" y="3489"/>
                    <a:pt x="11797" y="3486"/>
                    <a:pt x="11814" y="3486"/>
                  </a:cubicBezTo>
                  <a:cubicBezTo>
                    <a:pt x="11843" y="3486"/>
                    <a:pt x="11873" y="3493"/>
                    <a:pt x="11902" y="3511"/>
                  </a:cubicBezTo>
                  <a:cubicBezTo>
                    <a:pt x="11948" y="3529"/>
                    <a:pt x="11986" y="3575"/>
                    <a:pt x="12004" y="3622"/>
                  </a:cubicBezTo>
                  <a:lnTo>
                    <a:pt x="12505" y="5227"/>
                  </a:lnTo>
                  <a:cubicBezTo>
                    <a:pt x="12542" y="5329"/>
                    <a:pt x="12486" y="5440"/>
                    <a:pt x="12384" y="5468"/>
                  </a:cubicBezTo>
                  <a:lnTo>
                    <a:pt x="11345" y="5793"/>
                  </a:lnTo>
                  <a:cubicBezTo>
                    <a:pt x="11206" y="5839"/>
                    <a:pt x="11123" y="5960"/>
                    <a:pt x="11123" y="6099"/>
                  </a:cubicBezTo>
                  <a:cubicBezTo>
                    <a:pt x="11141" y="6507"/>
                    <a:pt x="11104" y="6915"/>
                    <a:pt x="11021" y="7305"/>
                  </a:cubicBezTo>
                  <a:cubicBezTo>
                    <a:pt x="10993" y="7444"/>
                    <a:pt x="11058" y="7583"/>
                    <a:pt x="11178" y="7648"/>
                  </a:cubicBezTo>
                  <a:lnTo>
                    <a:pt x="12153" y="8149"/>
                  </a:lnTo>
                  <a:cubicBezTo>
                    <a:pt x="12245" y="8195"/>
                    <a:pt x="12282" y="8316"/>
                    <a:pt x="12236" y="8409"/>
                  </a:cubicBezTo>
                  <a:lnTo>
                    <a:pt x="11457" y="9902"/>
                  </a:lnTo>
                  <a:cubicBezTo>
                    <a:pt x="11429" y="9949"/>
                    <a:pt x="11392" y="9986"/>
                    <a:pt x="11345" y="10004"/>
                  </a:cubicBezTo>
                  <a:cubicBezTo>
                    <a:pt x="11325" y="10008"/>
                    <a:pt x="11306" y="10010"/>
                    <a:pt x="11288" y="10010"/>
                  </a:cubicBezTo>
                  <a:cubicBezTo>
                    <a:pt x="11256" y="10010"/>
                    <a:pt x="11226" y="10003"/>
                    <a:pt x="11197" y="9986"/>
                  </a:cubicBezTo>
                  <a:lnTo>
                    <a:pt x="10232" y="9485"/>
                  </a:lnTo>
                  <a:cubicBezTo>
                    <a:pt x="10185" y="9461"/>
                    <a:pt x="10135" y="9450"/>
                    <a:pt x="10087" y="9450"/>
                  </a:cubicBezTo>
                  <a:cubicBezTo>
                    <a:pt x="10002" y="9450"/>
                    <a:pt x="9920" y="9485"/>
                    <a:pt x="9861" y="9550"/>
                  </a:cubicBezTo>
                  <a:cubicBezTo>
                    <a:pt x="9583" y="9846"/>
                    <a:pt x="9277" y="10106"/>
                    <a:pt x="8933" y="10329"/>
                  </a:cubicBezTo>
                  <a:cubicBezTo>
                    <a:pt x="8822" y="10403"/>
                    <a:pt x="8767" y="10542"/>
                    <a:pt x="8813" y="10681"/>
                  </a:cubicBezTo>
                  <a:lnTo>
                    <a:pt x="9138" y="11720"/>
                  </a:lnTo>
                  <a:cubicBezTo>
                    <a:pt x="9165" y="11813"/>
                    <a:pt x="9110" y="11924"/>
                    <a:pt x="9008" y="11952"/>
                  </a:cubicBezTo>
                  <a:lnTo>
                    <a:pt x="7403" y="12462"/>
                  </a:lnTo>
                  <a:cubicBezTo>
                    <a:pt x="7381" y="12470"/>
                    <a:pt x="7359" y="12474"/>
                    <a:pt x="7338" y="12474"/>
                  </a:cubicBezTo>
                  <a:cubicBezTo>
                    <a:pt x="7258" y="12474"/>
                    <a:pt x="7184" y="12422"/>
                    <a:pt x="7162" y="12342"/>
                  </a:cubicBezTo>
                  <a:lnTo>
                    <a:pt x="6837" y="11303"/>
                  </a:lnTo>
                  <a:cubicBezTo>
                    <a:pt x="6791" y="11173"/>
                    <a:pt x="6670" y="11090"/>
                    <a:pt x="6540" y="11090"/>
                  </a:cubicBezTo>
                  <a:lnTo>
                    <a:pt x="6531" y="11090"/>
                  </a:lnTo>
                  <a:cubicBezTo>
                    <a:pt x="6463" y="11093"/>
                    <a:pt x="6395" y="11094"/>
                    <a:pt x="6327" y="11094"/>
                  </a:cubicBezTo>
                  <a:cubicBezTo>
                    <a:pt x="5987" y="11094"/>
                    <a:pt x="5650" y="11056"/>
                    <a:pt x="5325" y="10978"/>
                  </a:cubicBezTo>
                  <a:cubicBezTo>
                    <a:pt x="5304" y="10974"/>
                    <a:pt x="5282" y="10972"/>
                    <a:pt x="5261" y="10972"/>
                  </a:cubicBezTo>
                  <a:cubicBezTo>
                    <a:pt x="5145" y="10972"/>
                    <a:pt x="5038" y="11035"/>
                    <a:pt x="4991" y="11145"/>
                  </a:cubicBezTo>
                  <a:lnTo>
                    <a:pt x="4481" y="12110"/>
                  </a:lnTo>
                  <a:cubicBezTo>
                    <a:pt x="4462" y="12156"/>
                    <a:pt x="4425" y="12193"/>
                    <a:pt x="4369" y="12203"/>
                  </a:cubicBezTo>
                  <a:cubicBezTo>
                    <a:pt x="4352" y="12210"/>
                    <a:pt x="4333" y="12213"/>
                    <a:pt x="4314" y="12213"/>
                  </a:cubicBezTo>
                  <a:cubicBezTo>
                    <a:pt x="4283" y="12213"/>
                    <a:pt x="4253" y="12205"/>
                    <a:pt x="4230" y="12193"/>
                  </a:cubicBezTo>
                  <a:lnTo>
                    <a:pt x="2727" y="11414"/>
                  </a:lnTo>
                  <a:cubicBezTo>
                    <a:pt x="2681" y="11386"/>
                    <a:pt x="2644" y="11349"/>
                    <a:pt x="2635" y="11303"/>
                  </a:cubicBezTo>
                  <a:cubicBezTo>
                    <a:pt x="2616" y="11247"/>
                    <a:pt x="2625" y="11201"/>
                    <a:pt x="2644" y="11154"/>
                  </a:cubicBezTo>
                  <a:lnTo>
                    <a:pt x="3145" y="10190"/>
                  </a:lnTo>
                  <a:cubicBezTo>
                    <a:pt x="3210" y="10060"/>
                    <a:pt x="3191" y="9911"/>
                    <a:pt x="3089" y="9819"/>
                  </a:cubicBezTo>
                  <a:cubicBezTo>
                    <a:pt x="2783" y="9550"/>
                    <a:pt x="2523" y="9234"/>
                    <a:pt x="2310" y="8891"/>
                  </a:cubicBezTo>
                  <a:cubicBezTo>
                    <a:pt x="2254" y="8806"/>
                    <a:pt x="2154" y="8754"/>
                    <a:pt x="2053" y="8754"/>
                  </a:cubicBezTo>
                  <a:cubicBezTo>
                    <a:pt x="2021" y="8754"/>
                    <a:pt x="1989" y="8759"/>
                    <a:pt x="1957" y="8770"/>
                  </a:cubicBezTo>
                  <a:lnTo>
                    <a:pt x="918" y="9095"/>
                  </a:lnTo>
                  <a:cubicBezTo>
                    <a:pt x="898" y="9102"/>
                    <a:pt x="878" y="9106"/>
                    <a:pt x="858" y="9106"/>
                  </a:cubicBezTo>
                  <a:cubicBezTo>
                    <a:pt x="776" y="9106"/>
                    <a:pt x="700" y="9049"/>
                    <a:pt x="677" y="8974"/>
                  </a:cubicBezTo>
                  <a:lnTo>
                    <a:pt x="167" y="7360"/>
                  </a:lnTo>
                  <a:cubicBezTo>
                    <a:pt x="130" y="7258"/>
                    <a:pt x="195" y="7156"/>
                    <a:pt x="288" y="7119"/>
                  </a:cubicBezTo>
                  <a:lnTo>
                    <a:pt x="1327" y="6794"/>
                  </a:lnTo>
                  <a:cubicBezTo>
                    <a:pt x="1466" y="6748"/>
                    <a:pt x="1549" y="6627"/>
                    <a:pt x="1549" y="6488"/>
                  </a:cubicBezTo>
                  <a:cubicBezTo>
                    <a:pt x="1531" y="6080"/>
                    <a:pt x="1568" y="5672"/>
                    <a:pt x="1651" y="5282"/>
                  </a:cubicBezTo>
                  <a:cubicBezTo>
                    <a:pt x="1679" y="5143"/>
                    <a:pt x="1614" y="5004"/>
                    <a:pt x="1494" y="4948"/>
                  </a:cubicBezTo>
                  <a:lnTo>
                    <a:pt x="520" y="4438"/>
                  </a:lnTo>
                  <a:cubicBezTo>
                    <a:pt x="473" y="4420"/>
                    <a:pt x="445" y="4383"/>
                    <a:pt x="427" y="4327"/>
                  </a:cubicBezTo>
                  <a:cubicBezTo>
                    <a:pt x="417" y="4280"/>
                    <a:pt x="417" y="4225"/>
                    <a:pt x="445" y="4178"/>
                  </a:cubicBezTo>
                  <a:lnTo>
                    <a:pt x="1215" y="2685"/>
                  </a:lnTo>
                  <a:cubicBezTo>
                    <a:pt x="1243" y="2639"/>
                    <a:pt x="1280" y="2601"/>
                    <a:pt x="1336" y="2592"/>
                  </a:cubicBezTo>
                  <a:cubicBezTo>
                    <a:pt x="1354" y="2585"/>
                    <a:pt x="1371" y="2582"/>
                    <a:pt x="1389" y="2582"/>
                  </a:cubicBezTo>
                  <a:cubicBezTo>
                    <a:pt x="1418" y="2582"/>
                    <a:pt x="1446" y="2590"/>
                    <a:pt x="1475" y="2601"/>
                  </a:cubicBezTo>
                  <a:lnTo>
                    <a:pt x="2449" y="3102"/>
                  </a:lnTo>
                  <a:cubicBezTo>
                    <a:pt x="2494" y="3126"/>
                    <a:pt x="2542" y="3138"/>
                    <a:pt x="2590" y="3138"/>
                  </a:cubicBezTo>
                  <a:cubicBezTo>
                    <a:pt x="2672" y="3138"/>
                    <a:pt x="2752" y="3105"/>
                    <a:pt x="2811" y="3047"/>
                  </a:cubicBezTo>
                  <a:cubicBezTo>
                    <a:pt x="3089" y="2741"/>
                    <a:pt x="3395" y="2481"/>
                    <a:pt x="3739" y="2258"/>
                  </a:cubicBezTo>
                  <a:cubicBezTo>
                    <a:pt x="3859" y="2184"/>
                    <a:pt x="3906" y="2045"/>
                    <a:pt x="3868" y="1915"/>
                  </a:cubicBezTo>
                  <a:lnTo>
                    <a:pt x="3534" y="876"/>
                  </a:lnTo>
                  <a:cubicBezTo>
                    <a:pt x="3525" y="820"/>
                    <a:pt x="3525" y="774"/>
                    <a:pt x="3553" y="728"/>
                  </a:cubicBezTo>
                  <a:cubicBezTo>
                    <a:pt x="3572" y="681"/>
                    <a:pt x="3609" y="644"/>
                    <a:pt x="3664" y="635"/>
                  </a:cubicBezTo>
                  <a:lnTo>
                    <a:pt x="5269" y="125"/>
                  </a:lnTo>
                  <a:cubicBezTo>
                    <a:pt x="5291" y="117"/>
                    <a:pt x="5313" y="113"/>
                    <a:pt x="5334" y="113"/>
                  </a:cubicBezTo>
                  <a:close/>
                  <a:moveTo>
                    <a:pt x="5330" y="1"/>
                  </a:moveTo>
                  <a:cubicBezTo>
                    <a:pt x="5300" y="1"/>
                    <a:pt x="5270" y="5"/>
                    <a:pt x="5241" y="13"/>
                  </a:cubicBezTo>
                  <a:lnTo>
                    <a:pt x="3627" y="523"/>
                  </a:lnTo>
                  <a:cubicBezTo>
                    <a:pt x="3553" y="551"/>
                    <a:pt x="3488" y="598"/>
                    <a:pt x="3451" y="672"/>
                  </a:cubicBezTo>
                  <a:cubicBezTo>
                    <a:pt x="3405" y="746"/>
                    <a:pt x="3405" y="830"/>
                    <a:pt x="3423" y="913"/>
                  </a:cubicBezTo>
                  <a:lnTo>
                    <a:pt x="3757" y="1952"/>
                  </a:lnTo>
                  <a:cubicBezTo>
                    <a:pt x="3785" y="2036"/>
                    <a:pt x="3748" y="2119"/>
                    <a:pt x="3683" y="2165"/>
                  </a:cubicBezTo>
                  <a:cubicBezTo>
                    <a:pt x="3330" y="2388"/>
                    <a:pt x="3006" y="2657"/>
                    <a:pt x="2727" y="2963"/>
                  </a:cubicBezTo>
                  <a:cubicBezTo>
                    <a:pt x="2693" y="3003"/>
                    <a:pt x="2645" y="3022"/>
                    <a:pt x="2596" y="3022"/>
                  </a:cubicBezTo>
                  <a:cubicBezTo>
                    <a:pt x="2565" y="3022"/>
                    <a:pt x="2533" y="3015"/>
                    <a:pt x="2505" y="3000"/>
                  </a:cubicBezTo>
                  <a:lnTo>
                    <a:pt x="1531" y="2499"/>
                  </a:lnTo>
                  <a:cubicBezTo>
                    <a:pt x="1486" y="2477"/>
                    <a:pt x="1437" y="2465"/>
                    <a:pt x="1390" y="2465"/>
                  </a:cubicBezTo>
                  <a:cubicBezTo>
                    <a:pt x="1359" y="2465"/>
                    <a:pt x="1328" y="2470"/>
                    <a:pt x="1299" y="2481"/>
                  </a:cubicBezTo>
                  <a:cubicBezTo>
                    <a:pt x="1225" y="2499"/>
                    <a:pt x="1160" y="2555"/>
                    <a:pt x="1123" y="2629"/>
                  </a:cubicBezTo>
                  <a:lnTo>
                    <a:pt x="343" y="4132"/>
                  </a:lnTo>
                  <a:cubicBezTo>
                    <a:pt x="306" y="4206"/>
                    <a:pt x="297" y="4290"/>
                    <a:pt x="315" y="4364"/>
                  </a:cubicBezTo>
                  <a:cubicBezTo>
                    <a:pt x="343" y="4447"/>
                    <a:pt x="399" y="4503"/>
                    <a:pt x="473" y="4550"/>
                  </a:cubicBezTo>
                  <a:lnTo>
                    <a:pt x="1438" y="5050"/>
                  </a:lnTo>
                  <a:cubicBezTo>
                    <a:pt x="1512" y="5088"/>
                    <a:pt x="1559" y="5171"/>
                    <a:pt x="1540" y="5255"/>
                  </a:cubicBezTo>
                  <a:cubicBezTo>
                    <a:pt x="1447" y="5663"/>
                    <a:pt x="1410" y="6080"/>
                    <a:pt x="1429" y="6498"/>
                  </a:cubicBezTo>
                  <a:cubicBezTo>
                    <a:pt x="1438" y="6581"/>
                    <a:pt x="1382" y="6655"/>
                    <a:pt x="1299" y="6683"/>
                  </a:cubicBezTo>
                  <a:lnTo>
                    <a:pt x="260" y="7008"/>
                  </a:lnTo>
                  <a:cubicBezTo>
                    <a:pt x="93" y="7063"/>
                    <a:pt x="0" y="7230"/>
                    <a:pt x="56" y="7397"/>
                  </a:cubicBezTo>
                  <a:lnTo>
                    <a:pt x="566" y="9002"/>
                  </a:lnTo>
                  <a:cubicBezTo>
                    <a:pt x="604" y="9138"/>
                    <a:pt x="728" y="9219"/>
                    <a:pt x="863" y="9219"/>
                  </a:cubicBezTo>
                  <a:cubicBezTo>
                    <a:pt x="894" y="9219"/>
                    <a:pt x="925" y="9215"/>
                    <a:pt x="956" y="9206"/>
                  </a:cubicBezTo>
                  <a:lnTo>
                    <a:pt x="1995" y="8882"/>
                  </a:lnTo>
                  <a:cubicBezTo>
                    <a:pt x="2016" y="8875"/>
                    <a:pt x="2037" y="8871"/>
                    <a:pt x="2058" y="8871"/>
                  </a:cubicBezTo>
                  <a:cubicBezTo>
                    <a:pt x="2118" y="8871"/>
                    <a:pt x="2173" y="8901"/>
                    <a:pt x="2208" y="8956"/>
                  </a:cubicBezTo>
                  <a:cubicBezTo>
                    <a:pt x="2431" y="9299"/>
                    <a:pt x="2700" y="9624"/>
                    <a:pt x="3006" y="9902"/>
                  </a:cubicBezTo>
                  <a:cubicBezTo>
                    <a:pt x="3071" y="9958"/>
                    <a:pt x="3080" y="10051"/>
                    <a:pt x="3043" y="10134"/>
                  </a:cubicBezTo>
                  <a:lnTo>
                    <a:pt x="2542" y="11099"/>
                  </a:lnTo>
                  <a:cubicBezTo>
                    <a:pt x="2505" y="11173"/>
                    <a:pt x="2495" y="11257"/>
                    <a:pt x="2523" y="11331"/>
                  </a:cubicBezTo>
                  <a:cubicBezTo>
                    <a:pt x="2542" y="11414"/>
                    <a:pt x="2598" y="11479"/>
                    <a:pt x="2672" y="11516"/>
                  </a:cubicBezTo>
                  <a:lnTo>
                    <a:pt x="4175" y="12296"/>
                  </a:lnTo>
                  <a:cubicBezTo>
                    <a:pt x="4218" y="12317"/>
                    <a:pt x="4265" y="12326"/>
                    <a:pt x="4311" y="12326"/>
                  </a:cubicBezTo>
                  <a:cubicBezTo>
                    <a:pt x="4343" y="12326"/>
                    <a:pt x="4376" y="12322"/>
                    <a:pt x="4406" y="12314"/>
                  </a:cubicBezTo>
                  <a:cubicBezTo>
                    <a:pt x="4490" y="12286"/>
                    <a:pt x="4546" y="12231"/>
                    <a:pt x="4592" y="12156"/>
                  </a:cubicBezTo>
                  <a:lnTo>
                    <a:pt x="5093" y="11192"/>
                  </a:lnTo>
                  <a:cubicBezTo>
                    <a:pt x="5125" y="11128"/>
                    <a:pt x="5190" y="11085"/>
                    <a:pt x="5260" y="11085"/>
                  </a:cubicBezTo>
                  <a:cubicBezTo>
                    <a:pt x="5272" y="11085"/>
                    <a:pt x="5285" y="11087"/>
                    <a:pt x="5297" y="11090"/>
                  </a:cubicBezTo>
                  <a:cubicBezTo>
                    <a:pt x="5637" y="11167"/>
                    <a:pt x="5984" y="11206"/>
                    <a:pt x="6331" y="11206"/>
                  </a:cubicBezTo>
                  <a:cubicBezTo>
                    <a:pt x="6401" y="11206"/>
                    <a:pt x="6471" y="11204"/>
                    <a:pt x="6540" y="11201"/>
                  </a:cubicBezTo>
                  <a:cubicBezTo>
                    <a:pt x="6624" y="11201"/>
                    <a:pt x="6698" y="11257"/>
                    <a:pt x="6726" y="11340"/>
                  </a:cubicBezTo>
                  <a:lnTo>
                    <a:pt x="7050" y="12379"/>
                  </a:lnTo>
                  <a:cubicBezTo>
                    <a:pt x="7097" y="12509"/>
                    <a:pt x="7217" y="12592"/>
                    <a:pt x="7347" y="12592"/>
                  </a:cubicBezTo>
                  <a:cubicBezTo>
                    <a:pt x="7375" y="12592"/>
                    <a:pt x="7403" y="12583"/>
                    <a:pt x="7440" y="12583"/>
                  </a:cubicBezTo>
                  <a:lnTo>
                    <a:pt x="9045" y="12073"/>
                  </a:lnTo>
                  <a:cubicBezTo>
                    <a:pt x="9212" y="12017"/>
                    <a:pt x="9295" y="11850"/>
                    <a:pt x="9249" y="11683"/>
                  </a:cubicBezTo>
                  <a:lnTo>
                    <a:pt x="8924" y="10644"/>
                  </a:lnTo>
                  <a:cubicBezTo>
                    <a:pt x="8896" y="10561"/>
                    <a:pt x="8924" y="10477"/>
                    <a:pt x="8998" y="10431"/>
                  </a:cubicBezTo>
                  <a:cubicBezTo>
                    <a:pt x="9342" y="10208"/>
                    <a:pt x="9666" y="9939"/>
                    <a:pt x="9945" y="9633"/>
                  </a:cubicBezTo>
                  <a:cubicBezTo>
                    <a:pt x="9979" y="9593"/>
                    <a:pt x="10032" y="9570"/>
                    <a:pt x="10085" y="9570"/>
                  </a:cubicBezTo>
                  <a:cubicBezTo>
                    <a:pt x="10117" y="9570"/>
                    <a:pt x="10149" y="9578"/>
                    <a:pt x="10177" y="9596"/>
                  </a:cubicBezTo>
                  <a:lnTo>
                    <a:pt x="11141" y="10097"/>
                  </a:lnTo>
                  <a:cubicBezTo>
                    <a:pt x="11186" y="10119"/>
                    <a:pt x="11235" y="10132"/>
                    <a:pt x="11282" y="10132"/>
                  </a:cubicBezTo>
                  <a:cubicBezTo>
                    <a:pt x="11313" y="10132"/>
                    <a:pt x="11344" y="10126"/>
                    <a:pt x="11373" y="10115"/>
                  </a:cubicBezTo>
                  <a:cubicBezTo>
                    <a:pt x="11457" y="10088"/>
                    <a:pt x="11522" y="10032"/>
                    <a:pt x="11559" y="9967"/>
                  </a:cubicBezTo>
                  <a:lnTo>
                    <a:pt x="12338" y="8464"/>
                  </a:lnTo>
                  <a:cubicBezTo>
                    <a:pt x="12412" y="8316"/>
                    <a:pt x="12357" y="8130"/>
                    <a:pt x="12208" y="8047"/>
                  </a:cubicBezTo>
                  <a:lnTo>
                    <a:pt x="11234" y="7546"/>
                  </a:lnTo>
                  <a:cubicBezTo>
                    <a:pt x="11160" y="7509"/>
                    <a:pt x="11123" y="7416"/>
                    <a:pt x="11141" y="7342"/>
                  </a:cubicBezTo>
                  <a:cubicBezTo>
                    <a:pt x="11225" y="6934"/>
                    <a:pt x="11262" y="6516"/>
                    <a:pt x="11243" y="6099"/>
                  </a:cubicBezTo>
                  <a:cubicBezTo>
                    <a:pt x="11243" y="6015"/>
                    <a:pt x="11299" y="5941"/>
                    <a:pt x="11383" y="5913"/>
                  </a:cubicBezTo>
                  <a:lnTo>
                    <a:pt x="12422" y="5588"/>
                  </a:lnTo>
                  <a:cubicBezTo>
                    <a:pt x="12579" y="5533"/>
                    <a:pt x="12672" y="5357"/>
                    <a:pt x="12616" y="5199"/>
                  </a:cubicBezTo>
                  <a:lnTo>
                    <a:pt x="12115" y="3585"/>
                  </a:lnTo>
                  <a:cubicBezTo>
                    <a:pt x="12088" y="3511"/>
                    <a:pt x="12032" y="3446"/>
                    <a:pt x="11958" y="3408"/>
                  </a:cubicBezTo>
                  <a:cubicBezTo>
                    <a:pt x="11913" y="3386"/>
                    <a:pt x="11864" y="3374"/>
                    <a:pt x="11817" y="3374"/>
                  </a:cubicBezTo>
                  <a:cubicBezTo>
                    <a:pt x="11786" y="3374"/>
                    <a:pt x="11755" y="3379"/>
                    <a:pt x="11726" y="3390"/>
                  </a:cubicBezTo>
                  <a:lnTo>
                    <a:pt x="10687" y="3715"/>
                  </a:lnTo>
                  <a:cubicBezTo>
                    <a:pt x="10668" y="3721"/>
                    <a:pt x="10648" y="3724"/>
                    <a:pt x="10629" y="3724"/>
                  </a:cubicBezTo>
                  <a:cubicBezTo>
                    <a:pt x="10563" y="3724"/>
                    <a:pt x="10500" y="3690"/>
                    <a:pt x="10464" y="3640"/>
                  </a:cubicBezTo>
                  <a:cubicBezTo>
                    <a:pt x="10242" y="3288"/>
                    <a:pt x="9972" y="2972"/>
                    <a:pt x="9666" y="2685"/>
                  </a:cubicBezTo>
                  <a:cubicBezTo>
                    <a:pt x="9611" y="2629"/>
                    <a:pt x="9592" y="2536"/>
                    <a:pt x="9629" y="2462"/>
                  </a:cubicBezTo>
                  <a:lnTo>
                    <a:pt x="10130" y="1488"/>
                  </a:lnTo>
                  <a:cubicBezTo>
                    <a:pt x="10214" y="1340"/>
                    <a:pt x="10158" y="1154"/>
                    <a:pt x="10000" y="1080"/>
                  </a:cubicBezTo>
                  <a:lnTo>
                    <a:pt x="8507" y="301"/>
                  </a:lnTo>
                  <a:cubicBezTo>
                    <a:pt x="8459" y="276"/>
                    <a:pt x="8409" y="264"/>
                    <a:pt x="8361" y="264"/>
                  </a:cubicBezTo>
                  <a:cubicBezTo>
                    <a:pt x="8247" y="264"/>
                    <a:pt x="8141" y="327"/>
                    <a:pt x="8089" y="431"/>
                  </a:cubicBezTo>
                  <a:lnTo>
                    <a:pt x="7588" y="1395"/>
                  </a:lnTo>
                  <a:cubicBezTo>
                    <a:pt x="7549" y="1459"/>
                    <a:pt x="7483" y="1502"/>
                    <a:pt x="7412" y="1502"/>
                  </a:cubicBezTo>
                  <a:cubicBezTo>
                    <a:pt x="7400" y="1502"/>
                    <a:pt x="7387" y="1500"/>
                    <a:pt x="7375" y="1497"/>
                  </a:cubicBezTo>
                  <a:cubicBezTo>
                    <a:pt x="7043" y="1420"/>
                    <a:pt x="6697" y="1382"/>
                    <a:pt x="6350" y="1382"/>
                  </a:cubicBezTo>
                  <a:cubicBezTo>
                    <a:pt x="6280" y="1382"/>
                    <a:pt x="6211" y="1383"/>
                    <a:pt x="6141" y="1386"/>
                  </a:cubicBezTo>
                  <a:cubicBezTo>
                    <a:pt x="6058" y="1386"/>
                    <a:pt x="5974" y="1340"/>
                    <a:pt x="5956" y="1256"/>
                  </a:cubicBezTo>
                  <a:lnTo>
                    <a:pt x="5622" y="217"/>
                  </a:lnTo>
                  <a:cubicBezTo>
                    <a:pt x="5584" y="81"/>
                    <a:pt x="5460" y="1"/>
                    <a:pt x="5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3">
              <a:extLst>
                <a:ext uri="{FF2B5EF4-FFF2-40B4-BE49-F238E27FC236}">
                  <a16:creationId xmlns:a16="http://schemas.microsoft.com/office/drawing/2014/main" id="{C5525617-52B6-496B-96C5-F4F994522AA5}"/>
                </a:ext>
              </a:extLst>
            </p:cNvPr>
            <p:cNvSpPr/>
            <p:nvPr/>
          </p:nvSpPr>
          <p:spPr>
            <a:xfrm>
              <a:off x="2050775" y="2414100"/>
              <a:ext cx="126425" cy="126275"/>
            </a:xfrm>
            <a:custGeom>
              <a:avLst/>
              <a:gdLst/>
              <a:ahLst/>
              <a:cxnLst/>
              <a:rect l="l" t="t" r="r" b="b"/>
              <a:pathLst>
                <a:path w="5057" h="5051" extrusionOk="0">
                  <a:moveTo>
                    <a:pt x="2540" y="1452"/>
                  </a:moveTo>
                  <a:cubicBezTo>
                    <a:pt x="2602" y="1452"/>
                    <a:pt x="2665" y="1458"/>
                    <a:pt x="2728" y="1469"/>
                  </a:cubicBezTo>
                  <a:cubicBezTo>
                    <a:pt x="3034" y="1534"/>
                    <a:pt x="3303" y="1720"/>
                    <a:pt x="3452" y="1989"/>
                  </a:cubicBezTo>
                  <a:cubicBezTo>
                    <a:pt x="3609" y="2258"/>
                    <a:pt x="3637" y="2583"/>
                    <a:pt x="3535" y="2879"/>
                  </a:cubicBezTo>
                  <a:cubicBezTo>
                    <a:pt x="3382" y="3306"/>
                    <a:pt x="2971" y="3586"/>
                    <a:pt x="2537" y="3586"/>
                  </a:cubicBezTo>
                  <a:cubicBezTo>
                    <a:pt x="2471" y="3586"/>
                    <a:pt x="2405" y="3579"/>
                    <a:pt x="2338" y="3566"/>
                  </a:cubicBezTo>
                  <a:cubicBezTo>
                    <a:pt x="2032" y="3510"/>
                    <a:pt x="1763" y="3325"/>
                    <a:pt x="1606" y="3046"/>
                  </a:cubicBezTo>
                  <a:cubicBezTo>
                    <a:pt x="1448" y="2777"/>
                    <a:pt x="1420" y="2453"/>
                    <a:pt x="1531" y="2156"/>
                  </a:cubicBezTo>
                  <a:cubicBezTo>
                    <a:pt x="1678" y="1733"/>
                    <a:pt x="2095" y="1452"/>
                    <a:pt x="2540" y="1452"/>
                  </a:cubicBezTo>
                  <a:close/>
                  <a:moveTo>
                    <a:pt x="2538" y="1339"/>
                  </a:moveTo>
                  <a:cubicBezTo>
                    <a:pt x="2047" y="1339"/>
                    <a:pt x="1591" y="1647"/>
                    <a:pt x="1420" y="2119"/>
                  </a:cubicBezTo>
                  <a:cubicBezTo>
                    <a:pt x="1299" y="2443"/>
                    <a:pt x="1336" y="2805"/>
                    <a:pt x="1503" y="3111"/>
                  </a:cubicBezTo>
                  <a:cubicBezTo>
                    <a:pt x="1680" y="3408"/>
                    <a:pt x="1977" y="3622"/>
                    <a:pt x="2320" y="3687"/>
                  </a:cubicBezTo>
                  <a:cubicBezTo>
                    <a:pt x="2385" y="3696"/>
                    <a:pt x="2459" y="3705"/>
                    <a:pt x="2533" y="3705"/>
                  </a:cubicBezTo>
                  <a:cubicBezTo>
                    <a:pt x="3016" y="3705"/>
                    <a:pt x="3470" y="3390"/>
                    <a:pt x="3646" y="2917"/>
                  </a:cubicBezTo>
                  <a:cubicBezTo>
                    <a:pt x="3758" y="2592"/>
                    <a:pt x="3730" y="2230"/>
                    <a:pt x="3554" y="1933"/>
                  </a:cubicBezTo>
                  <a:cubicBezTo>
                    <a:pt x="3387" y="1636"/>
                    <a:pt x="3090" y="1423"/>
                    <a:pt x="2747" y="1358"/>
                  </a:cubicBezTo>
                  <a:cubicBezTo>
                    <a:pt x="2677" y="1346"/>
                    <a:pt x="2607" y="1339"/>
                    <a:pt x="2538" y="1339"/>
                  </a:cubicBezTo>
                  <a:close/>
                  <a:moveTo>
                    <a:pt x="2580" y="115"/>
                  </a:moveTo>
                  <a:lnTo>
                    <a:pt x="3229" y="226"/>
                  </a:lnTo>
                  <a:cubicBezTo>
                    <a:pt x="3247" y="226"/>
                    <a:pt x="3266" y="245"/>
                    <a:pt x="3257" y="273"/>
                  </a:cubicBezTo>
                  <a:lnTo>
                    <a:pt x="3192" y="690"/>
                  </a:lnTo>
                  <a:cubicBezTo>
                    <a:pt x="3183" y="755"/>
                    <a:pt x="3220" y="829"/>
                    <a:pt x="3275" y="857"/>
                  </a:cubicBezTo>
                  <a:cubicBezTo>
                    <a:pt x="3424" y="922"/>
                    <a:pt x="3554" y="996"/>
                    <a:pt x="3674" y="1098"/>
                  </a:cubicBezTo>
                  <a:cubicBezTo>
                    <a:pt x="3702" y="1122"/>
                    <a:pt x="3735" y="1133"/>
                    <a:pt x="3767" y="1133"/>
                  </a:cubicBezTo>
                  <a:cubicBezTo>
                    <a:pt x="3799" y="1133"/>
                    <a:pt x="3832" y="1122"/>
                    <a:pt x="3860" y="1098"/>
                  </a:cubicBezTo>
                  <a:lnTo>
                    <a:pt x="4212" y="848"/>
                  </a:lnTo>
                  <a:lnTo>
                    <a:pt x="4240" y="848"/>
                  </a:lnTo>
                  <a:cubicBezTo>
                    <a:pt x="4249" y="848"/>
                    <a:pt x="4259" y="857"/>
                    <a:pt x="4259" y="857"/>
                  </a:cubicBezTo>
                  <a:lnTo>
                    <a:pt x="4648" y="1395"/>
                  </a:lnTo>
                  <a:cubicBezTo>
                    <a:pt x="4658" y="1404"/>
                    <a:pt x="4658" y="1414"/>
                    <a:pt x="4658" y="1423"/>
                  </a:cubicBezTo>
                  <a:cubicBezTo>
                    <a:pt x="4658" y="1432"/>
                    <a:pt x="4648" y="1442"/>
                    <a:pt x="4639" y="1451"/>
                  </a:cubicBezTo>
                  <a:lnTo>
                    <a:pt x="4296" y="1701"/>
                  </a:lnTo>
                  <a:cubicBezTo>
                    <a:pt x="4240" y="1738"/>
                    <a:pt x="4212" y="1813"/>
                    <a:pt x="4240" y="1878"/>
                  </a:cubicBezTo>
                  <a:cubicBezTo>
                    <a:pt x="4296" y="2026"/>
                    <a:pt x="4333" y="2174"/>
                    <a:pt x="4351" y="2332"/>
                  </a:cubicBezTo>
                  <a:cubicBezTo>
                    <a:pt x="4351" y="2397"/>
                    <a:pt x="4407" y="2453"/>
                    <a:pt x="4481" y="2462"/>
                  </a:cubicBezTo>
                  <a:lnTo>
                    <a:pt x="4899" y="2536"/>
                  </a:lnTo>
                  <a:cubicBezTo>
                    <a:pt x="4917" y="2536"/>
                    <a:pt x="4936" y="2555"/>
                    <a:pt x="4927" y="2573"/>
                  </a:cubicBezTo>
                  <a:lnTo>
                    <a:pt x="4825" y="3223"/>
                  </a:lnTo>
                  <a:cubicBezTo>
                    <a:pt x="4825" y="3241"/>
                    <a:pt x="4815" y="3251"/>
                    <a:pt x="4806" y="3251"/>
                  </a:cubicBezTo>
                  <a:cubicBezTo>
                    <a:pt x="4797" y="3260"/>
                    <a:pt x="4787" y="3260"/>
                    <a:pt x="4778" y="3260"/>
                  </a:cubicBezTo>
                  <a:lnTo>
                    <a:pt x="4361" y="3195"/>
                  </a:lnTo>
                  <a:cubicBezTo>
                    <a:pt x="4349" y="3192"/>
                    <a:pt x="4338" y="3190"/>
                    <a:pt x="4326" y="3190"/>
                  </a:cubicBezTo>
                  <a:cubicBezTo>
                    <a:pt x="4271" y="3190"/>
                    <a:pt x="4217" y="3225"/>
                    <a:pt x="4194" y="3278"/>
                  </a:cubicBezTo>
                  <a:cubicBezTo>
                    <a:pt x="4129" y="3418"/>
                    <a:pt x="4045" y="3557"/>
                    <a:pt x="3953" y="3677"/>
                  </a:cubicBezTo>
                  <a:cubicBezTo>
                    <a:pt x="3906" y="3733"/>
                    <a:pt x="3906" y="3807"/>
                    <a:pt x="3953" y="3863"/>
                  </a:cubicBezTo>
                  <a:lnTo>
                    <a:pt x="4194" y="4206"/>
                  </a:lnTo>
                  <a:cubicBezTo>
                    <a:pt x="4212" y="4225"/>
                    <a:pt x="4203" y="4252"/>
                    <a:pt x="4184" y="4262"/>
                  </a:cubicBezTo>
                  <a:lnTo>
                    <a:pt x="3656" y="4651"/>
                  </a:lnTo>
                  <a:cubicBezTo>
                    <a:pt x="3648" y="4655"/>
                    <a:pt x="3639" y="4657"/>
                    <a:pt x="3630" y="4657"/>
                  </a:cubicBezTo>
                  <a:cubicBezTo>
                    <a:pt x="3617" y="4657"/>
                    <a:pt x="3605" y="4653"/>
                    <a:pt x="3600" y="4642"/>
                  </a:cubicBezTo>
                  <a:lnTo>
                    <a:pt x="3350" y="4299"/>
                  </a:lnTo>
                  <a:cubicBezTo>
                    <a:pt x="3324" y="4253"/>
                    <a:pt x="3279" y="4231"/>
                    <a:pt x="3233" y="4231"/>
                  </a:cubicBezTo>
                  <a:cubicBezTo>
                    <a:pt x="3213" y="4231"/>
                    <a:pt x="3193" y="4235"/>
                    <a:pt x="3173" y="4243"/>
                  </a:cubicBezTo>
                  <a:cubicBezTo>
                    <a:pt x="3025" y="4299"/>
                    <a:pt x="2876" y="4336"/>
                    <a:pt x="2719" y="4345"/>
                  </a:cubicBezTo>
                  <a:cubicBezTo>
                    <a:pt x="2654" y="4354"/>
                    <a:pt x="2598" y="4410"/>
                    <a:pt x="2580" y="4475"/>
                  </a:cubicBezTo>
                  <a:lnTo>
                    <a:pt x="2515" y="4902"/>
                  </a:lnTo>
                  <a:cubicBezTo>
                    <a:pt x="2515" y="4911"/>
                    <a:pt x="2505" y="4920"/>
                    <a:pt x="2496" y="4920"/>
                  </a:cubicBezTo>
                  <a:cubicBezTo>
                    <a:pt x="2496" y="4930"/>
                    <a:pt x="2478" y="4930"/>
                    <a:pt x="2468" y="4930"/>
                  </a:cubicBezTo>
                  <a:lnTo>
                    <a:pt x="1819" y="4828"/>
                  </a:lnTo>
                  <a:cubicBezTo>
                    <a:pt x="1810" y="4828"/>
                    <a:pt x="1800" y="4818"/>
                    <a:pt x="1800" y="4809"/>
                  </a:cubicBezTo>
                  <a:cubicBezTo>
                    <a:pt x="1791" y="4800"/>
                    <a:pt x="1791" y="4790"/>
                    <a:pt x="1791" y="4781"/>
                  </a:cubicBezTo>
                  <a:lnTo>
                    <a:pt x="1856" y="4364"/>
                  </a:lnTo>
                  <a:cubicBezTo>
                    <a:pt x="1865" y="4290"/>
                    <a:pt x="1828" y="4225"/>
                    <a:pt x="1772" y="4197"/>
                  </a:cubicBezTo>
                  <a:cubicBezTo>
                    <a:pt x="1624" y="4132"/>
                    <a:pt x="1494" y="4048"/>
                    <a:pt x="1374" y="3956"/>
                  </a:cubicBezTo>
                  <a:cubicBezTo>
                    <a:pt x="1346" y="3928"/>
                    <a:pt x="1309" y="3918"/>
                    <a:pt x="1281" y="3918"/>
                  </a:cubicBezTo>
                  <a:cubicBezTo>
                    <a:pt x="1244" y="3918"/>
                    <a:pt x="1216" y="3928"/>
                    <a:pt x="1188" y="3946"/>
                  </a:cubicBezTo>
                  <a:lnTo>
                    <a:pt x="845" y="4197"/>
                  </a:lnTo>
                  <a:cubicBezTo>
                    <a:pt x="836" y="4206"/>
                    <a:pt x="817" y="4206"/>
                    <a:pt x="808" y="4206"/>
                  </a:cubicBezTo>
                  <a:cubicBezTo>
                    <a:pt x="798" y="4206"/>
                    <a:pt x="789" y="4197"/>
                    <a:pt x="789" y="4187"/>
                  </a:cubicBezTo>
                  <a:lnTo>
                    <a:pt x="400" y="3659"/>
                  </a:lnTo>
                  <a:cubicBezTo>
                    <a:pt x="390" y="3649"/>
                    <a:pt x="390" y="3640"/>
                    <a:pt x="390" y="3631"/>
                  </a:cubicBezTo>
                  <a:cubicBezTo>
                    <a:pt x="390" y="3612"/>
                    <a:pt x="400" y="3603"/>
                    <a:pt x="409" y="3603"/>
                  </a:cubicBezTo>
                  <a:lnTo>
                    <a:pt x="752" y="3353"/>
                  </a:lnTo>
                  <a:cubicBezTo>
                    <a:pt x="808" y="3306"/>
                    <a:pt x="836" y="3241"/>
                    <a:pt x="808" y="3176"/>
                  </a:cubicBezTo>
                  <a:cubicBezTo>
                    <a:pt x="752" y="3028"/>
                    <a:pt x="715" y="2879"/>
                    <a:pt x="696" y="2722"/>
                  </a:cubicBezTo>
                  <a:cubicBezTo>
                    <a:pt x="696" y="2657"/>
                    <a:pt x="641" y="2601"/>
                    <a:pt x="567" y="2583"/>
                  </a:cubicBezTo>
                  <a:lnTo>
                    <a:pt x="149" y="2518"/>
                  </a:lnTo>
                  <a:cubicBezTo>
                    <a:pt x="140" y="2518"/>
                    <a:pt x="131" y="2508"/>
                    <a:pt x="121" y="2499"/>
                  </a:cubicBezTo>
                  <a:cubicBezTo>
                    <a:pt x="121" y="2490"/>
                    <a:pt x="121" y="2481"/>
                    <a:pt x="121" y="2471"/>
                  </a:cubicBezTo>
                  <a:lnTo>
                    <a:pt x="223" y="1822"/>
                  </a:lnTo>
                  <a:cubicBezTo>
                    <a:pt x="223" y="1813"/>
                    <a:pt x="233" y="1803"/>
                    <a:pt x="242" y="1794"/>
                  </a:cubicBezTo>
                  <a:lnTo>
                    <a:pt x="270" y="1794"/>
                  </a:lnTo>
                  <a:lnTo>
                    <a:pt x="687" y="1859"/>
                  </a:lnTo>
                  <a:cubicBezTo>
                    <a:pt x="694" y="1860"/>
                    <a:pt x="700" y="1860"/>
                    <a:pt x="707" y="1860"/>
                  </a:cubicBezTo>
                  <a:cubicBezTo>
                    <a:pt x="767" y="1860"/>
                    <a:pt x="829" y="1825"/>
                    <a:pt x="854" y="1766"/>
                  </a:cubicBezTo>
                  <a:cubicBezTo>
                    <a:pt x="919" y="1627"/>
                    <a:pt x="1003" y="1497"/>
                    <a:pt x="1095" y="1377"/>
                  </a:cubicBezTo>
                  <a:cubicBezTo>
                    <a:pt x="1142" y="1321"/>
                    <a:pt x="1142" y="1247"/>
                    <a:pt x="1105" y="1191"/>
                  </a:cubicBezTo>
                  <a:lnTo>
                    <a:pt x="854" y="839"/>
                  </a:lnTo>
                  <a:cubicBezTo>
                    <a:pt x="836" y="820"/>
                    <a:pt x="845" y="801"/>
                    <a:pt x="863" y="783"/>
                  </a:cubicBezTo>
                  <a:lnTo>
                    <a:pt x="1392" y="403"/>
                  </a:lnTo>
                  <a:cubicBezTo>
                    <a:pt x="1399" y="396"/>
                    <a:pt x="1408" y="392"/>
                    <a:pt x="1416" y="392"/>
                  </a:cubicBezTo>
                  <a:cubicBezTo>
                    <a:pt x="1429" y="392"/>
                    <a:pt x="1442" y="400"/>
                    <a:pt x="1448" y="412"/>
                  </a:cubicBezTo>
                  <a:lnTo>
                    <a:pt x="1698" y="755"/>
                  </a:lnTo>
                  <a:cubicBezTo>
                    <a:pt x="1733" y="797"/>
                    <a:pt x="1778" y="818"/>
                    <a:pt x="1826" y="818"/>
                  </a:cubicBezTo>
                  <a:cubicBezTo>
                    <a:pt x="1842" y="818"/>
                    <a:pt x="1858" y="815"/>
                    <a:pt x="1875" y="811"/>
                  </a:cubicBezTo>
                  <a:cubicBezTo>
                    <a:pt x="2023" y="755"/>
                    <a:pt x="2171" y="718"/>
                    <a:pt x="2329" y="699"/>
                  </a:cubicBezTo>
                  <a:cubicBezTo>
                    <a:pt x="2394" y="690"/>
                    <a:pt x="2450" y="644"/>
                    <a:pt x="2468" y="570"/>
                  </a:cubicBezTo>
                  <a:lnTo>
                    <a:pt x="2533" y="152"/>
                  </a:lnTo>
                  <a:cubicBezTo>
                    <a:pt x="2533" y="134"/>
                    <a:pt x="2561" y="115"/>
                    <a:pt x="2580" y="115"/>
                  </a:cubicBezTo>
                  <a:close/>
                  <a:moveTo>
                    <a:pt x="2565" y="0"/>
                  </a:moveTo>
                  <a:cubicBezTo>
                    <a:pt x="2533" y="0"/>
                    <a:pt x="2505" y="11"/>
                    <a:pt x="2478" y="32"/>
                  </a:cubicBezTo>
                  <a:cubicBezTo>
                    <a:pt x="2440" y="50"/>
                    <a:pt x="2422" y="87"/>
                    <a:pt x="2413" y="134"/>
                  </a:cubicBezTo>
                  <a:lnTo>
                    <a:pt x="2348" y="551"/>
                  </a:lnTo>
                  <a:cubicBezTo>
                    <a:pt x="2348" y="570"/>
                    <a:pt x="2329" y="579"/>
                    <a:pt x="2311" y="579"/>
                  </a:cubicBezTo>
                  <a:cubicBezTo>
                    <a:pt x="2153" y="597"/>
                    <a:pt x="1986" y="644"/>
                    <a:pt x="1837" y="699"/>
                  </a:cubicBezTo>
                  <a:cubicBezTo>
                    <a:pt x="1819" y="699"/>
                    <a:pt x="1800" y="699"/>
                    <a:pt x="1791" y="681"/>
                  </a:cubicBezTo>
                  <a:lnTo>
                    <a:pt x="1541" y="338"/>
                  </a:lnTo>
                  <a:cubicBezTo>
                    <a:pt x="1512" y="297"/>
                    <a:pt x="1461" y="275"/>
                    <a:pt x="1412" y="275"/>
                  </a:cubicBezTo>
                  <a:cubicBezTo>
                    <a:pt x="1382" y="275"/>
                    <a:pt x="1352" y="283"/>
                    <a:pt x="1327" y="301"/>
                  </a:cubicBezTo>
                  <a:lnTo>
                    <a:pt x="789" y="690"/>
                  </a:lnTo>
                  <a:cubicBezTo>
                    <a:pt x="724" y="737"/>
                    <a:pt x="706" y="839"/>
                    <a:pt x="752" y="904"/>
                  </a:cubicBezTo>
                  <a:lnTo>
                    <a:pt x="1003" y="1256"/>
                  </a:lnTo>
                  <a:cubicBezTo>
                    <a:pt x="1021" y="1265"/>
                    <a:pt x="1021" y="1284"/>
                    <a:pt x="1003" y="1302"/>
                  </a:cubicBezTo>
                  <a:cubicBezTo>
                    <a:pt x="900" y="1423"/>
                    <a:pt x="817" y="1571"/>
                    <a:pt x="743" y="1720"/>
                  </a:cubicBezTo>
                  <a:cubicBezTo>
                    <a:pt x="743" y="1729"/>
                    <a:pt x="724" y="1738"/>
                    <a:pt x="706" y="1738"/>
                  </a:cubicBezTo>
                  <a:lnTo>
                    <a:pt x="288" y="1673"/>
                  </a:lnTo>
                  <a:cubicBezTo>
                    <a:pt x="277" y="1671"/>
                    <a:pt x="266" y="1670"/>
                    <a:pt x="255" y="1670"/>
                  </a:cubicBezTo>
                  <a:cubicBezTo>
                    <a:pt x="223" y="1670"/>
                    <a:pt x="195" y="1680"/>
                    <a:pt x="168" y="1701"/>
                  </a:cubicBezTo>
                  <a:cubicBezTo>
                    <a:pt x="140" y="1720"/>
                    <a:pt x="112" y="1757"/>
                    <a:pt x="103" y="1803"/>
                  </a:cubicBezTo>
                  <a:lnTo>
                    <a:pt x="1" y="2453"/>
                  </a:lnTo>
                  <a:cubicBezTo>
                    <a:pt x="1" y="2490"/>
                    <a:pt x="10" y="2536"/>
                    <a:pt x="28" y="2564"/>
                  </a:cubicBezTo>
                  <a:cubicBezTo>
                    <a:pt x="56" y="2601"/>
                    <a:pt x="93" y="2620"/>
                    <a:pt x="131" y="2629"/>
                  </a:cubicBezTo>
                  <a:lnTo>
                    <a:pt x="548" y="2694"/>
                  </a:lnTo>
                  <a:cubicBezTo>
                    <a:pt x="567" y="2703"/>
                    <a:pt x="585" y="2712"/>
                    <a:pt x="585" y="2731"/>
                  </a:cubicBezTo>
                  <a:cubicBezTo>
                    <a:pt x="604" y="2898"/>
                    <a:pt x="641" y="3056"/>
                    <a:pt x="696" y="3213"/>
                  </a:cubicBezTo>
                  <a:cubicBezTo>
                    <a:pt x="706" y="3223"/>
                    <a:pt x="696" y="3241"/>
                    <a:pt x="687" y="3251"/>
                  </a:cubicBezTo>
                  <a:lnTo>
                    <a:pt x="344" y="3501"/>
                  </a:lnTo>
                  <a:cubicBezTo>
                    <a:pt x="307" y="3529"/>
                    <a:pt x="288" y="3566"/>
                    <a:pt x="279" y="3603"/>
                  </a:cubicBezTo>
                  <a:cubicBezTo>
                    <a:pt x="270" y="3649"/>
                    <a:pt x="279" y="3687"/>
                    <a:pt x="307" y="3724"/>
                  </a:cubicBezTo>
                  <a:lnTo>
                    <a:pt x="696" y="4252"/>
                  </a:lnTo>
                  <a:cubicBezTo>
                    <a:pt x="715" y="4290"/>
                    <a:pt x="752" y="4308"/>
                    <a:pt x="798" y="4317"/>
                  </a:cubicBezTo>
                  <a:cubicBezTo>
                    <a:pt x="808" y="4320"/>
                    <a:pt x="817" y="4321"/>
                    <a:pt x="826" y="4321"/>
                  </a:cubicBezTo>
                  <a:cubicBezTo>
                    <a:pt x="854" y="4321"/>
                    <a:pt x="882" y="4310"/>
                    <a:pt x="910" y="4290"/>
                  </a:cubicBezTo>
                  <a:lnTo>
                    <a:pt x="1253" y="4039"/>
                  </a:lnTo>
                  <a:cubicBezTo>
                    <a:pt x="1262" y="4034"/>
                    <a:pt x="1272" y="4032"/>
                    <a:pt x="1280" y="4032"/>
                  </a:cubicBezTo>
                  <a:cubicBezTo>
                    <a:pt x="1288" y="4032"/>
                    <a:pt x="1295" y="4034"/>
                    <a:pt x="1299" y="4039"/>
                  </a:cubicBezTo>
                  <a:cubicBezTo>
                    <a:pt x="1429" y="4141"/>
                    <a:pt x="1568" y="4234"/>
                    <a:pt x="1726" y="4299"/>
                  </a:cubicBezTo>
                  <a:cubicBezTo>
                    <a:pt x="1735" y="4308"/>
                    <a:pt x="1745" y="4327"/>
                    <a:pt x="1745" y="4345"/>
                  </a:cubicBezTo>
                  <a:lnTo>
                    <a:pt x="1670" y="4763"/>
                  </a:lnTo>
                  <a:cubicBezTo>
                    <a:pt x="1670" y="4800"/>
                    <a:pt x="1680" y="4846"/>
                    <a:pt x="1698" y="4874"/>
                  </a:cubicBezTo>
                  <a:cubicBezTo>
                    <a:pt x="1726" y="4911"/>
                    <a:pt x="1763" y="4930"/>
                    <a:pt x="1800" y="4939"/>
                  </a:cubicBezTo>
                  <a:lnTo>
                    <a:pt x="2450" y="5041"/>
                  </a:lnTo>
                  <a:cubicBezTo>
                    <a:pt x="2459" y="5041"/>
                    <a:pt x="2468" y="5050"/>
                    <a:pt x="2478" y="5050"/>
                  </a:cubicBezTo>
                  <a:cubicBezTo>
                    <a:pt x="2515" y="5050"/>
                    <a:pt x="2542" y="5041"/>
                    <a:pt x="2570" y="5013"/>
                  </a:cubicBezTo>
                  <a:cubicBezTo>
                    <a:pt x="2598" y="4995"/>
                    <a:pt x="2626" y="4957"/>
                    <a:pt x="2635" y="4911"/>
                  </a:cubicBezTo>
                  <a:lnTo>
                    <a:pt x="2700" y="4494"/>
                  </a:lnTo>
                  <a:cubicBezTo>
                    <a:pt x="2700" y="4475"/>
                    <a:pt x="2719" y="4466"/>
                    <a:pt x="2728" y="4466"/>
                  </a:cubicBezTo>
                  <a:cubicBezTo>
                    <a:pt x="2895" y="4447"/>
                    <a:pt x="3062" y="4401"/>
                    <a:pt x="3210" y="4345"/>
                  </a:cubicBezTo>
                  <a:cubicBezTo>
                    <a:pt x="3229" y="4345"/>
                    <a:pt x="3247" y="4345"/>
                    <a:pt x="3257" y="4364"/>
                  </a:cubicBezTo>
                  <a:lnTo>
                    <a:pt x="3507" y="4707"/>
                  </a:lnTo>
                  <a:cubicBezTo>
                    <a:pt x="3536" y="4747"/>
                    <a:pt x="3587" y="4770"/>
                    <a:pt x="3636" y="4770"/>
                  </a:cubicBezTo>
                  <a:cubicBezTo>
                    <a:pt x="3666" y="4770"/>
                    <a:pt x="3696" y="4762"/>
                    <a:pt x="3721" y="4744"/>
                  </a:cubicBezTo>
                  <a:lnTo>
                    <a:pt x="4259" y="4354"/>
                  </a:lnTo>
                  <a:cubicBezTo>
                    <a:pt x="4324" y="4299"/>
                    <a:pt x="4342" y="4206"/>
                    <a:pt x="4286" y="4132"/>
                  </a:cubicBezTo>
                  <a:lnTo>
                    <a:pt x="4036" y="3789"/>
                  </a:lnTo>
                  <a:cubicBezTo>
                    <a:pt x="4027" y="3779"/>
                    <a:pt x="4027" y="3761"/>
                    <a:pt x="4036" y="3742"/>
                  </a:cubicBezTo>
                  <a:cubicBezTo>
                    <a:pt x="4147" y="3622"/>
                    <a:pt x="4231" y="3473"/>
                    <a:pt x="4296" y="3325"/>
                  </a:cubicBezTo>
                  <a:cubicBezTo>
                    <a:pt x="4303" y="3311"/>
                    <a:pt x="4314" y="3303"/>
                    <a:pt x="4327" y="3303"/>
                  </a:cubicBezTo>
                  <a:cubicBezTo>
                    <a:pt x="4332" y="3303"/>
                    <a:pt x="4337" y="3304"/>
                    <a:pt x="4342" y="3306"/>
                  </a:cubicBezTo>
                  <a:lnTo>
                    <a:pt x="4760" y="3371"/>
                  </a:lnTo>
                  <a:cubicBezTo>
                    <a:pt x="4771" y="3373"/>
                    <a:pt x="4782" y="3375"/>
                    <a:pt x="4793" y="3375"/>
                  </a:cubicBezTo>
                  <a:cubicBezTo>
                    <a:pt x="4825" y="3375"/>
                    <a:pt x="4852" y="3364"/>
                    <a:pt x="4880" y="3343"/>
                  </a:cubicBezTo>
                  <a:cubicBezTo>
                    <a:pt x="4908" y="3315"/>
                    <a:pt x="4936" y="3278"/>
                    <a:pt x="4936" y="3241"/>
                  </a:cubicBezTo>
                  <a:lnTo>
                    <a:pt x="5047" y="2592"/>
                  </a:lnTo>
                  <a:cubicBezTo>
                    <a:pt x="5056" y="2508"/>
                    <a:pt x="5001" y="2425"/>
                    <a:pt x="4917" y="2416"/>
                  </a:cubicBezTo>
                  <a:lnTo>
                    <a:pt x="4491" y="2351"/>
                  </a:lnTo>
                  <a:cubicBezTo>
                    <a:pt x="4481" y="2341"/>
                    <a:pt x="4463" y="2332"/>
                    <a:pt x="4463" y="2314"/>
                  </a:cubicBezTo>
                  <a:cubicBezTo>
                    <a:pt x="4444" y="2147"/>
                    <a:pt x="4407" y="1989"/>
                    <a:pt x="4351" y="1831"/>
                  </a:cubicBezTo>
                  <a:cubicBezTo>
                    <a:pt x="4342" y="1822"/>
                    <a:pt x="4351" y="1803"/>
                    <a:pt x="4361" y="1794"/>
                  </a:cubicBezTo>
                  <a:lnTo>
                    <a:pt x="4704" y="1544"/>
                  </a:lnTo>
                  <a:cubicBezTo>
                    <a:pt x="4741" y="1516"/>
                    <a:pt x="4760" y="1479"/>
                    <a:pt x="4769" y="1442"/>
                  </a:cubicBezTo>
                  <a:cubicBezTo>
                    <a:pt x="4778" y="1395"/>
                    <a:pt x="4769" y="1358"/>
                    <a:pt x="4741" y="1321"/>
                  </a:cubicBezTo>
                  <a:lnTo>
                    <a:pt x="4351" y="792"/>
                  </a:lnTo>
                  <a:cubicBezTo>
                    <a:pt x="4333" y="755"/>
                    <a:pt x="4296" y="737"/>
                    <a:pt x="4249" y="727"/>
                  </a:cubicBezTo>
                  <a:cubicBezTo>
                    <a:pt x="4240" y="725"/>
                    <a:pt x="4230" y="724"/>
                    <a:pt x="4220" y="724"/>
                  </a:cubicBezTo>
                  <a:cubicBezTo>
                    <a:pt x="4190" y="724"/>
                    <a:pt x="4159" y="734"/>
                    <a:pt x="4138" y="755"/>
                  </a:cubicBezTo>
                  <a:lnTo>
                    <a:pt x="3795" y="1006"/>
                  </a:lnTo>
                  <a:cubicBezTo>
                    <a:pt x="3786" y="1010"/>
                    <a:pt x="3776" y="1013"/>
                    <a:pt x="3768" y="1013"/>
                  </a:cubicBezTo>
                  <a:cubicBezTo>
                    <a:pt x="3760" y="1013"/>
                    <a:pt x="3753" y="1010"/>
                    <a:pt x="3748" y="1006"/>
                  </a:cubicBezTo>
                  <a:cubicBezTo>
                    <a:pt x="3619" y="904"/>
                    <a:pt x="3479" y="811"/>
                    <a:pt x="3322" y="746"/>
                  </a:cubicBezTo>
                  <a:cubicBezTo>
                    <a:pt x="3312" y="737"/>
                    <a:pt x="3303" y="718"/>
                    <a:pt x="3303" y="709"/>
                  </a:cubicBezTo>
                  <a:lnTo>
                    <a:pt x="3368" y="282"/>
                  </a:lnTo>
                  <a:cubicBezTo>
                    <a:pt x="3387" y="199"/>
                    <a:pt x="3331" y="124"/>
                    <a:pt x="3247" y="106"/>
                  </a:cubicBezTo>
                  <a:lnTo>
                    <a:pt x="2598" y="4"/>
                  </a:lnTo>
                  <a:cubicBezTo>
                    <a:pt x="2587" y="1"/>
                    <a:pt x="2576" y="0"/>
                    <a:pt x="2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3">
              <a:extLst>
                <a:ext uri="{FF2B5EF4-FFF2-40B4-BE49-F238E27FC236}">
                  <a16:creationId xmlns:a16="http://schemas.microsoft.com/office/drawing/2014/main" id="{44481178-9139-DE12-D8AA-CA826CE8F51A}"/>
                </a:ext>
              </a:extLst>
            </p:cNvPr>
            <p:cNvSpPr/>
            <p:nvPr/>
          </p:nvSpPr>
          <p:spPr>
            <a:xfrm>
              <a:off x="2058200" y="2676025"/>
              <a:ext cx="27400" cy="28550"/>
            </a:xfrm>
            <a:custGeom>
              <a:avLst/>
              <a:gdLst/>
              <a:ahLst/>
              <a:cxnLst/>
              <a:rect l="l" t="t" r="r" b="b"/>
              <a:pathLst>
                <a:path w="1096" h="1142" extrusionOk="0">
                  <a:moveTo>
                    <a:pt x="956" y="0"/>
                  </a:moveTo>
                  <a:cubicBezTo>
                    <a:pt x="937" y="0"/>
                    <a:pt x="910" y="9"/>
                    <a:pt x="891" y="19"/>
                  </a:cubicBezTo>
                  <a:lnTo>
                    <a:pt x="75" y="445"/>
                  </a:lnTo>
                  <a:cubicBezTo>
                    <a:pt x="28" y="473"/>
                    <a:pt x="0" y="520"/>
                    <a:pt x="0" y="566"/>
                  </a:cubicBezTo>
                  <a:cubicBezTo>
                    <a:pt x="0" y="612"/>
                    <a:pt x="38" y="659"/>
                    <a:pt x="75" y="687"/>
                  </a:cubicBezTo>
                  <a:lnTo>
                    <a:pt x="84" y="687"/>
                  </a:lnTo>
                  <a:lnTo>
                    <a:pt x="891" y="1132"/>
                  </a:lnTo>
                  <a:cubicBezTo>
                    <a:pt x="910" y="1141"/>
                    <a:pt x="937" y="1141"/>
                    <a:pt x="956" y="1141"/>
                  </a:cubicBezTo>
                  <a:cubicBezTo>
                    <a:pt x="1030" y="1141"/>
                    <a:pt x="1086" y="1085"/>
                    <a:pt x="1086" y="1011"/>
                  </a:cubicBezTo>
                  <a:cubicBezTo>
                    <a:pt x="1086" y="956"/>
                    <a:pt x="1067" y="909"/>
                    <a:pt x="1021" y="891"/>
                  </a:cubicBezTo>
                  <a:lnTo>
                    <a:pt x="427" y="566"/>
                  </a:lnTo>
                  <a:lnTo>
                    <a:pt x="1021" y="260"/>
                  </a:lnTo>
                  <a:cubicBezTo>
                    <a:pt x="1067" y="232"/>
                    <a:pt x="1095" y="186"/>
                    <a:pt x="1095" y="139"/>
                  </a:cubicBezTo>
                  <a:cubicBezTo>
                    <a:pt x="1095" y="65"/>
                    <a:pt x="1030" y="0"/>
                    <a:pt x="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3">
              <a:extLst>
                <a:ext uri="{FF2B5EF4-FFF2-40B4-BE49-F238E27FC236}">
                  <a16:creationId xmlns:a16="http://schemas.microsoft.com/office/drawing/2014/main" id="{F3DDC6B7-2994-8B11-3459-D207E7DB2DBA}"/>
                </a:ext>
              </a:extLst>
            </p:cNvPr>
            <p:cNvSpPr/>
            <p:nvPr/>
          </p:nvSpPr>
          <p:spPr>
            <a:xfrm>
              <a:off x="2088825" y="2662325"/>
              <a:ext cx="22975" cy="53375"/>
            </a:xfrm>
            <a:custGeom>
              <a:avLst/>
              <a:gdLst/>
              <a:ahLst/>
              <a:cxnLst/>
              <a:rect l="l" t="t" r="r" b="b"/>
              <a:pathLst>
                <a:path w="919" h="2135" extrusionOk="0">
                  <a:moveTo>
                    <a:pt x="751" y="1"/>
                  </a:moveTo>
                  <a:cubicBezTo>
                    <a:pt x="677" y="1"/>
                    <a:pt x="612" y="47"/>
                    <a:pt x="584" y="121"/>
                  </a:cubicBezTo>
                  <a:lnTo>
                    <a:pt x="9" y="1921"/>
                  </a:lnTo>
                  <a:cubicBezTo>
                    <a:pt x="0" y="1930"/>
                    <a:pt x="0" y="1949"/>
                    <a:pt x="0" y="1967"/>
                  </a:cubicBezTo>
                  <a:cubicBezTo>
                    <a:pt x="0" y="2042"/>
                    <a:pt x="46" y="2107"/>
                    <a:pt x="121" y="2134"/>
                  </a:cubicBezTo>
                  <a:lnTo>
                    <a:pt x="167" y="2134"/>
                  </a:lnTo>
                  <a:cubicBezTo>
                    <a:pt x="241" y="2134"/>
                    <a:pt x="306" y="2088"/>
                    <a:pt x="325" y="2023"/>
                  </a:cubicBezTo>
                  <a:lnTo>
                    <a:pt x="909" y="242"/>
                  </a:lnTo>
                  <a:cubicBezTo>
                    <a:pt x="909" y="223"/>
                    <a:pt x="918" y="205"/>
                    <a:pt x="918" y="186"/>
                  </a:cubicBezTo>
                  <a:cubicBezTo>
                    <a:pt x="918" y="84"/>
                    <a:pt x="844" y="1"/>
                    <a:pt x="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3">
              <a:extLst>
                <a:ext uri="{FF2B5EF4-FFF2-40B4-BE49-F238E27FC236}">
                  <a16:creationId xmlns:a16="http://schemas.microsoft.com/office/drawing/2014/main" id="{0A253E9A-7859-E1CB-F8DA-10B9AC11ED4A}"/>
                </a:ext>
              </a:extLst>
            </p:cNvPr>
            <p:cNvSpPr/>
            <p:nvPr/>
          </p:nvSpPr>
          <p:spPr>
            <a:xfrm>
              <a:off x="2114100" y="2676025"/>
              <a:ext cx="27150" cy="28550"/>
            </a:xfrm>
            <a:custGeom>
              <a:avLst/>
              <a:gdLst/>
              <a:ahLst/>
              <a:cxnLst/>
              <a:rect l="l" t="t" r="r" b="b"/>
              <a:pathLst>
                <a:path w="1086" h="1142" extrusionOk="0">
                  <a:moveTo>
                    <a:pt x="130" y="0"/>
                  </a:moveTo>
                  <a:cubicBezTo>
                    <a:pt x="56" y="0"/>
                    <a:pt x="0" y="65"/>
                    <a:pt x="0" y="139"/>
                  </a:cubicBezTo>
                  <a:cubicBezTo>
                    <a:pt x="0" y="186"/>
                    <a:pt x="19" y="232"/>
                    <a:pt x="65" y="260"/>
                  </a:cubicBezTo>
                  <a:lnTo>
                    <a:pt x="659" y="566"/>
                  </a:lnTo>
                  <a:lnTo>
                    <a:pt x="74" y="891"/>
                  </a:lnTo>
                  <a:cubicBezTo>
                    <a:pt x="28" y="909"/>
                    <a:pt x="0" y="956"/>
                    <a:pt x="0" y="1011"/>
                  </a:cubicBezTo>
                  <a:cubicBezTo>
                    <a:pt x="0" y="1076"/>
                    <a:pt x="56" y="1141"/>
                    <a:pt x="130" y="1141"/>
                  </a:cubicBezTo>
                  <a:cubicBezTo>
                    <a:pt x="158" y="1141"/>
                    <a:pt x="176" y="1141"/>
                    <a:pt x="195" y="1132"/>
                  </a:cubicBezTo>
                  <a:lnTo>
                    <a:pt x="1002" y="687"/>
                  </a:lnTo>
                  <a:lnTo>
                    <a:pt x="1011" y="687"/>
                  </a:lnTo>
                  <a:cubicBezTo>
                    <a:pt x="1058" y="659"/>
                    <a:pt x="1086" y="612"/>
                    <a:pt x="1086" y="566"/>
                  </a:cubicBezTo>
                  <a:cubicBezTo>
                    <a:pt x="1086" y="520"/>
                    <a:pt x="1058" y="473"/>
                    <a:pt x="1011" y="445"/>
                  </a:cubicBezTo>
                  <a:lnTo>
                    <a:pt x="195" y="19"/>
                  </a:lnTo>
                  <a:cubicBezTo>
                    <a:pt x="176" y="9"/>
                    <a:pt x="158"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3">
              <a:extLst>
                <a:ext uri="{FF2B5EF4-FFF2-40B4-BE49-F238E27FC236}">
                  <a16:creationId xmlns:a16="http://schemas.microsoft.com/office/drawing/2014/main" id="{7CB5F9D0-C2FE-D119-7B7B-39F45553A12F}"/>
                </a:ext>
              </a:extLst>
            </p:cNvPr>
            <p:cNvSpPr/>
            <p:nvPr/>
          </p:nvSpPr>
          <p:spPr>
            <a:xfrm>
              <a:off x="2002300" y="2589050"/>
              <a:ext cx="99050" cy="81425"/>
            </a:xfrm>
            <a:custGeom>
              <a:avLst/>
              <a:gdLst/>
              <a:ahLst/>
              <a:cxnLst/>
              <a:rect l="l" t="t" r="r" b="b"/>
              <a:pathLst>
                <a:path w="3962" h="3257" extrusionOk="0">
                  <a:moveTo>
                    <a:pt x="3906" y="0"/>
                  </a:moveTo>
                  <a:cubicBezTo>
                    <a:pt x="3535" y="0"/>
                    <a:pt x="3164" y="56"/>
                    <a:pt x="2802" y="158"/>
                  </a:cubicBezTo>
                  <a:cubicBezTo>
                    <a:pt x="1402" y="557"/>
                    <a:pt x="307" y="1744"/>
                    <a:pt x="1" y="3182"/>
                  </a:cubicBezTo>
                  <a:cubicBezTo>
                    <a:pt x="1" y="3219"/>
                    <a:pt x="19" y="3247"/>
                    <a:pt x="47" y="3256"/>
                  </a:cubicBezTo>
                  <a:lnTo>
                    <a:pt x="66" y="3256"/>
                  </a:lnTo>
                  <a:cubicBezTo>
                    <a:pt x="94" y="3256"/>
                    <a:pt x="112" y="3238"/>
                    <a:pt x="121" y="3210"/>
                  </a:cubicBezTo>
                  <a:cubicBezTo>
                    <a:pt x="409" y="1809"/>
                    <a:pt x="1476" y="659"/>
                    <a:pt x="2830" y="269"/>
                  </a:cubicBezTo>
                  <a:cubicBezTo>
                    <a:pt x="3183" y="167"/>
                    <a:pt x="3545" y="112"/>
                    <a:pt x="3906" y="112"/>
                  </a:cubicBezTo>
                  <a:cubicBezTo>
                    <a:pt x="3943" y="112"/>
                    <a:pt x="3962" y="93"/>
                    <a:pt x="3962" y="56"/>
                  </a:cubicBezTo>
                  <a:cubicBezTo>
                    <a:pt x="3962" y="28"/>
                    <a:pt x="3943" y="0"/>
                    <a:pt x="3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3">
              <a:extLst>
                <a:ext uri="{FF2B5EF4-FFF2-40B4-BE49-F238E27FC236}">
                  <a16:creationId xmlns:a16="http://schemas.microsoft.com/office/drawing/2014/main" id="{49FB919E-C7E0-BFF3-9328-462F3377643E}"/>
                </a:ext>
              </a:extLst>
            </p:cNvPr>
            <p:cNvSpPr/>
            <p:nvPr/>
          </p:nvSpPr>
          <p:spPr>
            <a:xfrm>
              <a:off x="2000925" y="2593400"/>
              <a:ext cx="203875" cy="194875"/>
            </a:xfrm>
            <a:custGeom>
              <a:avLst/>
              <a:gdLst/>
              <a:ahLst/>
              <a:cxnLst/>
              <a:rect l="l" t="t" r="r" b="b"/>
              <a:pathLst>
                <a:path w="8155" h="7795" extrusionOk="0">
                  <a:moveTo>
                    <a:pt x="5133" y="0"/>
                  </a:moveTo>
                  <a:cubicBezTo>
                    <a:pt x="5109" y="0"/>
                    <a:pt x="5082" y="17"/>
                    <a:pt x="5075" y="40"/>
                  </a:cubicBezTo>
                  <a:cubicBezTo>
                    <a:pt x="5065" y="77"/>
                    <a:pt x="5084" y="105"/>
                    <a:pt x="5112" y="114"/>
                  </a:cubicBezTo>
                  <a:cubicBezTo>
                    <a:pt x="6568" y="568"/>
                    <a:pt x="7626" y="1839"/>
                    <a:pt x="7802" y="3351"/>
                  </a:cubicBezTo>
                  <a:cubicBezTo>
                    <a:pt x="8034" y="5216"/>
                    <a:pt x="6846" y="7006"/>
                    <a:pt x="5037" y="7526"/>
                  </a:cubicBezTo>
                  <a:cubicBezTo>
                    <a:pt x="4682" y="7628"/>
                    <a:pt x="4319" y="7679"/>
                    <a:pt x="3958" y="7679"/>
                  </a:cubicBezTo>
                  <a:cubicBezTo>
                    <a:pt x="3207" y="7679"/>
                    <a:pt x="2467" y="7460"/>
                    <a:pt x="1828" y="7034"/>
                  </a:cubicBezTo>
                  <a:cubicBezTo>
                    <a:pt x="881" y="6413"/>
                    <a:pt x="260" y="5402"/>
                    <a:pt x="121" y="4270"/>
                  </a:cubicBezTo>
                  <a:cubicBezTo>
                    <a:pt x="121" y="4233"/>
                    <a:pt x="93" y="4214"/>
                    <a:pt x="56" y="4214"/>
                  </a:cubicBezTo>
                  <a:cubicBezTo>
                    <a:pt x="28" y="4223"/>
                    <a:pt x="0" y="4251"/>
                    <a:pt x="9" y="4279"/>
                  </a:cubicBezTo>
                  <a:cubicBezTo>
                    <a:pt x="149" y="5448"/>
                    <a:pt x="789" y="6487"/>
                    <a:pt x="1763" y="7136"/>
                  </a:cubicBezTo>
                  <a:cubicBezTo>
                    <a:pt x="2421" y="7572"/>
                    <a:pt x="3182" y="7795"/>
                    <a:pt x="3961" y="7795"/>
                  </a:cubicBezTo>
                  <a:cubicBezTo>
                    <a:pt x="4332" y="7795"/>
                    <a:pt x="4703" y="7739"/>
                    <a:pt x="5075" y="7637"/>
                  </a:cubicBezTo>
                  <a:cubicBezTo>
                    <a:pt x="6930" y="7108"/>
                    <a:pt x="8154" y="5253"/>
                    <a:pt x="7922" y="3333"/>
                  </a:cubicBezTo>
                  <a:cubicBezTo>
                    <a:pt x="7728" y="1774"/>
                    <a:pt x="6642" y="476"/>
                    <a:pt x="5149" y="3"/>
                  </a:cubicBezTo>
                  <a:cubicBezTo>
                    <a:pt x="5144" y="1"/>
                    <a:pt x="5139" y="0"/>
                    <a:pt x="51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3">
              <a:extLst>
                <a:ext uri="{FF2B5EF4-FFF2-40B4-BE49-F238E27FC236}">
                  <a16:creationId xmlns:a16="http://schemas.microsoft.com/office/drawing/2014/main" id="{1A3EA029-0B4B-5D77-2530-65411472FAB5}"/>
                </a:ext>
              </a:extLst>
            </p:cNvPr>
            <p:cNvSpPr/>
            <p:nvPr/>
          </p:nvSpPr>
          <p:spPr>
            <a:xfrm>
              <a:off x="2012975" y="2606000"/>
              <a:ext cx="173975" cy="165350"/>
            </a:xfrm>
            <a:custGeom>
              <a:avLst/>
              <a:gdLst/>
              <a:ahLst/>
              <a:cxnLst/>
              <a:rect l="l" t="t" r="r" b="b"/>
              <a:pathLst>
                <a:path w="6959" h="6614" extrusionOk="0">
                  <a:moveTo>
                    <a:pt x="3479" y="83"/>
                  </a:moveTo>
                  <a:cubicBezTo>
                    <a:pt x="4110" y="83"/>
                    <a:pt x="4732" y="269"/>
                    <a:pt x="5260" y="621"/>
                  </a:cubicBezTo>
                  <a:cubicBezTo>
                    <a:pt x="6049" y="1141"/>
                    <a:pt x="6559" y="1985"/>
                    <a:pt x="6680" y="2922"/>
                  </a:cubicBezTo>
                  <a:cubicBezTo>
                    <a:pt x="6865" y="4480"/>
                    <a:pt x="5882" y="5974"/>
                    <a:pt x="4379" y="6400"/>
                  </a:cubicBezTo>
                  <a:cubicBezTo>
                    <a:pt x="4083" y="6484"/>
                    <a:pt x="3780" y="6526"/>
                    <a:pt x="3480" y="6526"/>
                  </a:cubicBezTo>
                  <a:cubicBezTo>
                    <a:pt x="2851" y="6526"/>
                    <a:pt x="2232" y="6344"/>
                    <a:pt x="1698" y="5992"/>
                  </a:cubicBezTo>
                  <a:cubicBezTo>
                    <a:pt x="919" y="5473"/>
                    <a:pt x="399" y="4629"/>
                    <a:pt x="279" y="3692"/>
                  </a:cubicBezTo>
                  <a:cubicBezTo>
                    <a:pt x="93" y="2133"/>
                    <a:pt x="1086" y="640"/>
                    <a:pt x="2589" y="213"/>
                  </a:cubicBezTo>
                  <a:cubicBezTo>
                    <a:pt x="2886" y="129"/>
                    <a:pt x="3182" y="83"/>
                    <a:pt x="3479" y="83"/>
                  </a:cubicBezTo>
                  <a:close/>
                  <a:moveTo>
                    <a:pt x="3477" y="0"/>
                  </a:moveTo>
                  <a:cubicBezTo>
                    <a:pt x="3171" y="0"/>
                    <a:pt x="2863" y="43"/>
                    <a:pt x="2561" y="129"/>
                  </a:cubicBezTo>
                  <a:cubicBezTo>
                    <a:pt x="1021" y="575"/>
                    <a:pt x="1" y="2105"/>
                    <a:pt x="195" y="3701"/>
                  </a:cubicBezTo>
                  <a:cubicBezTo>
                    <a:pt x="316" y="4666"/>
                    <a:pt x="845" y="5528"/>
                    <a:pt x="1652" y="6066"/>
                  </a:cubicBezTo>
                  <a:cubicBezTo>
                    <a:pt x="2199" y="6428"/>
                    <a:pt x="2839" y="6614"/>
                    <a:pt x="3479" y="6614"/>
                  </a:cubicBezTo>
                  <a:cubicBezTo>
                    <a:pt x="3785" y="6614"/>
                    <a:pt x="4101" y="6567"/>
                    <a:pt x="4398" y="6484"/>
                  </a:cubicBezTo>
                  <a:cubicBezTo>
                    <a:pt x="5938" y="6039"/>
                    <a:pt x="6958" y="4508"/>
                    <a:pt x="6763" y="2912"/>
                  </a:cubicBezTo>
                  <a:cubicBezTo>
                    <a:pt x="6643" y="1948"/>
                    <a:pt x="6114" y="1085"/>
                    <a:pt x="5307" y="547"/>
                  </a:cubicBezTo>
                  <a:cubicBezTo>
                    <a:pt x="4760" y="188"/>
                    <a:pt x="4123" y="0"/>
                    <a:pt x="34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3">
              <a:extLst>
                <a:ext uri="{FF2B5EF4-FFF2-40B4-BE49-F238E27FC236}">
                  <a16:creationId xmlns:a16="http://schemas.microsoft.com/office/drawing/2014/main" id="{A1677F18-04B0-0C34-37DE-A0EF5A4674E6}"/>
                </a:ext>
              </a:extLst>
            </p:cNvPr>
            <p:cNvSpPr/>
            <p:nvPr/>
          </p:nvSpPr>
          <p:spPr>
            <a:xfrm>
              <a:off x="2033850" y="2508575"/>
              <a:ext cx="13250" cy="56600"/>
            </a:xfrm>
            <a:custGeom>
              <a:avLst/>
              <a:gdLst/>
              <a:ahLst/>
              <a:cxnLst/>
              <a:rect l="l" t="t" r="r" b="b"/>
              <a:pathLst>
                <a:path w="530" h="2264" extrusionOk="0">
                  <a:moveTo>
                    <a:pt x="232" y="0"/>
                  </a:moveTo>
                  <a:cubicBezTo>
                    <a:pt x="102" y="0"/>
                    <a:pt x="0" y="102"/>
                    <a:pt x="0" y="232"/>
                  </a:cubicBezTo>
                  <a:lnTo>
                    <a:pt x="0" y="2023"/>
                  </a:lnTo>
                  <a:cubicBezTo>
                    <a:pt x="0" y="2152"/>
                    <a:pt x="102" y="2264"/>
                    <a:pt x="232" y="2264"/>
                  </a:cubicBezTo>
                  <a:lnTo>
                    <a:pt x="288" y="2264"/>
                  </a:lnTo>
                  <a:cubicBezTo>
                    <a:pt x="418" y="2264"/>
                    <a:pt x="529" y="2152"/>
                    <a:pt x="520" y="2023"/>
                  </a:cubicBezTo>
                  <a:lnTo>
                    <a:pt x="520" y="232"/>
                  </a:lnTo>
                  <a:cubicBezTo>
                    <a:pt x="520" y="102"/>
                    <a:pt x="418"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3">
              <a:extLst>
                <a:ext uri="{FF2B5EF4-FFF2-40B4-BE49-F238E27FC236}">
                  <a16:creationId xmlns:a16="http://schemas.microsoft.com/office/drawing/2014/main" id="{A68B08F0-F2A1-85C5-5D23-9A9E58FD9E73}"/>
                </a:ext>
              </a:extLst>
            </p:cNvPr>
            <p:cNvSpPr/>
            <p:nvPr/>
          </p:nvSpPr>
          <p:spPr>
            <a:xfrm>
              <a:off x="2032450" y="2507175"/>
              <a:ext cx="16025" cy="59400"/>
            </a:xfrm>
            <a:custGeom>
              <a:avLst/>
              <a:gdLst/>
              <a:ahLst/>
              <a:cxnLst/>
              <a:rect l="l" t="t" r="r" b="b"/>
              <a:pathLst>
                <a:path w="641" h="2376" extrusionOk="0">
                  <a:moveTo>
                    <a:pt x="344" y="112"/>
                  </a:moveTo>
                  <a:cubicBezTo>
                    <a:pt x="446" y="112"/>
                    <a:pt x="520" y="195"/>
                    <a:pt x="520" y="288"/>
                  </a:cubicBezTo>
                  <a:lnTo>
                    <a:pt x="520" y="2079"/>
                  </a:lnTo>
                  <a:cubicBezTo>
                    <a:pt x="520" y="2181"/>
                    <a:pt x="446" y="2255"/>
                    <a:pt x="344" y="2255"/>
                  </a:cubicBezTo>
                  <a:lnTo>
                    <a:pt x="298" y="2255"/>
                  </a:lnTo>
                  <a:cubicBezTo>
                    <a:pt x="196" y="2255"/>
                    <a:pt x="121" y="2181"/>
                    <a:pt x="121" y="2079"/>
                  </a:cubicBezTo>
                  <a:lnTo>
                    <a:pt x="121" y="288"/>
                  </a:lnTo>
                  <a:cubicBezTo>
                    <a:pt x="121" y="195"/>
                    <a:pt x="196" y="112"/>
                    <a:pt x="298" y="112"/>
                  </a:cubicBezTo>
                  <a:close/>
                  <a:moveTo>
                    <a:pt x="288" y="1"/>
                  </a:moveTo>
                  <a:cubicBezTo>
                    <a:pt x="131" y="1"/>
                    <a:pt x="1" y="131"/>
                    <a:pt x="1" y="288"/>
                  </a:cubicBezTo>
                  <a:lnTo>
                    <a:pt x="1" y="2079"/>
                  </a:lnTo>
                  <a:cubicBezTo>
                    <a:pt x="1" y="2246"/>
                    <a:pt x="131" y="2375"/>
                    <a:pt x="288" y="2375"/>
                  </a:cubicBezTo>
                  <a:lnTo>
                    <a:pt x="344" y="2375"/>
                  </a:lnTo>
                  <a:cubicBezTo>
                    <a:pt x="511" y="2375"/>
                    <a:pt x="641" y="2246"/>
                    <a:pt x="641" y="2079"/>
                  </a:cubicBezTo>
                  <a:lnTo>
                    <a:pt x="641" y="288"/>
                  </a:lnTo>
                  <a:cubicBezTo>
                    <a:pt x="641" y="131"/>
                    <a:pt x="502" y="1"/>
                    <a:pt x="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3">
              <a:extLst>
                <a:ext uri="{FF2B5EF4-FFF2-40B4-BE49-F238E27FC236}">
                  <a16:creationId xmlns:a16="http://schemas.microsoft.com/office/drawing/2014/main" id="{52854BA2-40EA-3E18-B896-E82C76B13404}"/>
                </a:ext>
              </a:extLst>
            </p:cNvPr>
            <p:cNvSpPr/>
            <p:nvPr/>
          </p:nvSpPr>
          <p:spPr>
            <a:xfrm>
              <a:off x="1764350" y="2410475"/>
              <a:ext cx="53850" cy="477775"/>
            </a:xfrm>
            <a:custGeom>
              <a:avLst/>
              <a:gdLst/>
              <a:ahLst/>
              <a:cxnLst/>
              <a:rect l="l" t="t" r="r" b="b"/>
              <a:pathLst>
                <a:path w="2154" h="19111" extrusionOk="0">
                  <a:moveTo>
                    <a:pt x="1615" y="0"/>
                  </a:moveTo>
                  <a:cubicBezTo>
                    <a:pt x="725" y="0"/>
                    <a:pt x="1" y="724"/>
                    <a:pt x="1" y="1614"/>
                  </a:cubicBezTo>
                  <a:lnTo>
                    <a:pt x="1" y="17496"/>
                  </a:lnTo>
                  <a:cubicBezTo>
                    <a:pt x="1" y="18387"/>
                    <a:pt x="725" y="19110"/>
                    <a:pt x="1615" y="19110"/>
                  </a:cubicBezTo>
                  <a:lnTo>
                    <a:pt x="2153" y="19110"/>
                  </a:lnTo>
                  <a:cubicBezTo>
                    <a:pt x="1272" y="19110"/>
                    <a:pt x="558" y="18396"/>
                    <a:pt x="558" y="17505"/>
                  </a:cubicBezTo>
                  <a:lnTo>
                    <a:pt x="558" y="1605"/>
                  </a:lnTo>
                  <a:cubicBezTo>
                    <a:pt x="558" y="724"/>
                    <a:pt x="1272" y="0"/>
                    <a:pt x="2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3">
              <a:extLst>
                <a:ext uri="{FF2B5EF4-FFF2-40B4-BE49-F238E27FC236}">
                  <a16:creationId xmlns:a16="http://schemas.microsoft.com/office/drawing/2014/main" id="{AA6444A1-8E66-D524-4748-6F71E71004FC}"/>
                </a:ext>
              </a:extLst>
            </p:cNvPr>
            <p:cNvSpPr/>
            <p:nvPr/>
          </p:nvSpPr>
          <p:spPr>
            <a:xfrm>
              <a:off x="1762975" y="2409075"/>
              <a:ext cx="55225" cy="480550"/>
            </a:xfrm>
            <a:custGeom>
              <a:avLst/>
              <a:gdLst/>
              <a:ahLst/>
              <a:cxnLst/>
              <a:rect l="l" t="t" r="r" b="b"/>
              <a:pathLst>
                <a:path w="2209" h="19222" extrusionOk="0">
                  <a:moveTo>
                    <a:pt x="1596" y="121"/>
                  </a:moveTo>
                  <a:lnTo>
                    <a:pt x="1596" y="121"/>
                  </a:lnTo>
                  <a:cubicBezTo>
                    <a:pt x="984" y="362"/>
                    <a:pt x="548" y="965"/>
                    <a:pt x="548" y="1661"/>
                  </a:cubicBezTo>
                  <a:lnTo>
                    <a:pt x="548" y="17561"/>
                  </a:lnTo>
                  <a:cubicBezTo>
                    <a:pt x="548" y="18266"/>
                    <a:pt x="984" y="18860"/>
                    <a:pt x="1596" y="19110"/>
                  </a:cubicBezTo>
                  <a:cubicBezTo>
                    <a:pt x="770" y="19073"/>
                    <a:pt x="112" y="18387"/>
                    <a:pt x="112" y="17552"/>
                  </a:cubicBezTo>
                  <a:lnTo>
                    <a:pt x="112" y="1670"/>
                  </a:lnTo>
                  <a:cubicBezTo>
                    <a:pt x="112" y="836"/>
                    <a:pt x="770" y="158"/>
                    <a:pt x="1596" y="121"/>
                  </a:cubicBezTo>
                  <a:close/>
                  <a:moveTo>
                    <a:pt x="1670" y="1"/>
                  </a:moveTo>
                  <a:cubicBezTo>
                    <a:pt x="742" y="1"/>
                    <a:pt x="0" y="752"/>
                    <a:pt x="0" y="1670"/>
                  </a:cubicBezTo>
                  <a:lnTo>
                    <a:pt x="0" y="17552"/>
                  </a:lnTo>
                  <a:cubicBezTo>
                    <a:pt x="0" y="18480"/>
                    <a:pt x="742" y="19222"/>
                    <a:pt x="1670" y="19222"/>
                  </a:cubicBezTo>
                  <a:lnTo>
                    <a:pt x="2208" y="19222"/>
                  </a:lnTo>
                  <a:lnTo>
                    <a:pt x="2208" y="19110"/>
                  </a:lnTo>
                  <a:cubicBezTo>
                    <a:pt x="1364" y="19110"/>
                    <a:pt x="668" y="18415"/>
                    <a:pt x="668" y="17561"/>
                  </a:cubicBezTo>
                  <a:lnTo>
                    <a:pt x="668" y="1661"/>
                  </a:lnTo>
                  <a:cubicBezTo>
                    <a:pt x="668" y="808"/>
                    <a:pt x="1364" y="121"/>
                    <a:pt x="2208" y="121"/>
                  </a:cubicBezTo>
                  <a:lnTo>
                    <a:pt x="2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3">
              <a:extLst>
                <a:ext uri="{FF2B5EF4-FFF2-40B4-BE49-F238E27FC236}">
                  <a16:creationId xmlns:a16="http://schemas.microsoft.com/office/drawing/2014/main" id="{BBBA711B-8104-29A0-2F81-F9DD81E61B4A}"/>
                </a:ext>
              </a:extLst>
            </p:cNvPr>
            <p:cNvSpPr/>
            <p:nvPr/>
          </p:nvSpPr>
          <p:spPr>
            <a:xfrm>
              <a:off x="1768300" y="2473550"/>
              <a:ext cx="6750" cy="56375"/>
            </a:xfrm>
            <a:custGeom>
              <a:avLst/>
              <a:gdLst/>
              <a:ahLst/>
              <a:cxnLst/>
              <a:rect l="l" t="t" r="r" b="b"/>
              <a:pathLst>
                <a:path w="270" h="2255" extrusionOk="0">
                  <a:moveTo>
                    <a:pt x="140" y="1"/>
                  </a:moveTo>
                  <a:cubicBezTo>
                    <a:pt x="56" y="1"/>
                    <a:pt x="1" y="56"/>
                    <a:pt x="1" y="130"/>
                  </a:cubicBezTo>
                  <a:lnTo>
                    <a:pt x="1" y="2125"/>
                  </a:lnTo>
                  <a:cubicBezTo>
                    <a:pt x="1" y="2199"/>
                    <a:pt x="56" y="2255"/>
                    <a:pt x="140" y="2255"/>
                  </a:cubicBezTo>
                  <a:cubicBezTo>
                    <a:pt x="214" y="2255"/>
                    <a:pt x="270" y="2199"/>
                    <a:pt x="270" y="2125"/>
                  </a:cubicBezTo>
                  <a:lnTo>
                    <a:pt x="270" y="130"/>
                  </a:lnTo>
                  <a:cubicBezTo>
                    <a:pt x="270" y="5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3">
              <a:extLst>
                <a:ext uri="{FF2B5EF4-FFF2-40B4-BE49-F238E27FC236}">
                  <a16:creationId xmlns:a16="http://schemas.microsoft.com/office/drawing/2014/main" id="{81AB3730-A25C-370A-C58F-C8B51B62B8F5}"/>
                </a:ext>
              </a:extLst>
            </p:cNvPr>
            <p:cNvSpPr/>
            <p:nvPr/>
          </p:nvSpPr>
          <p:spPr>
            <a:xfrm>
              <a:off x="1766088" y="2471511"/>
              <a:ext cx="9550" cy="59625"/>
            </a:xfrm>
            <a:custGeom>
              <a:avLst/>
              <a:gdLst/>
              <a:ahLst/>
              <a:cxnLst/>
              <a:rect l="l" t="t" r="r" b="b"/>
              <a:pathLst>
                <a:path w="382" h="2385" extrusionOk="0">
                  <a:moveTo>
                    <a:pt x="196" y="121"/>
                  </a:moveTo>
                  <a:cubicBezTo>
                    <a:pt x="233" y="121"/>
                    <a:pt x="270" y="158"/>
                    <a:pt x="270" y="205"/>
                  </a:cubicBezTo>
                  <a:lnTo>
                    <a:pt x="270" y="2190"/>
                  </a:lnTo>
                  <a:cubicBezTo>
                    <a:pt x="270" y="2227"/>
                    <a:pt x="233" y="2264"/>
                    <a:pt x="196" y="2264"/>
                  </a:cubicBezTo>
                  <a:cubicBezTo>
                    <a:pt x="149" y="2264"/>
                    <a:pt x="112" y="2227"/>
                    <a:pt x="112" y="2190"/>
                  </a:cubicBezTo>
                  <a:lnTo>
                    <a:pt x="112" y="205"/>
                  </a:lnTo>
                  <a:cubicBezTo>
                    <a:pt x="112" y="158"/>
                    <a:pt x="149" y="121"/>
                    <a:pt x="196" y="121"/>
                  </a:cubicBezTo>
                  <a:close/>
                  <a:moveTo>
                    <a:pt x="196" y="1"/>
                  </a:moveTo>
                  <a:cubicBezTo>
                    <a:pt x="84" y="1"/>
                    <a:pt x="1" y="93"/>
                    <a:pt x="1" y="195"/>
                  </a:cubicBezTo>
                  <a:lnTo>
                    <a:pt x="1" y="2190"/>
                  </a:lnTo>
                  <a:cubicBezTo>
                    <a:pt x="1" y="2292"/>
                    <a:pt x="84" y="2385"/>
                    <a:pt x="196" y="2385"/>
                  </a:cubicBezTo>
                  <a:cubicBezTo>
                    <a:pt x="298" y="2385"/>
                    <a:pt x="381" y="2292"/>
                    <a:pt x="381" y="2190"/>
                  </a:cubicBezTo>
                  <a:lnTo>
                    <a:pt x="381" y="195"/>
                  </a:lnTo>
                  <a:cubicBezTo>
                    <a:pt x="381" y="93"/>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3">
              <a:extLst>
                <a:ext uri="{FF2B5EF4-FFF2-40B4-BE49-F238E27FC236}">
                  <a16:creationId xmlns:a16="http://schemas.microsoft.com/office/drawing/2014/main" id="{5DBB63E1-62AB-A56A-F615-8CE47E6DAEEE}"/>
                </a:ext>
              </a:extLst>
            </p:cNvPr>
            <p:cNvSpPr/>
            <p:nvPr/>
          </p:nvSpPr>
          <p:spPr>
            <a:xfrm>
              <a:off x="1768300" y="2548225"/>
              <a:ext cx="6750" cy="56625"/>
            </a:xfrm>
            <a:custGeom>
              <a:avLst/>
              <a:gdLst/>
              <a:ahLst/>
              <a:cxnLst/>
              <a:rect l="l" t="t" r="r" b="b"/>
              <a:pathLst>
                <a:path w="270" h="2265" extrusionOk="0">
                  <a:moveTo>
                    <a:pt x="140" y="1"/>
                  </a:moveTo>
                  <a:cubicBezTo>
                    <a:pt x="56" y="1"/>
                    <a:pt x="1" y="66"/>
                    <a:pt x="1" y="140"/>
                  </a:cubicBezTo>
                  <a:lnTo>
                    <a:pt x="1" y="2125"/>
                  </a:lnTo>
                  <a:cubicBezTo>
                    <a:pt x="1" y="2199"/>
                    <a:pt x="56" y="2264"/>
                    <a:pt x="140" y="2264"/>
                  </a:cubicBezTo>
                  <a:cubicBezTo>
                    <a:pt x="214" y="2264"/>
                    <a:pt x="270" y="2199"/>
                    <a:pt x="270" y="2125"/>
                  </a:cubicBezTo>
                  <a:lnTo>
                    <a:pt x="270" y="140"/>
                  </a:lnTo>
                  <a:cubicBezTo>
                    <a:pt x="270" y="6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3">
              <a:extLst>
                <a:ext uri="{FF2B5EF4-FFF2-40B4-BE49-F238E27FC236}">
                  <a16:creationId xmlns:a16="http://schemas.microsoft.com/office/drawing/2014/main" id="{C341AB45-F5F1-716A-8830-8C333F6491CD}"/>
                </a:ext>
              </a:extLst>
            </p:cNvPr>
            <p:cNvSpPr/>
            <p:nvPr/>
          </p:nvSpPr>
          <p:spPr>
            <a:xfrm>
              <a:off x="1766088" y="2546411"/>
              <a:ext cx="9550" cy="59400"/>
            </a:xfrm>
            <a:custGeom>
              <a:avLst/>
              <a:gdLst/>
              <a:ahLst/>
              <a:cxnLst/>
              <a:rect l="l" t="t" r="r" b="b"/>
              <a:pathLst>
                <a:path w="382" h="2376" extrusionOk="0">
                  <a:moveTo>
                    <a:pt x="196" y="122"/>
                  </a:moveTo>
                  <a:cubicBezTo>
                    <a:pt x="233" y="122"/>
                    <a:pt x="270" y="149"/>
                    <a:pt x="270" y="196"/>
                  </a:cubicBezTo>
                  <a:lnTo>
                    <a:pt x="270" y="2181"/>
                  </a:lnTo>
                  <a:cubicBezTo>
                    <a:pt x="270" y="2227"/>
                    <a:pt x="233" y="2264"/>
                    <a:pt x="196" y="2264"/>
                  </a:cubicBezTo>
                  <a:cubicBezTo>
                    <a:pt x="149" y="2264"/>
                    <a:pt x="112" y="2227"/>
                    <a:pt x="112" y="2181"/>
                  </a:cubicBezTo>
                  <a:lnTo>
                    <a:pt x="112" y="196"/>
                  </a:lnTo>
                  <a:cubicBezTo>
                    <a:pt x="112" y="149"/>
                    <a:pt x="149" y="122"/>
                    <a:pt x="196" y="122"/>
                  </a:cubicBezTo>
                  <a:close/>
                  <a:moveTo>
                    <a:pt x="196" y="1"/>
                  </a:moveTo>
                  <a:cubicBezTo>
                    <a:pt x="84" y="1"/>
                    <a:pt x="1" y="84"/>
                    <a:pt x="1" y="196"/>
                  </a:cubicBezTo>
                  <a:lnTo>
                    <a:pt x="1" y="2181"/>
                  </a:lnTo>
                  <a:cubicBezTo>
                    <a:pt x="1" y="2292"/>
                    <a:pt x="84" y="2376"/>
                    <a:pt x="196" y="2376"/>
                  </a:cubicBezTo>
                  <a:cubicBezTo>
                    <a:pt x="298" y="2376"/>
                    <a:pt x="381" y="2292"/>
                    <a:pt x="381" y="2181"/>
                  </a:cubicBezTo>
                  <a:lnTo>
                    <a:pt x="381" y="196"/>
                  </a:ln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3">
              <a:extLst>
                <a:ext uri="{FF2B5EF4-FFF2-40B4-BE49-F238E27FC236}">
                  <a16:creationId xmlns:a16="http://schemas.microsoft.com/office/drawing/2014/main" id="{7D6F246D-B5BA-224F-BC80-D9B02EA1F230}"/>
                </a:ext>
              </a:extLst>
            </p:cNvPr>
            <p:cNvSpPr/>
            <p:nvPr/>
          </p:nvSpPr>
          <p:spPr>
            <a:xfrm>
              <a:off x="1778275" y="2410475"/>
              <a:ext cx="261400" cy="477775"/>
            </a:xfrm>
            <a:custGeom>
              <a:avLst/>
              <a:gdLst/>
              <a:ahLst/>
              <a:cxnLst/>
              <a:rect l="l" t="t" r="r" b="b"/>
              <a:pathLst>
                <a:path w="10456" h="19111" extrusionOk="0">
                  <a:moveTo>
                    <a:pt x="1596" y="0"/>
                  </a:moveTo>
                  <a:cubicBezTo>
                    <a:pt x="715" y="0"/>
                    <a:pt x="1" y="724"/>
                    <a:pt x="1" y="1605"/>
                  </a:cubicBezTo>
                  <a:lnTo>
                    <a:pt x="1" y="17505"/>
                  </a:lnTo>
                  <a:cubicBezTo>
                    <a:pt x="1" y="18396"/>
                    <a:pt x="715" y="19110"/>
                    <a:pt x="1596" y="19110"/>
                  </a:cubicBezTo>
                  <a:lnTo>
                    <a:pt x="8850" y="19110"/>
                  </a:lnTo>
                  <a:cubicBezTo>
                    <a:pt x="9732" y="19110"/>
                    <a:pt x="10455" y="18396"/>
                    <a:pt x="10455" y="17505"/>
                  </a:cubicBezTo>
                  <a:lnTo>
                    <a:pt x="10455" y="1605"/>
                  </a:lnTo>
                  <a:cubicBezTo>
                    <a:pt x="10455" y="724"/>
                    <a:pt x="9732" y="0"/>
                    <a:pt x="88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3">
              <a:extLst>
                <a:ext uri="{FF2B5EF4-FFF2-40B4-BE49-F238E27FC236}">
                  <a16:creationId xmlns:a16="http://schemas.microsoft.com/office/drawing/2014/main" id="{BF857A11-63A7-7774-0791-166C60B1AF50}"/>
                </a:ext>
              </a:extLst>
            </p:cNvPr>
            <p:cNvSpPr/>
            <p:nvPr/>
          </p:nvSpPr>
          <p:spPr>
            <a:xfrm>
              <a:off x="1776650" y="2409075"/>
              <a:ext cx="264425" cy="480550"/>
            </a:xfrm>
            <a:custGeom>
              <a:avLst/>
              <a:gdLst/>
              <a:ahLst/>
              <a:cxnLst/>
              <a:rect l="l" t="t" r="r" b="b"/>
              <a:pathLst>
                <a:path w="10577" h="19222" extrusionOk="0">
                  <a:moveTo>
                    <a:pt x="8915" y="112"/>
                  </a:moveTo>
                  <a:cubicBezTo>
                    <a:pt x="9769" y="112"/>
                    <a:pt x="10455" y="808"/>
                    <a:pt x="10455" y="1661"/>
                  </a:cubicBezTo>
                  <a:lnTo>
                    <a:pt x="10455" y="17561"/>
                  </a:lnTo>
                  <a:cubicBezTo>
                    <a:pt x="10455" y="18415"/>
                    <a:pt x="9769" y="19110"/>
                    <a:pt x="8915" y="19110"/>
                  </a:cubicBezTo>
                  <a:lnTo>
                    <a:pt x="1661" y="19110"/>
                  </a:lnTo>
                  <a:cubicBezTo>
                    <a:pt x="817" y="19110"/>
                    <a:pt x="121" y="18415"/>
                    <a:pt x="121" y="17561"/>
                  </a:cubicBezTo>
                  <a:lnTo>
                    <a:pt x="121" y="1661"/>
                  </a:lnTo>
                  <a:cubicBezTo>
                    <a:pt x="121" y="808"/>
                    <a:pt x="817" y="112"/>
                    <a:pt x="1661" y="112"/>
                  </a:cubicBezTo>
                  <a:close/>
                  <a:moveTo>
                    <a:pt x="1661" y="1"/>
                  </a:moveTo>
                  <a:cubicBezTo>
                    <a:pt x="752" y="1"/>
                    <a:pt x="1" y="743"/>
                    <a:pt x="1" y="1661"/>
                  </a:cubicBezTo>
                  <a:lnTo>
                    <a:pt x="1" y="17561"/>
                  </a:lnTo>
                  <a:cubicBezTo>
                    <a:pt x="1" y="18480"/>
                    <a:pt x="752" y="19222"/>
                    <a:pt x="1661" y="19222"/>
                  </a:cubicBezTo>
                  <a:lnTo>
                    <a:pt x="8915" y="19222"/>
                  </a:lnTo>
                  <a:cubicBezTo>
                    <a:pt x="9834" y="19222"/>
                    <a:pt x="10576" y="18480"/>
                    <a:pt x="10576" y="17561"/>
                  </a:cubicBezTo>
                  <a:lnTo>
                    <a:pt x="10576" y="1661"/>
                  </a:lnTo>
                  <a:cubicBezTo>
                    <a:pt x="10576" y="743"/>
                    <a:pt x="9834" y="1"/>
                    <a:pt x="89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3">
              <a:extLst>
                <a:ext uri="{FF2B5EF4-FFF2-40B4-BE49-F238E27FC236}">
                  <a16:creationId xmlns:a16="http://schemas.microsoft.com/office/drawing/2014/main" id="{3D888512-5AD3-2E1E-E3BF-D6B0B3FE3B1B}"/>
                </a:ext>
              </a:extLst>
            </p:cNvPr>
            <p:cNvSpPr/>
            <p:nvPr/>
          </p:nvSpPr>
          <p:spPr>
            <a:xfrm>
              <a:off x="1902125" y="2430650"/>
              <a:ext cx="13700" cy="13700"/>
            </a:xfrm>
            <a:custGeom>
              <a:avLst/>
              <a:gdLst/>
              <a:ahLst/>
              <a:cxnLst/>
              <a:rect l="l" t="t" r="r" b="b"/>
              <a:pathLst>
                <a:path w="548" h="548" extrusionOk="0">
                  <a:moveTo>
                    <a:pt x="269" y="84"/>
                  </a:moveTo>
                  <a:cubicBezTo>
                    <a:pt x="371" y="84"/>
                    <a:pt x="455" y="167"/>
                    <a:pt x="455" y="269"/>
                  </a:cubicBezTo>
                  <a:cubicBezTo>
                    <a:pt x="455" y="371"/>
                    <a:pt x="371" y="455"/>
                    <a:pt x="269" y="455"/>
                  </a:cubicBezTo>
                  <a:cubicBezTo>
                    <a:pt x="167" y="455"/>
                    <a:pt x="84" y="371"/>
                    <a:pt x="84" y="269"/>
                  </a:cubicBezTo>
                  <a:cubicBezTo>
                    <a:pt x="84" y="167"/>
                    <a:pt x="167" y="84"/>
                    <a:pt x="269" y="84"/>
                  </a:cubicBezTo>
                  <a:close/>
                  <a:moveTo>
                    <a:pt x="269" y="0"/>
                  </a:moveTo>
                  <a:cubicBezTo>
                    <a:pt x="121" y="0"/>
                    <a:pt x="0" y="121"/>
                    <a:pt x="0" y="269"/>
                  </a:cubicBezTo>
                  <a:cubicBezTo>
                    <a:pt x="0" y="418"/>
                    <a:pt x="121" y="548"/>
                    <a:pt x="269" y="548"/>
                  </a:cubicBezTo>
                  <a:cubicBezTo>
                    <a:pt x="418" y="548"/>
                    <a:pt x="548" y="418"/>
                    <a:pt x="548" y="269"/>
                  </a:cubicBezTo>
                  <a:cubicBezTo>
                    <a:pt x="54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3">
              <a:extLst>
                <a:ext uri="{FF2B5EF4-FFF2-40B4-BE49-F238E27FC236}">
                  <a16:creationId xmlns:a16="http://schemas.microsoft.com/office/drawing/2014/main" id="{E760C5D4-0094-FB9D-20ED-5AE256C8DD9F}"/>
                </a:ext>
              </a:extLst>
            </p:cNvPr>
            <p:cNvSpPr/>
            <p:nvPr/>
          </p:nvSpPr>
          <p:spPr>
            <a:xfrm>
              <a:off x="1859900" y="2433900"/>
              <a:ext cx="33900" cy="7200"/>
            </a:xfrm>
            <a:custGeom>
              <a:avLst/>
              <a:gdLst/>
              <a:ahLst/>
              <a:cxnLst/>
              <a:rect l="l" t="t" r="r" b="b"/>
              <a:pathLst>
                <a:path w="1356" h="288" extrusionOk="0">
                  <a:moveTo>
                    <a:pt x="1207" y="84"/>
                  </a:moveTo>
                  <a:cubicBezTo>
                    <a:pt x="1244" y="84"/>
                    <a:pt x="1263" y="112"/>
                    <a:pt x="1263" y="139"/>
                  </a:cubicBezTo>
                  <a:cubicBezTo>
                    <a:pt x="1263" y="176"/>
                    <a:pt x="1244" y="195"/>
                    <a:pt x="1207" y="195"/>
                  </a:cubicBezTo>
                  <a:lnTo>
                    <a:pt x="140" y="195"/>
                  </a:lnTo>
                  <a:cubicBezTo>
                    <a:pt x="112" y="195"/>
                    <a:pt x="84" y="176"/>
                    <a:pt x="84" y="139"/>
                  </a:cubicBezTo>
                  <a:cubicBezTo>
                    <a:pt x="84" y="112"/>
                    <a:pt x="112" y="84"/>
                    <a:pt x="140" y="84"/>
                  </a:cubicBezTo>
                  <a:close/>
                  <a:moveTo>
                    <a:pt x="140" y="0"/>
                  </a:moveTo>
                  <a:cubicBezTo>
                    <a:pt x="57" y="0"/>
                    <a:pt x="1" y="65"/>
                    <a:pt x="1" y="149"/>
                  </a:cubicBezTo>
                  <a:cubicBezTo>
                    <a:pt x="1" y="223"/>
                    <a:pt x="66" y="288"/>
                    <a:pt x="140" y="288"/>
                  </a:cubicBezTo>
                  <a:lnTo>
                    <a:pt x="1207" y="288"/>
                  </a:lnTo>
                  <a:cubicBezTo>
                    <a:pt x="1290" y="288"/>
                    <a:pt x="1355" y="223"/>
                    <a:pt x="1355" y="149"/>
                  </a:cubicBezTo>
                  <a:cubicBezTo>
                    <a:pt x="1355" y="65"/>
                    <a:pt x="1290" y="0"/>
                    <a:pt x="12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3">
              <a:extLst>
                <a:ext uri="{FF2B5EF4-FFF2-40B4-BE49-F238E27FC236}">
                  <a16:creationId xmlns:a16="http://schemas.microsoft.com/office/drawing/2014/main" id="{9FBA401A-3C07-C370-080D-D6B7F9012383}"/>
                </a:ext>
              </a:extLst>
            </p:cNvPr>
            <p:cNvSpPr/>
            <p:nvPr/>
          </p:nvSpPr>
          <p:spPr>
            <a:xfrm>
              <a:off x="1924625" y="2433900"/>
              <a:ext cx="33875" cy="7200"/>
            </a:xfrm>
            <a:custGeom>
              <a:avLst/>
              <a:gdLst/>
              <a:ahLst/>
              <a:cxnLst/>
              <a:rect l="l" t="t" r="r" b="b"/>
              <a:pathLst>
                <a:path w="1355" h="288" extrusionOk="0">
                  <a:moveTo>
                    <a:pt x="1215" y="84"/>
                  </a:moveTo>
                  <a:cubicBezTo>
                    <a:pt x="1243" y="84"/>
                    <a:pt x="1271" y="112"/>
                    <a:pt x="1271" y="139"/>
                  </a:cubicBezTo>
                  <a:cubicBezTo>
                    <a:pt x="1271" y="176"/>
                    <a:pt x="1243" y="195"/>
                    <a:pt x="1215" y="195"/>
                  </a:cubicBezTo>
                  <a:lnTo>
                    <a:pt x="149" y="195"/>
                  </a:lnTo>
                  <a:cubicBezTo>
                    <a:pt x="111" y="195"/>
                    <a:pt x="93" y="176"/>
                    <a:pt x="93" y="139"/>
                  </a:cubicBezTo>
                  <a:cubicBezTo>
                    <a:pt x="93" y="112"/>
                    <a:pt x="111" y="84"/>
                    <a:pt x="149" y="84"/>
                  </a:cubicBezTo>
                  <a:close/>
                  <a:moveTo>
                    <a:pt x="149" y="0"/>
                  </a:moveTo>
                  <a:cubicBezTo>
                    <a:pt x="65" y="0"/>
                    <a:pt x="0" y="65"/>
                    <a:pt x="0" y="149"/>
                  </a:cubicBezTo>
                  <a:cubicBezTo>
                    <a:pt x="0" y="223"/>
                    <a:pt x="65" y="288"/>
                    <a:pt x="149" y="288"/>
                  </a:cubicBezTo>
                  <a:lnTo>
                    <a:pt x="1215" y="288"/>
                  </a:lnTo>
                  <a:cubicBezTo>
                    <a:pt x="1290" y="288"/>
                    <a:pt x="1355" y="223"/>
                    <a:pt x="1355" y="149"/>
                  </a:cubicBezTo>
                  <a:cubicBezTo>
                    <a:pt x="1355" y="65"/>
                    <a:pt x="1290" y="0"/>
                    <a:pt x="1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3">
              <a:extLst>
                <a:ext uri="{FF2B5EF4-FFF2-40B4-BE49-F238E27FC236}">
                  <a16:creationId xmlns:a16="http://schemas.microsoft.com/office/drawing/2014/main" id="{BE62FB6A-3307-B4E6-B3D6-DDB21EC07D21}"/>
                </a:ext>
              </a:extLst>
            </p:cNvPr>
            <p:cNvSpPr/>
            <p:nvPr/>
          </p:nvSpPr>
          <p:spPr>
            <a:xfrm>
              <a:off x="1798675" y="2455700"/>
              <a:ext cx="220600" cy="392200"/>
            </a:xfrm>
            <a:custGeom>
              <a:avLst/>
              <a:gdLst/>
              <a:ahLst/>
              <a:cxnLst/>
              <a:rect l="l" t="t" r="r" b="b"/>
              <a:pathLst>
                <a:path w="8824" h="15688" extrusionOk="0">
                  <a:moveTo>
                    <a:pt x="1" y="0"/>
                  </a:moveTo>
                  <a:lnTo>
                    <a:pt x="1" y="15687"/>
                  </a:lnTo>
                  <a:lnTo>
                    <a:pt x="8823" y="15687"/>
                  </a:lnTo>
                  <a:lnTo>
                    <a:pt x="882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3">
              <a:extLst>
                <a:ext uri="{FF2B5EF4-FFF2-40B4-BE49-F238E27FC236}">
                  <a16:creationId xmlns:a16="http://schemas.microsoft.com/office/drawing/2014/main" id="{2A7BED0E-7C45-199D-EEE4-422869C2DC95}"/>
                </a:ext>
              </a:extLst>
            </p:cNvPr>
            <p:cNvSpPr/>
            <p:nvPr/>
          </p:nvSpPr>
          <p:spPr>
            <a:xfrm>
              <a:off x="1797050" y="2454300"/>
              <a:ext cx="223600" cy="394975"/>
            </a:xfrm>
            <a:custGeom>
              <a:avLst/>
              <a:gdLst/>
              <a:ahLst/>
              <a:cxnLst/>
              <a:rect l="l" t="t" r="r" b="b"/>
              <a:pathLst>
                <a:path w="8944" h="15799" extrusionOk="0">
                  <a:moveTo>
                    <a:pt x="8832" y="112"/>
                  </a:moveTo>
                  <a:lnTo>
                    <a:pt x="8832" y="15678"/>
                  </a:lnTo>
                  <a:lnTo>
                    <a:pt x="122" y="15678"/>
                  </a:lnTo>
                  <a:lnTo>
                    <a:pt x="122" y="112"/>
                  </a:lnTo>
                  <a:close/>
                  <a:moveTo>
                    <a:pt x="57" y="1"/>
                  </a:moveTo>
                  <a:cubicBezTo>
                    <a:pt x="29" y="1"/>
                    <a:pt x="1" y="19"/>
                    <a:pt x="1" y="56"/>
                  </a:cubicBezTo>
                  <a:lnTo>
                    <a:pt x="1" y="15743"/>
                  </a:lnTo>
                  <a:cubicBezTo>
                    <a:pt x="1" y="15771"/>
                    <a:pt x="29" y="15799"/>
                    <a:pt x="57" y="15799"/>
                  </a:cubicBezTo>
                  <a:lnTo>
                    <a:pt x="8888" y="15799"/>
                  </a:lnTo>
                  <a:cubicBezTo>
                    <a:pt x="8916" y="15799"/>
                    <a:pt x="8944" y="15771"/>
                    <a:pt x="8944" y="15743"/>
                  </a:cubicBezTo>
                  <a:lnTo>
                    <a:pt x="8944" y="56"/>
                  </a:lnTo>
                  <a:cubicBezTo>
                    <a:pt x="8944" y="19"/>
                    <a:pt x="8916" y="1"/>
                    <a:pt x="8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3">
              <a:extLst>
                <a:ext uri="{FF2B5EF4-FFF2-40B4-BE49-F238E27FC236}">
                  <a16:creationId xmlns:a16="http://schemas.microsoft.com/office/drawing/2014/main" id="{A664C8A3-635A-B4BA-0253-1F2DBFC74BC0}"/>
                </a:ext>
              </a:extLst>
            </p:cNvPr>
            <p:cNvSpPr/>
            <p:nvPr/>
          </p:nvSpPr>
          <p:spPr>
            <a:xfrm>
              <a:off x="1800075" y="2457075"/>
              <a:ext cx="217575" cy="30175"/>
            </a:xfrm>
            <a:custGeom>
              <a:avLst/>
              <a:gdLst/>
              <a:ahLst/>
              <a:cxnLst/>
              <a:rect l="l" t="t" r="r" b="b"/>
              <a:pathLst>
                <a:path w="8703" h="1207" extrusionOk="0">
                  <a:moveTo>
                    <a:pt x="1" y="1"/>
                  </a:moveTo>
                  <a:lnTo>
                    <a:pt x="1" y="1207"/>
                  </a:lnTo>
                  <a:lnTo>
                    <a:pt x="8702" y="1207"/>
                  </a:lnTo>
                  <a:lnTo>
                    <a:pt x="87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3">
              <a:extLst>
                <a:ext uri="{FF2B5EF4-FFF2-40B4-BE49-F238E27FC236}">
                  <a16:creationId xmlns:a16="http://schemas.microsoft.com/office/drawing/2014/main" id="{7ABF879D-6257-267F-8E0E-4D7EDEF4195D}"/>
                </a:ext>
              </a:extLst>
            </p:cNvPr>
            <p:cNvSpPr/>
            <p:nvPr/>
          </p:nvSpPr>
          <p:spPr>
            <a:xfrm>
              <a:off x="1959625" y="2467050"/>
              <a:ext cx="9775" cy="9775"/>
            </a:xfrm>
            <a:custGeom>
              <a:avLst/>
              <a:gdLst/>
              <a:ahLst/>
              <a:cxnLst/>
              <a:rect l="l" t="t" r="r" b="b"/>
              <a:pathLst>
                <a:path w="391" h="391" extrusionOk="0">
                  <a:moveTo>
                    <a:pt x="196" y="94"/>
                  </a:moveTo>
                  <a:cubicBezTo>
                    <a:pt x="251" y="94"/>
                    <a:pt x="298" y="140"/>
                    <a:pt x="298" y="196"/>
                  </a:cubicBezTo>
                  <a:cubicBezTo>
                    <a:pt x="298" y="261"/>
                    <a:pt x="251" y="307"/>
                    <a:pt x="196" y="307"/>
                  </a:cubicBezTo>
                  <a:cubicBezTo>
                    <a:pt x="131" y="307"/>
                    <a:pt x="84" y="261"/>
                    <a:pt x="84" y="196"/>
                  </a:cubicBezTo>
                  <a:cubicBezTo>
                    <a:pt x="84" y="140"/>
                    <a:pt x="131" y="94"/>
                    <a:pt x="196" y="94"/>
                  </a:cubicBezTo>
                  <a:close/>
                  <a:moveTo>
                    <a:pt x="196" y="1"/>
                  </a:moveTo>
                  <a:cubicBezTo>
                    <a:pt x="84" y="1"/>
                    <a:pt x="1" y="94"/>
                    <a:pt x="1" y="196"/>
                  </a:cubicBezTo>
                  <a:cubicBezTo>
                    <a:pt x="1" y="307"/>
                    <a:pt x="84" y="390"/>
                    <a:pt x="196" y="390"/>
                  </a:cubicBezTo>
                  <a:cubicBezTo>
                    <a:pt x="298" y="390"/>
                    <a:pt x="391" y="307"/>
                    <a:pt x="391" y="196"/>
                  </a:cubicBezTo>
                  <a:cubicBezTo>
                    <a:pt x="391" y="94"/>
                    <a:pt x="298" y="1"/>
                    <a:pt x="1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3">
              <a:extLst>
                <a:ext uri="{FF2B5EF4-FFF2-40B4-BE49-F238E27FC236}">
                  <a16:creationId xmlns:a16="http://schemas.microsoft.com/office/drawing/2014/main" id="{A1A14BFE-DEA4-CA14-6D9E-28CDAB622565}"/>
                </a:ext>
              </a:extLst>
            </p:cNvPr>
            <p:cNvSpPr/>
            <p:nvPr/>
          </p:nvSpPr>
          <p:spPr>
            <a:xfrm>
              <a:off x="1979125" y="2467050"/>
              <a:ext cx="9750" cy="9775"/>
            </a:xfrm>
            <a:custGeom>
              <a:avLst/>
              <a:gdLst/>
              <a:ahLst/>
              <a:cxnLst/>
              <a:rect l="l" t="t" r="r" b="b"/>
              <a:pathLst>
                <a:path w="390" h="391" extrusionOk="0">
                  <a:moveTo>
                    <a:pt x="195" y="94"/>
                  </a:moveTo>
                  <a:cubicBezTo>
                    <a:pt x="260" y="94"/>
                    <a:pt x="306" y="140"/>
                    <a:pt x="306" y="196"/>
                  </a:cubicBezTo>
                  <a:cubicBezTo>
                    <a:pt x="306" y="261"/>
                    <a:pt x="260" y="307"/>
                    <a:pt x="195" y="307"/>
                  </a:cubicBezTo>
                  <a:cubicBezTo>
                    <a:pt x="139" y="307"/>
                    <a:pt x="93" y="261"/>
                    <a:pt x="93" y="196"/>
                  </a:cubicBezTo>
                  <a:cubicBezTo>
                    <a:pt x="93" y="140"/>
                    <a:pt x="139" y="94"/>
                    <a:pt x="195" y="94"/>
                  </a:cubicBezTo>
                  <a:close/>
                  <a:moveTo>
                    <a:pt x="195" y="1"/>
                  </a:moveTo>
                  <a:cubicBezTo>
                    <a:pt x="93" y="1"/>
                    <a:pt x="0" y="94"/>
                    <a:pt x="0" y="196"/>
                  </a:cubicBezTo>
                  <a:cubicBezTo>
                    <a:pt x="0" y="307"/>
                    <a:pt x="93" y="390"/>
                    <a:pt x="195" y="390"/>
                  </a:cubicBezTo>
                  <a:cubicBezTo>
                    <a:pt x="306" y="390"/>
                    <a:pt x="390" y="307"/>
                    <a:pt x="390" y="196"/>
                  </a:cubicBezTo>
                  <a:cubicBezTo>
                    <a:pt x="390" y="94"/>
                    <a:pt x="306"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3">
              <a:extLst>
                <a:ext uri="{FF2B5EF4-FFF2-40B4-BE49-F238E27FC236}">
                  <a16:creationId xmlns:a16="http://schemas.microsoft.com/office/drawing/2014/main" id="{B1B08936-21C0-C876-9C31-FE903200417F}"/>
                </a:ext>
              </a:extLst>
            </p:cNvPr>
            <p:cNvSpPr/>
            <p:nvPr/>
          </p:nvSpPr>
          <p:spPr>
            <a:xfrm>
              <a:off x="1999300" y="2467050"/>
              <a:ext cx="9750" cy="9775"/>
            </a:xfrm>
            <a:custGeom>
              <a:avLst/>
              <a:gdLst/>
              <a:ahLst/>
              <a:cxnLst/>
              <a:rect l="l" t="t" r="r" b="b"/>
              <a:pathLst>
                <a:path w="390" h="391" extrusionOk="0">
                  <a:moveTo>
                    <a:pt x="195" y="94"/>
                  </a:moveTo>
                  <a:cubicBezTo>
                    <a:pt x="251" y="94"/>
                    <a:pt x="297" y="140"/>
                    <a:pt x="297" y="196"/>
                  </a:cubicBezTo>
                  <a:cubicBezTo>
                    <a:pt x="297" y="261"/>
                    <a:pt x="251" y="307"/>
                    <a:pt x="195" y="307"/>
                  </a:cubicBezTo>
                  <a:cubicBezTo>
                    <a:pt x="130" y="307"/>
                    <a:pt x="84" y="261"/>
                    <a:pt x="84" y="196"/>
                  </a:cubicBezTo>
                  <a:cubicBezTo>
                    <a:pt x="84" y="140"/>
                    <a:pt x="130" y="94"/>
                    <a:pt x="195" y="94"/>
                  </a:cubicBezTo>
                  <a:close/>
                  <a:moveTo>
                    <a:pt x="195" y="1"/>
                  </a:moveTo>
                  <a:cubicBezTo>
                    <a:pt x="84" y="1"/>
                    <a:pt x="0" y="94"/>
                    <a:pt x="0" y="196"/>
                  </a:cubicBezTo>
                  <a:cubicBezTo>
                    <a:pt x="0" y="307"/>
                    <a:pt x="84" y="390"/>
                    <a:pt x="195" y="390"/>
                  </a:cubicBezTo>
                  <a:cubicBezTo>
                    <a:pt x="297" y="390"/>
                    <a:pt x="390" y="307"/>
                    <a:pt x="390" y="196"/>
                  </a:cubicBezTo>
                  <a:cubicBezTo>
                    <a:pt x="390" y="94"/>
                    <a:pt x="297"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3">
              <a:extLst>
                <a:ext uri="{FF2B5EF4-FFF2-40B4-BE49-F238E27FC236}">
                  <a16:creationId xmlns:a16="http://schemas.microsoft.com/office/drawing/2014/main" id="{BFDAC1FD-6F12-F6AA-0B36-56789776D632}"/>
                </a:ext>
              </a:extLst>
            </p:cNvPr>
            <p:cNvSpPr/>
            <p:nvPr/>
          </p:nvSpPr>
          <p:spPr>
            <a:xfrm>
              <a:off x="1833700" y="2530600"/>
              <a:ext cx="69825" cy="3050"/>
            </a:xfrm>
            <a:custGeom>
              <a:avLst/>
              <a:gdLst/>
              <a:ahLst/>
              <a:cxnLst/>
              <a:rect l="l" t="t" r="r" b="b"/>
              <a:pathLst>
                <a:path w="2793" h="122" extrusionOk="0">
                  <a:moveTo>
                    <a:pt x="56" y="1"/>
                  </a:moveTo>
                  <a:cubicBezTo>
                    <a:pt x="19" y="1"/>
                    <a:pt x="1" y="28"/>
                    <a:pt x="1" y="66"/>
                  </a:cubicBezTo>
                  <a:cubicBezTo>
                    <a:pt x="1" y="93"/>
                    <a:pt x="19" y="121"/>
                    <a:pt x="56" y="121"/>
                  </a:cubicBezTo>
                  <a:lnTo>
                    <a:pt x="2737" y="121"/>
                  </a:lnTo>
                  <a:cubicBezTo>
                    <a:pt x="2765" y="121"/>
                    <a:pt x="2793" y="93"/>
                    <a:pt x="2793" y="66"/>
                  </a:cubicBezTo>
                  <a:cubicBezTo>
                    <a:pt x="2793" y="28"/>
                    <a:pt x="2765" y="1"/>
                    <a:pt x="27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3">
              <a:extLst>
                <a:ext uri="{FF2B5EF4-FFF2-40B4-BE49-F238E27FC236}">
                  <a16:creationId xmlns:a16="http://schemas.microsoft.com/office/drawing/2014/main" id="{757EDF59-45EC-D168-68F6-6C9D85D55E0D}"/>
                </a:ext>
              </a:extLst>
            </p:cNvPr>
            <p:cNvSpPr/>
            <p:nvPr/>
          </p:nvSpPr>
          <p:spPr>
            <a:xfrm>
              <a:off x="1917425" y="2530600"/>
              <a:ext cx="26925" cy="3050"/>
            </a:xfrm>
            <a:custGeom>
              <a:avLst/>
              <a:gdLst/>
              <a:ahLst/>
              <a:cxnLst/>
              <a:rect l="l" t="t" r="r" b="b"/>
              <a:pathLst>
                <a:path w="1077" h="122" extrusionOk="0">
                  <a:moveTo>
                    <a:pt x="56" y="1"/>
                  </a:moveTo>
                  <a:cubicBezTo>
                    <a:pt x="28" y="1"/>
                    <a:pt x="1" y="28"/>
                    <a:pt x="1" y="66"/>
                  </a:cubicBezTo>
                  <a:cubicBezTo>
                    <a:pt x="1" y="93"/>
                    <a:pt x="28" y="121"/>
                    <a:pt x="56" y="121"/>
                  </a:cubicBezTo>
                  <a:lnTo>
                    <a:pt x="1012" y="121"/>
                  </a:lnTo>
                  <a:cubicBezTo>
                    <a:pt x="1049" y="121"/>
                    <a:pt x="1077" y="93"/>
                    <a:pt x="1077" y="66"/>
                  </a:cubicBezTo>
                  <a:cubicBezTo>
                    <a:pt x="107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3">
              <a:extLst>
                <a:ext uri="{FF2B5EF4-FFF2-40B4-BE49-F238E27FC236}">
                  <a16:creationId xmlns:a16="http://schemas.microsoft.com/office/drawing/2014/main" id="{F2DAEA56-032B-EB61-CF23-6B37ECDFEAE2}"/>
                </a:ext>
              </a:extLst>
            </p:cNvPr>
            <p:cNvSpPr/>
            <p:nvPr/>
          </p:nvSpPr>
          <p:spPr>
            <a:xfrm>
              <a:off x="1960575" y="253060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3">
              <a:extLst>
                <a:ext uri="{FF2B5EF4-FFF2-40B4-BE49-F238E27FC236}">
                  <a16:creationId xmlns:a16="http://schemas.microsoft.com/office/drawing/2014/main" id="{C3F05A95-243B-7CCE-281A-D5C11C7B5183}"/>
                </a:ext>
              </a:extLst>
            </p:cNvPr>
            <p:cNvSpPr/>
            <p:nvPr/>
          </p:nvSpPr>
          <p:spPr>
            <a:xfrm>
              <a:off x="1915350" y="2582550"/>
              <a:ext cx="70050" cy="3050"/>
            </a:xfrm>
            <a:custGeom>
              <a:avLst/>
              <a:gdLst/>
              <a:ahLst/>
              <a:cxnLst/>
              <a:rect l="l" t="t" r="r" b="b"/>
              <a:pathLst>
                <a:path w="2802" h="122" extrusionOk="0">
                  <a:moveTo>
                    <a:pt x="65" y="1"/>
                  </a:moveTo>
                  <a:cubicBezTo>
                    <a:pt x="28" y="1"/>
                    <a:pt x="0" y="28"/>
                    <a:pt x="0" y="56"/>
                  </a:cubicBezTo>
                  <a:cubicBezTo>
                    <a:pt x="0" y="93"/>
                    <a:pt x="28" y="121"/>
                    <a:pt x="65" y="121"/>
                  </a:cubicBezTo>
                  <a:lnTo>
                    <a:pt x="2746" y="121"/>
                  </a:lnTo>
                  <a:cubicBezTo>
                    <a:pt x="2774" y="121"/>
                    <a:pt x="2802" y="93"/>
                    <a:pt x="2802" y="56"/>
                  </a:cubicBezTo>
                  <a:cubicBezTo>
                    <a:pt x="2802" y="28"/>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3">
              <a:extLst>
                <a:ext uri="{FF2B5EF4-FFF2-40B4-BE49-F238E27FC236}">
                  <a16:creationId xmlns:a16="http://schemas.microsoft.com/office/drawing/2014/main" id="{554DFA29-5555-05A7-B1AD-0B4B67A16A69}"/>
                </a:ext>
              </a:extLst>
            </p:cNvPr>
            <p:cNvSpPr/>
            <p:nvPr/>
          </p:nvSpPr>
          <p:spPr>
            <a:xfrm>
              <a:off x="1874750" y="2582550"/>
              <a:ext cx="26700" cy="3050"/>
            </a:xfrm>
            <a:custGeom>
              <a:avLst/>
              <a:gdLst/>
              <a:ahLst/>
              <a:cxnLst/>
              <a:rect l="l" t="t" r="r" b="b"/>
              <a:pathLst>
                <a:path w="1068" h="122" extrusionOk="0">
                  <a:moveTo>
                    <a:pt x="56" y="1"/>
                  </a:moveTo>
                  <a:cubicBezTo>
                    <a:pt x="28" y="1"/>
                    <a:pt x="1" y="28"/>
                    <a:pt x="1" y="56"/>
                  </a:cubicBezTo>
                  <a:cubicBezTo>
                    <a:pt x="1" y="93"/>
                    <a:pt x="28" y="121"/>
                    <a:pt x="56" y="121"/>
                  </a:cubicBezTo>
                  <a:lnTo>
                    <a:pt x="1012" y="121"/>
                  </a:lnTo>
                  <a:cubicBezTo>
                    <a:pt x="1049" y="121"/>
                    <a:pt x="1067" y="93"/>
                    <a:pt x="1067" y="56"/>
                  </a:cubicBezTo>
                  <a:cubicBezTo>
                    <a:pt x="106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3">
              <a:extLst>
                <a:ext uri="{FF2B5EF4-FFF2-40B4-BE49-F238E27FC236}">
                  <a16:creationId xmlns:a16="http://schemas.microsoft.com/office/drawing/2014/main" id="{B6678B40-D7E0-9CAE-530E-B77944F4A9DD}"/>
                </a:ext>
              </a:extLst>
            </p:cNvPr>
            <p:cNvSpPr/>
            <p:nvPr/>
          </p:nvSpPr>
          <p:spPr>
            <a:xfrm>
              <a:off x="1833700" y="2582550"/>
              <a:ext cx="24850" cy="3050"/>
            </a:xfrm>
            <a:custGeom>
              <a:avLst/>
              <a:gdLst/>
              <a:ahLst/>
              <a:cxnLst/>
              <a:rect l="l" t="t" r="r" b="b"/>
              <a:pathLst>
                <a:path w="994" h="122" extrusionOk="0">
                  <a:moveTo>
                    <a:pt x="56" y="1"/>
                  </a:moveTo>
                  <a:cubicBezTo>
                    <a:pt x="19" y="1"/>
                    <a:pt x="1" y="28"/>
                    <a:pt x="1" y="56"/>
                  </a:cubicBezTo>
                  <a:cubicBezTo>
                    <a:pt x="1" y="93"/>
                    <a:pt x="19" y="121"/>
                    <a:pt x="56" y="121"/>
                  </a:cubicBezTo>
                  <a:lnTo>
                    <a:pt x="938" y="121"/>
                  </a:lnTo>
                  <a:cubicBezTo>
                    <a:pt x="965" y="121"/>
                    <a:pt x="993" y="93"/>
                    <a:pt x="993" y="56"/>
                  </a:cubicBezTo>
                  <a:cubicBezTo>
                    <a:pt x="993" y="28"/>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a:extLst>
                <a:ext uri="{FF2B5EF4-FFF2-40B4-BE49-F238E27FC236}">
                  <a16:creationId xmlns:a16="http://schemas.microsoft.com/office/drawing/2014/main" id="{AC91DE3F-E114-B162-05F9-A0A278C0E481}"/>
                </a:ext>
              </a:extLst>
            </p:cNvPr>
            <p:cNvSpPr/>
            <p:nvPr/>
          </p:nvSpPr>
          <p:spPr>
            <a:xfrm>
              <a:off x="1833700" y="2556350"/>
              <a:ext cx="37375" cy="3025"/>
            </a:xfrm>
            <a:custGeom>
              <a:avLst/>
              <a:gdLst/>
              <a:ahLst/>
              <a:cxnLst/>
              <a:rect l="l" t="t" r="r" b="b"/>
              <a:pathLst>
                <a:path w="1495" h="121" extrusionOk="0">
                  <a:moveTo>
                    <a:pt x="56" y="0"/>
                  </a:moveTo>
                  <a:cubicBezTo>
                    <a:pt x="19" y="0"/>
                    <a:pt x="1" y="28"/>
                    <a:pt x="1" y="56"/>
                  </a:cubicBezTo>
                  <a:cubicBezTo>
                    <a:pt x="1" y="93"/>
                    <a:pt x="19" y="121"/>
                    <a:pt x="56" y="121"/>
                  </a:cubicBezTo>
                  <a:lnTo>
                    <a:pt x="1439" y="121"/>
                  </a:lnTo>
                  <a:cubicBezTo>
                    <a:pt x="1466" y="121"/>
                    <a:pt x="1494" y="93"/>
                    <a:pt x="1494" y="56"/>
                  </a:cubicBezTo>
                  <a:cubicBezTo>
                    <a:pt x="1494" y="28"/>
                    <a:pt x="1466" y="0"/>
                    <a:pt x="1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a:extLst>
                <a:ext uri="{FF2B5EF4-FFF2-40B4-BE49-F238E27FC236}">
                  <a16:creationId xmlns:a16="http://schemas.microsoft.com/office/drawing/2014/main" id="{3E2B1E4A-28C8-693F-9020-10D51A7647DC}"/>
                </a:ext>
              </a:extLst>
            </p:cNvPr>
            <p:cNvSpPr/>
            <p:nvPr/>
          </p:nvSpPr>
          <p:spPr>
            <a:xfrm>
              <a:off x="1882650" y="2556350"/>
              <a:ext cx="61700" cy="3025"/>
            </a:xfrm>
            <a:custGeom>
              <a:avLst/>
              <a:gdLst/>
              <a:ahLst/>
              <a:cxnLst/>
              <a:rect l="l" t="t" r="r" b="b"/>
              <a:pathLst>
                <a:path w="2468" h="121" extrusionOk="0">
                  <a:moveTo>
                    <a:pt x="65" y="0"/>
                  </a:moveTo>
                  <a:cubicBezTo>
                    <a:pt x="28" y="0"/>
                    <a:pt x="0" y="28"/>
                    <a:pt x="0" y="56"/>
                  </a:cubicBezTo>
                  <a:cubicBezTo>
                    <a:pt x="0" y="93"/>
                    <a:pt x="28" y="121"/>
                    <a:pt x="65" y="121"/>
                  </a:cubicBezTo>
                  <a:lnTo>
                    <a:pt x="2403" y="121"/>
                  </a:lnTo>
                  <a:cubicBezTo>
                    <a:pt x="2440" y="121"/>
                    <a:pt x="2468" y="93"/>
                    <a:pt x="2468" y="56"/>
                  </a:cubicBezTo>
                  <a:cubicBezTo>
                    <a:pt x="2468" y="28"/>
                    <a:pt x="2440" y="0"/>
                    <a:pt x="24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a:extLst>
                <a:ext uri="{FF2B5EF4-FFF2-40B4-BE49-F238E27FC236}">
                  <a16:creationId xmlns:a16="http://schemas.microsoft.com/office/drawing/2014/main" id="{AFA35225-9CBD-849A-BE66-700CB354BE3F}"/>
                </a:ext>
              </a:extLst>
            </p:cNvPr>
            <p:cNvSpPr/>
            <p:nvPr/>
          </p:nvSpPr>
          <p:spPr>
            <a:xfrm>
              <a:off x="1960575" y="2556350"/>
              <a:ext cx="24825" cy="3025"/>
            </a:xfrm>
            <a:custGeom>
              <a:avLst/>
              <a:gdLst/>
              <a:ahLst/>
              <a:cxnLst/>
              <a:rect l="l" t="t" r="r" b="b"/>
              <a:pathLst>
                <a:path w="993" h="121" extrusionOk="0">
                  <a:moveTo>
                    <a:pt x="56" y="0"/>
                  </a:moveTo>
                  <a:cubicBezTo>
                    <a:pt x="19" y="0"/>
                    <a:pt x="0" y="28"/>
                    <a:pt x="0" y="56"/>
                  </a:cubicBezTo>
                  <a:cubicBezTo>
                    <a:pt x="0" y="93"/>
                    <a:pt x="19" y="121"/>
                    <a:pt x="56" y="121"/>
                  </a:cubicBezTo>
                  <a:lnTo>
                    <a:pt x="937" y="121"/>
                  </a:lnTo>
                  <a:cubicBezTo>
                    <a:pt x="965" y="121"/>
                    <a:pt x="993" y="93"/>
                    <a:pt x="993" y="56"/>
                  </a:cubicBezTo>
                  <a:cubicBezTo>
                    <a:pt x="993" y="28"/>
                    <a:pt x="965" y="0"/>
                    <a:pt x="9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a:extLst>
                <a:ext uri="{FF2B5EF4-FFF2-40B4-BE49-F238E27FC236}">
                  <a16:creationId xmlns:a16="http://schemas.microsoft.com/office/drawing/2014/main" id="{0F370FCA-AC64-1381-471F-56FF5364053C}"/>
                </a:ext>
              </a:extLst>
            </p:cNvPr>
            <p:cNvSpPr/>
            <p:nvPr/>
          </p:nvSpPr>
          <p:spPr>
            <a:xfrm>
              <a:off x="1833700" y="2605750"/>
              <a:ext cx="69825" cy="2800"/>
            </a:xfrm>
            <a:custGeom>
              <a:avLst/>
              <a:gdLst/>
              <a:ahLst/>
              <a:cxnLst/>
              <a:rect l="l" t="t" r="r" b="b"/>
              <a:pathLst>
                <a:path w="2793" h="112" extrusionOk="0">
                  <a:moveTo>
                    <a:pt x="56" y="0"/>
                  </a:moveTo>
                  <a:cubicBezTo>
                    <a:pt x="19" y="0"/>
                    <a:pt x="1" y="19"/>
                    <a:pt x="1" y="56"/>
                  </a:cubicBezTo>
                  <a:cubicBezTo>
                    <a:pt x="1" y="84"/>
                    <a:pt x="19" y="112"/>
                    <a:pt x="56" y="112"/>
                  </a:cubicBezTo>
                  <a:lnTo>
                    <a:pt x="2737" y="112"/>
                  </a:lnTo>
                  <a:cubicBezTo>
                    <a:pt x="2765" y="112"/>
                    <a:pt x="2793" y="84"/>
                    <a:pt x="2793" y="56"/>
                  </a:cubicBezTo>
                  <a:cubicBezTo>
                    <a:pt x="2793" y="19"/>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3">
              <a:extLst>
                <a:ext uri="{FF2B5EF4-FFF2-40B4-BE49-F238E27FC236}">
                  <a16:creationId xmlns:a16="http://schemas.microsoft.com/office/drawing/2014/main" id="{EAB7EE42-EA4D-B873-D15F-C42A5459B887}"/>
                </a:ext>
              </a:extLst>
            </p:cNvPr>
            <p:cNvSpPr/>
            <p:nvPr/>
          </p:nvSpPr>
          <p:spPr>
            <a:xfrm>
              <a:off x="1917425" y="2605750"/>
              <a:ext cx="26925" cy="2800"/>
            </a:xfrm>
            <a:custGeom>
              <a:avLst/>
              <a:gdLst/>
              <a:ahLst/>
              <a:cxnLst/>
              <a:rect l="l" t="t" r="r" b="b"/>
              <a:pathLst>
                <a:path w="1077" h="112" extrusionOk="0">
                  <a:moveTo>
                    <a:pt x="56" y="0"/>
                  </a:moveTo>
                  <a:cubicBezTo>
                    <a:pt x="28" y="0"/>
                    <a:pt x="1" y="19"/>
                    <a:pt x="1" y="56"/>
                  </a:cubicBezTo>
                  <a:cubicBezTo>
                    <a:pt x="1" y="84"/>
                    <a:pt x="28" y="112"/>
                    <a:pt x="56" y="112"/>
                  </a:cubicBezTo>
                  <a:lnTo>
                    <a:pt x="1012" y="112"/>
                  </a:lnTo>
                  <a:cubicBezTo>
                    <a:pt x="1049" y="112"/>
                    <a:pt x="1077" y="84"/>
                    <a:pt x="1077" y="56"/>
                  </a:cubicBezTo>
                  <a:cubicBezTo>
                    <a:pt x="1077" y="19"/>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3">
              <a:extLst>
                <a:ext uri="{FF2B5EF4-FFF2-40B4-BE49-F238E27FC236}">
                  <a16:creationId xmlns:a16="http://schemas.microsoft.com/office/drawing/2014/main" id="{7BA86E57-DD3F-A4C2-40CA-7ECD359EAFB7}"/>
                </a:ext>
              </a:extLst>
            </p:cNvPr>
            <p:cNvSpPr/>
            <p:nvPr/>
          </p:nvSpPr>
          <p:spPr>
            <a:xfrm>
              <a:off x="1833700" y="2688775"/>
              <a:ext cx="69825" cy="3025"/>
            </a:xfrm>
            <a:custGeom>
              <a:avLst/>
              <a:gdLst/>
              <a:ahLst/>
              <a:cxnLst/>
              <a:rect l="l" t="t" r="r" b="b"/>
              <a:pathLst>
                <a:path w="2793" h="121" extrusionOk="0">
                  <a:moveTo>
                    <a:pt x="56" y="0"/>
                  </a:moveTo>
                  <a:cubicBezTo>
                    <a:pt x="19" y="0"/>
                    <a:pt x="1" y="28"/>
                    <a:pt x="1" y="56"/>
                  </a:cubicBezTo>
                  <a:cubicBezTo>
                    <a:pt x="1" y="93"/>
                    <a:pt x="19" y="121"/>
                    <a:pt x="56" y="121"/>
                  </a:cubicBezTo>
                  <a:lnTo>
                    <a:pt x="2737" y="121"/>
                  </a:lnTo>
                  <a:cubicBezTo>
                    <a:pt x="2765" y="121"/>
                    <a:pt x="2793" y="93"/>
                    <a:pt x="2793" y="56"/>
                  </a:cubicBezTo>
                  <a:cubicBezTo>
                    <a:pt x="2793" y="28"/>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a:extLst>
                <a:ext uri="{FF2B5EF4-FFF2-40B4-BE49-F238E27FC236}">
                  <a16:creationId xmlns:a16="http://schemas.microsoft.com/office/drawing/2014/main" id="{F02186DC-57F0-D461-E4C7-EF22EDD4A067}"/>
                </a:ext>
              </a:extLst>
            </p:cNvPr>
            <p:cNvSpPr/>
            <p:nvPr/>
          </p:nvSpPr>
          <p:spPr>
            <a:xfrm>
              <a:off x="1917425" y="2688775"/>
              <a:ext cx="26925" cy="3025"/>
            </a:xfrm>
            <a:custGeom>
              <a:avLst/>
              <a:gdLst/>
              <a:ahLst/>
              <a:cxnLst/>
              <a:rect l="l" t="t" r="r" b="b"/>
              <a:pathLst>
                <a:path w="1077" h="121" extrusionOk="0">
                  <a:moveTo>
                    <a:pt x="56" y="0"/>
                  </a:moveTo>
                  <a:cubicBezTo>
                    <a:pt x="28" y="0"/>
                    <a:pt x="1" y="28"/>
                    <a:pt x="1" y="56"/>
                  </a:cubicBezTo>
                  <a:cubicBezTo>
                    <a:pt x="1" y="93"/>
                    <a:pt x="28" y="121"/>
                    <a:pt x="56" y="121"/>
                  </a:cubicBezTo>
                  <a:lnTo>
                    <a:pt x="1012" y="121"/>
                  </a:lnTo>
                  <a:cubicBezTo>
                    <a:pt x="1049" y="121"/>
                    <a:pt x="1077" y="93"/>
                    <a:pt x="1077" y="56"/>
                  </a:cubicBezTo>
                  <a:cubicBezTo>
                    <a:pt x="1077" y="28"/>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a:extLst>
                <a:ext uri="{FF2B5EF4-FFF2-40B4-BE49-F238E27FC236}">
                  <a16:creationId xmlns:a16="http://schemas.microsoft.com/office/drawing/2014/main" id="{DF3FB1D6-DEEE-C09C-2C4C-F4E99F2D7823}"/>
                </a:ext>
              </a:extLst>
            </p:cNvPr>
            <p:cNvSpPr/>
            <p:nvPr/>
          </p:nvSpPr>
          <p:spPr>
            <a:xfrm>
              <a:off x="1960575" y="2605750"/>
              <a:ext cx="24825" cy="2800"/>
            </a:xfrm>
            <a:custGeom>
              <a:avLst/>
              <a:gdLst/>
              <a:ahLst/>
              <a:cxnLst/>
              <a:rect l="l" t="t" r="r" b="b"/>
              <a:pathLst>
                <a:path w="993" h="112" extrusionOk="0">
                  <a:moveTo>
                    <a:pt x="56" y="0"/>
                  </a:moveTo>
                  <a:cubicBezTo>
                    <a:pt x="19" y="0"/>
                    <a:pt x="0" y="19"/>
                    <a:pt x="0" y="56"/>
                  </a:cubicBezTo>
                  <a:cubicBezTo>
                    <a:pt x="0" y="84"/>
                    <a:pt x="19" y="112"/>
                    <a:pt x="56" y="112"/>
                  </a:cubicBezTo>
                  <a:lnTo>
                    <a:pt x="937" y="112"/>
                  </a:lnTo>
                  <a:cubicBezTo>
                    <a:pt x="965" y="112"/>
                    <a:pt x="993" y="84"/>
                    <a:pt x="993" y="56"/>
                  </a:cubicBezTo>
                  <a:cubicBezTo>
                    <a:pt x="993" y="19"/>
                    <a:pt x="965" y="0"/>
                    <a:pt x="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3">
              <a:extLst>
                <a:ext uri="{FF2B5EF4-FFF2-40B4-BE49-F238E27FC236}">
                  <a16:creationId xmlns:a16="http://schemas.microsoft.com/office/drawing/2014/main" id="{D69C7D7F-92C6-B6B1-B472-0E58F7F99D25}"/>
                </a:ext>
              </a:extLst>
            </p:cNvPr>
            <p:cNvSpPr/>
            <p:nvPr/>
          </p:nvSpPr>
          <p:spPr>
            <a:xfrm>
              <a:off x="1915350" y="2657450"/>
              <a:ext cx="70050" cy="3050"/>
            </a:xfrm>
            <a:custGeom>
              <a:avLst/>
              <a:gdLst/>
              <a:ahLst/>
              <a:cxnLst/>
              <a:rect l="l" t="t" r="r" b="b"/>
              <a:pathLst>
                <a:path w="2802" h="122" extrusionOk="0">
                  <a:moveTo>
                    <a:pt x="65" y="1"/>
                  </a:moveTo>
                  <a:cubicBezTo>
                    <a:pt x="28" y="1"/>
                    <a:pt x="0" y="29"/>
                    <a:pt x="0" y="66"/>
                  </a:cubicBezTo>
                  <a:cubicBezTo>
                    <a:pt x="0" y="94"/>
                    <a:pt x="28" y="121"/>
                    <a:pt x="65" y="121"/>
                  </a:cubicBezTo>
                  <a:lnTo>
                    <a:pt x="2746" y="121"/>
                  </a:lnTo>
                  <a:cubicBezTo>
                    <a:pt x="2774" y="121"/>
                    <a:pt x="2802" y="94"/>
                    <a:pt x="2802" y="66"/>
                  </a:cubicBezTo>
                  <a:cubicBezTo>
                    <a:pt x="2802" y="29"/>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3">
              <a:extLst>
                <a:ext uri="{FF2B5EF4-FFF2-40B4-BE49-F238E27FC236}">
                  <a16:creationId xmlns:a16="http://schemas.microsoft.com/office/drawing/2014/main" id="{06498B3F-A224-50AB-13D0-FD0B38EB14B3}"/>
                </a:ext>
              </a:extLst>
            </p:cNvPr>
            <p:cNvSpPr/>
            <p:nvPr/>
          </p:nvSpPr>
          <p:spPr>
            <a:xfrm>
              <a:off x="1874750" y="2657450"/>
              <a:ext cx="26700" cy="3050"/>
            </a:xfrm>
            <a:custGeom>
              <a:avLst/>
              <a:gdLst/>
              <a:ahLst/>
              <a:cxnLst/>
              <a:rect l="l" t="t" r="r" b="b"/>
              <a:pathLst>
                <a:path w="1068" h="122" extrusionOk="0">
                  <a:moveTo>
                    <a:pt x="56" y="1"/>
                  </a:moveTo>
                  <a:cubicBezTo>
                    <a:pt x="28" y="1"/>
                    <a:pt x="1" y="29"/>
                    <a:pt x="1" y="66"/>
                  </a:cubicBezTo>
                  <a:cubicBezTo>
                    <a:pt x="1" y="94"/>
                    <a:pt x="28" y="121"/>
                    <a:pt x="56" y="121"/>
                  </a:cubicBezTo>
                  <a:lnTo>
                    <a:pt x="1012" y="121"/>
                  </a:lnTo>
                  <a:cubicBezTo>
                    <a:pt x="1049" y="121"/>
                    <a:pt x="1067" y="94"/>
                    <a:pt x="1067" y="66"/>
                  </a:cubicBezTo>
                  <a:cubicBezTo>
                    <a:pt x="1067" y="29"/>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3">
              <a:extLst>
                <a:ext uri="{FF2B5EF4-FFF2-40B4-BE49-F238E27FC236}">
                  <a16:creationId xmlns:a16="http://schemas.microsoft.com/office/drawing/2014/main" id="{2030C565-6285-8451-E8DC-B1EF0CD2FF46}"/>
                </a:ext>
              </a:extLst>
            </p:cNvPr>
            <p:cNvSpPr/>
            <p:nvPr/>
          </p:nvSpPr>
          <p:spPr>
            <a:xfrm>
              <a:off x="1833700" y="2657450"/>
              <a:ext cx="24850" cy="3050"/>
            </a:xfrm>
            <a:custGeom>
              <a:avLst/>
              <a:gdLst/>
              <a:ahLst/>
              <a:cxnLst/>
              <a:rect l="l" t="t" r="r" b="b"/>
              <a:pathLst>
                <a:path w="994" h="122" extrusionOk="0">
                  <a:moveTo>
                    <a:pt x="56" y="1"/>
                  </a:moveTo>
                  <a:cubicBezTo>
                    <a:pt x="19" y="1"/>
                    <a:pt x="1" y="29"/>
                    <a:pt x="1" y="66"/>
                  </a:cubicBezTo>
                  <a:cubicBezTo>
                    <a:pt x="1" y="94"/>
                    <a:pt x="19" y="121"/>
                    <a:pt x="56" y="121"/>
                  </a:cubicBezTo>
                  <a:lnTo>
                    <a:pt x="938" y="121"/>
                  </a:lnTo>
                  <a:cubicBezTo>
                    <a:pt x="965" y="121"/>
                    <a:pt x="993" y="94"/>
                    <a:pt x="993" y="66"/>
                  </a:cubicBezTo>
                  <a:cubicBezTo>
                    <a:pt x="993" y="29"/>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3">
              <a:extLst>
                <a:ext uri="{FF2B5EF4-FFF2-40B4-BE49-F238E27FC236}">
                  <a16:creationId xmlns:a16="http://schemas.microsoft.com/office/drawing/2014/main" id="{0E420BB8-C5F6-3394-5940-F89BFAC24018}"/>
                </a:ext>
              </a:extLst>
            </p:cNvPr>
            <p:cNvSpPr/>
            <p:nvPr/>
          </p:nvSpPr>
          <p:spPr>
            <a:xfrm>
              <a:off x="1874750" y="2716825"/>
              <a:ext cx="26700" cy="3050"/>
            </a:xfrm>
            <a:custGeom>
              <a:avLst/>
              <a:gdLst/>
              <a:ahLst/>
              <a:cxnLst/>
              <a:rect l="l" t="t" r="r" b="b"/>
              <a:pathLst>
                <a:path w="1068" h="122" extrusionOk="0">
                  <a:moveTo>
                    <a:pt x="56" y="1"/>
                  </a:moveTo>
                  <a:cubicBezTo>
                    <a:pt x="28" y="1"/>
                    <a:pt x="1" y="29"/>
                    <a:pt x="1" y="66"/>
                  </a:cubicBezTo>
                  <a:cubicBezTo>
                    <a:pt x="1" y="93"/>
                    <a:pt x="28" y="121"/>
                    <a:pt x="56" y="121"/>
                  </a:cubicBezTo>
                  <a:lnTo>
                    <a:pt x="1012" y="121"/>
                  </a:lnTo>
                  <a:cubicBezTo>
                    <a:pt x="1049" y="121"/>
                    <a:pt x="1067" y="93"/>
                    <a:pt x="1067" y="66"/>
                  </a:cubicBezTo>
                  <a:cubicBezTo>
                    <a:pt x="1067" y="29"/>
                    <a:pt x="1049" y="1"/>
                    <a:pt x="10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3">
              <a:extLst>
                <a:ext uri="{FF2B5EF4-FFF2-40B4-BE49-F238E27FC236}">
                  <a16:creationId xmlns:a16="http://schemas.microsoft.com/office/drawing/2014/main" id="{2BBC1A51-6DC8-3980-75D6-4FBFDD39E99B}"/>
                </a:ext>
              </a:extLst>
            </p:cNvPr>
            <p:cNvSpPr/>
            <p:nvPr/>
          </p:nvSpPr>
          <p:spPr>
            <a:xfrm>
              <a:off x="1833700" y="2716825"/>
              <a:ext cx="24850" cy="3050"/>
            </a:xfrm>
            <a:custGeom>
              <a:avLst/>
              <a:gdLst/>
              <a:ahLst/>
              <a:cxnLst/>
              <a:rect l="l" t="t" r="r" b="b"/>
              <a:pathLst>
                <a:path w="994" h="122" extrusionOk="0">
                  <a:moveTo>
                    <a:pt x="56" y="1"/>
                  </a:moveTo>
                  <a:cubicBezTo>
                    <a:pt x="19" y="1"/>
                    <a:pt x="1" y="29"/>
                    <a:pt x="1" y="66"/>
                  </a:cubicBezTo>
                  <a:cubicBezTo>
                    <a:pt x="1" y="93"/>
                    <a:pt x="19" y="121"/>
                    <a:pt x="56" y="121"/>
                  </a:cubicBezTo>
                  <a:lnTo>
                    <a:pt x="938" y="121"/>
                  </a:lnTo>
                  <a:cubicBezTo>
                    <a:pt x="965" y="121"/>
                    <a:pt x="993" y="93"/>
                    <a:pt x="993" y="66"/>
                  </a:cubicBezTo>
                  <a:cubicBezTo>
                    <a:pt x="993" y="29"/>
                    <a:pt x="965" y="1"/>
                    <a:pt x="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3">
              <a:extLst>
                <a:ext uri="{FF2B5EF4-FFF2-40B4-BE49-F238E27FC236}">
                  <a16:creationId xmlns:a16="http://schemas.microsoft.com/office/drawing/2014/main" id="{D03ADC36-908B-D1AA-0653-3EEBA8EF8187}"/>
                </a:ext>
              </a:extLst>
            </p:cNvPr>
            <p:cNvSpPr/>
            <p:nvPr/>
          </p:nvSpPr>
          <p:spPr>
            <a:xfrm>
              <a:off x="1833700" y="2631250"/>
              <a:ext cx="37375" cy="3050"/>
            </a:xfrm>
            <a:custGeom>
              <a:avLst/>
              <a:gdLst/>
              <a:ahLst/>
              <a:cxnLst/>
              <a:rect l="l" t="t" r="r" b="b"/>
              <a:pathLst>
                <a:path w="1495" h="122" extrusionOk="0">
                  <a:moveTo>
                    <a:pt x="56" y="1"/>
                  </a:moveTo>
                  <a:cubicBezTo>
                    <a:pt x="19" y="1"/>
                    <a:pt x="1" y="28"/>
                    <a:pt x="1" y="66"/>
                  </a:cubicBezTo>
                  <a:cubicBezTo>
                    <a:pt x="1" y="93"/>
                    <a:pt x="19" y="121"/>
                    <a:pt x="56" y="121"/>
                  </a:cubicBezTo>
                  <a:lnTo>
                    <a:pt x="1439" y="121"/>
                  </a:lnTo>
                  <a:cubicBezTo>
                    <a:pt x="1466" y="121"/>
                    <a:pt x="1494" y="93"/>
                    <a:pt x="1494" y="66"/>
                  </a:cubicBezTo>
                  <a:cubicBezTo>
                    <a:pt x="1494" y="28"/>
                    <a:pt x="1466" y="1"/>
                    <a:pt x="14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3">
              <a:extLst>
                <a:ext uri="{FF2B5EF4-FFF2-40B4-BE49-F238E27FC236}">
                  <a16:creationId xmlns:a16="http://schemas.microsoft.com/office/drawing/2014/main" id="{0DCFF6C0-2AFF-6465-0E11-FE09D16C54E4}"/>
                </a:ext>
              </a:extLst>
            </p:cNvPr>
            <p:cNvSpPr/>
            <p:nvPr/>
          </p:nvSpPr>
          <p:spPr>
            <a:xfrm>
              <a:off x="1882650" y="2631250"/>
              <a:ext cx="61700" cy="3050"/>
            </a:xfrm>
            <a:custGeom>
              <a:avLst/>
              <a:gdLst/>
              <a:ahLst/>
              <a:cxnLst/>
              <a:rect l="l" t="t" r="r" b="b"/>
              <a:pathLst>
                <a:path w="2468" h="122" extrusionOk="0">
                  <a:moveTo>
                    <a:pt x="65" y="1"/>
                  </a:moveTo>
                  <a:cubicBezTo>
                    <a:pt x="28" y="1"/>
                    <a:pt x="0" y="28"/>
                    <a:pt x="0" y="66"/>
                  </a:cubicBezTo>
                  <a:cubicBezTo>
                    <a:pt x="0" y="93"/>
                    <a:pt x="28" y="121"/>
                    <a:pt x="65" y="121"/>
                  </a:cubicBezTo>
                  <a:lnTo>
                    <a:pt x="2403" y="121"/>
                  </a:lnTo>
                  <a:cubicBezTo>
                    <a:pt x="2440" y="121"/>
                    <a:pt x="2468" y="93"/>
                    <a:pt x="2468" y="66"/>
                  </a:cubicBezTo>
                  <a:cubicBezTo>
                    <a:pt x="2468" y="28"/>
                    <a:pt x="2440" y="1"/>
                    <a:pt x="24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3">
              <a:extLst>
                <a:ext uri="{FF2B5EF4-FFF2-40B4-BE49-F238E27FC236}">
                  <a16:creationId xmlns:a16="http://schemas.microsoft.com/office/drawing/2014/main" id="{FFFF1BE5-4082-54F1-A3D9-12E583399DEC}"/>
                </a:ext>
              </a:extLst>
            </p:cNvPr>
            <p:cNvSpPr/>
            <p:nvPr/>
          </p:nvSpPr>
          <p:spPr>
            <a:xfrm>
              <a:off x="1960575" y="263125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3">
              <a:extLst>
                <a:ext uri="{FF2B5EF4-FFF2-40B4-BE49-F238E27FC236}">
                  <a16:creationId xmlns:a16="http://schemas.microsoft.com/office/drawing/2014/main" id="{A5AA3DB7-CB3D-1305-D3D2-EC7E3F175383}"/>
                </a:ext>
              </a:extLst>
            </p:cNvPr>
            <p:cNvSpPr/>
            <p:nvPr/>
          </p:nvSpPr>
          <p:spPr>
            <a:xfrm>
              <a:off x="1833250" y="2744425"/>
              <a:ext cx="61475" cy="3050"/>
            </a:xfrm>
            <a:custGeom>
              <a:avLst/>
              <a:gdLst/>
              <a:ahLst/>
              <a:cxnLst/>
              <a:rect l="l" t="t" r="r" b="b"/>
              <a:pathLst>
                <a:path w="2459" h="122" extrusionOk="0">
                  <a:moveTo>
                    <a:pt x="56" y="1"/>
                  </a:moveTo>
                  <a:cubicBezTo>
                    <a:pt x="19" y="1"/>
                    <a:pt x="0" y="28"/>
                    <a:pt x="0" y="66"/>
                  </a:cubicBezTo>
                  <a:cubicBezTo>
                    <a:pt x="0" y="93"/>
                    <a:pt x="19" y="121"/>
                    <a:pt x="56" y="121"/>
                  </a:cubicBezTo>
                  <a:lnTo>
                    <a:pt x="2393" y="121"/>
                  </a:lnTo>
                  <a:cubicBezTo>
                    <a:pt x="2431" y="121"/>
                    <a:pt x="2458" y="93"/>
                    <a:pt x="2458" y="66"/>
                  </a:cubicBezTo>
                  <a:cubicBezTo>
                    <a:pt x="2458" y="28"/>
                    <a:pt x="2431" y="1"/>
                    <a:pt x="2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3">
              <a:extLst>
                <a:ext uri="{FF2B5EF4-FFF2-40B4-BE49-F238E27FC236}">
                  <a16:creationId xmlns:a16="http://schemas.microsoft.com/office/drawing/2014/main" id="{9464B8B7-D233-4066-8205-CC211AA3760C}"/>
                </a:ext>
              </a:extLst>
            </p:cNvPr>
            <p:cNvSpPr/>
            <p:nvPr/>
          </p:nvSpPr>
          <p:spPr>
            <a:xfrm>
              <a:off x="1833250" y="2770400"/>
              <a:ext cx="24825" cy="2800"/>
            </a:xfrm>
            <a:custGeom>
              <a:avLst/>
              <a:gdLst/>
              <a:ahLst/>
              <a:cxnLst/>
              <a:rect l="l" t="t" r="r" b="b"/>
              <a:pathLst>
                <a:path w="993" h="112" extrusionOk="0">
                  <a:moveTo>
                    <a:pt x="56" y="1"/>
                  </a:moveTo>
                  <a:cubicBezTo>
                    <a:pt x="28" y="1"/>
                    <a:pt x="0" y="28"/>
                    <a:pt x="0" y="56"/>
                  </a:cubicBezTo>
                  <a:cubicBezTo>
                    <a:pt x="0" y="93"/>
                    <a:pt x="28" y="112"/>
                    <a:pt x="56" y="112"/>
                  </a:cubicBezTo>
                  <a:lnTo>
                    <a:pt x="937" y="112"/>
                  </a:lnTo>
                  <a:cubicBezTo>
                    <a:pt x="974" y="112"/>
                    <a:pt x="993" y="93"/>
                    <a:pt x="993" y="56"/>
                  </a:cubicBezTo>
                  <a:cubicBezTo>
                    <a:pt x="993" y="28"/>
                    <a:pt x="974"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3">
              <a:extLst>
                <a:ext uri="{FF2B5EF4-FFF2-40B4-BE49-F238E27FC236}">
                  <a16:creationId xmlns:a16="http://schemas.microsoft.com/office/drawing/2014/main" id="{64BD20BF-9358-FBC4-6C83-76F01C9CC3A0}"/>
                </a:ext>
              </a:extLst>
            </p:cNvPr>
            <p:cNvSpPr/>
            <p:nvPr/>
          </p:nvSpPr>
          <p:spPr>
            <a:xfrm>
              <a:off x="1630775" y="2920000"/>
              <a:ext cx="550375" cy="380600"/>
            </a:xfrm>
            <a:custGeom>
              <a:avLst/>
              <a:gdLst/>
              <a:ahLst/>
              <a:cxnLst/>
              <a:rect l="l" t="t" r="r" b="b"/>
              <a:pathLst>
                <a:path w="22015" h="15224" extrusionOk="0">
                  <a:moveTo>
                    <a:pt x="576" y="0"/>
                  </a:moveTo>
                  <a:cubicBezTo>
                    <a:pt x="260" y="0"/>
                    <a:pt x="1" y="260"/>
                    <a:pt x="1" y="575"/>
                  </a:cubicBezTo>
                  <a:lnTo>
                    <a:pt x="1" y="15019"/>
                  </a:lnTo>
                  <a:cubicBezTo>
                    <a:pt x="1" y="15130"/>
                    <a:pt x="93" y="15223"/>
                    <a:pt x="205" y="15223"/>
                  </a:cubicBezTo>
                  <a:lnTo>
                    <a:pt x="21810" y="15223"/>
                  </a:lnTo>
                  <a:cubicBezTo>
                    <a:pt x="21921" y="15223"/>
                    <a:pt x="22014" y="15130"/>
                    <a:pt x="22014" y="15019"/>
                  </a:cubicBezTo>
                  <a:lnTo>
                    <a:pt x="22014" y="575"/>
                  </a:lnTo>
                  <a:cubicBezTo>
                    <a:pt x="22014" y="260"/>
                    <a:pt x="21754" y="0"/>
                    <a:pt x="21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3">
              <a:extLst>
                <a:ext uri="{FF2B5EF4-FFF2-40B4-BE49-F238E27FC236}">
                  <a16:creationId xmlns:a16="http://schemas.microsoft.com/office/drawing/2014/main" id="{546D8CDF-8E2D-4098-BF73-6C9CAD4F048E}"/>
                </a:ext>
              </a:extLst>
            </p:cNvPr>
            <p:cNvSpPr/>
            <p:nvPr/>
          </p:nvSpPr>
          <p:spPr>
            <a:xfrm>
              <a:off x="1629375" y="2918600"/>
              <a:ext cx="553150" cy="383375"/>
            </a:xfrm>
            <a:custGeom>
              <a:avLst/>
              <a:gdLst/>
              <a:ahLst/>
              <a:cxnLst/>
              <a:rect l="l" t="t" r="r" b="b"/>
              <a:pathLst>
                <a:path w="22126" h="15335" extrusionOk="0">
                  <a:moveTo>
                    <a:pt x="21495" y="121"/>
                  </a:moveTo>
                  <a:cubicBezTo>
                    <a:pt x="21773" y="121"/>
                    <a:pt x="22005" y="344"/>
                    <a:pt x="22005" y="631"/>
                  </a:cubicBezTo>
                  <a:lnTo>
                    <a:pt x="22005" y="15075"/>
                  </a:lnTo>
                  <a:cubicBezTo>
                    <a:pt x="22005" y="15149"/>
                    <a:pt x="21940" y="15214"/>
                    <a:pt x="21866" y="15214"/>
                  </a:cubicBezTo>
                  <a:lnTo>
                    <a:pt x="251" y="15214"/>
                  </a:lnTo>
                  <a:cubicBezTo>
                    <a:pt x="177" y="15214"/>
                    <a:pt x="112" y="15149"/>
                    <a:pt x="112" y="15075"/>
                  </a:cubicBezTo>
                  <a:lnTo>
                    <a:pt x="112" y="631"/>
                  </a:lnTo>
                  <a:cubicBezTo>
                    <a:pt x="112" y="344"/>
                    <a:pt x="344" y="121"/>
                    <a:pt x="632" y="121"/>
                  </a:cubicBezTo>
                  <a:close/>
                  <a:moveTo>
                    <a:pt x="632" y="0"/>
                  </a:moveTo>
                  <a:cubicBezTo>
                    <a:pt x="279" y="0"/>
                    <a:pt x="1" y="288"/>
                    <a:pt x="1" y="631"/>
                  </a:cubicBezTo>
                  <a:lnTo>
                    <a:pt x="1" y="15075"/>
                  </a:lnTo>
                  <a:cubicBezTo>
                    <a:pt x="1" y="15214"/>
                    <a:pt x="112" y="15335"/>
                    <a:pt x="261" y="15335"/>
                  </a:cubicBezTo>
                  <a:lnTo>
                    <a:pt x="21866" y="15335"/>
                  </a:lnTo>
                  <a:cubicBezTo>
                    <a:pt x="22005" y="15335"/>
                    <a:pt x="22126" y="15214"/>
                    <a:pt x="22126" y="15075"/>
                  </a:cubicBezTo>
                  <a:lnTo>
                    <a:pt x="22126" y="631"/>
                  </a:lnTo>
                  <a:cubicBezTo>
                    <a:pt x="22126" y="288"/>
                    <a:pt x="21838" y="0"/>
                    <a:pt x="214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3">
              <a:extLst>
                <a:ext uri="{FF2B5EF4-FFF2-40B4-BE49-F238E27FC236}">
                  <a16:creationId xmlns:a16="http://schemas.microsoft.com/office/drawing/2014/main" id="{BDEADD8F-1596-0B88-AF37-FEDBFE44B370}"/>
                </a:ext>
              </a:extLst>
            </p:cNvPr>
            <p:cNvSpPr/>
            <p:nvPr/>
          </p:nvSpPr>
          <p:spPr>
            <a:xfrm>
              <a:off x="1670900" y="2956625"/>
              <a:ext cx="469875" cy="307325"/>
            </a:xfrm>
            <a:custGeom>
              <a:avLst/>
              <a:gdLst/>
              <a:ahLst/>
              <a:cxnLst/>
              <a:rect l="l" t="t" r="r" b="b"/>
              <a:pathLst>
                <a:path w="18795" h="12293" extrusionOk="0">
                  <a:moveTo>
                    <a:pt x="0" y="1"/>
                  </a:moveTo>
                  <a:lnTo>
                    <a:pt x="0" y="12292"/>
                  </a:lnTo>
                  <a:lnTo>
                    <a:pt x="18795" y="12292"/>
                  </a:lnTo>
                  <a:lnTo>
                    <a:pt x="187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3">
              <a:extLst>
                <a:ext uri="{FF2B5EF4-FFF2-40B4-BE49-F238E27FC236}">
                  <a16:creationId xmlns:a16="http://schemas.microsoft.com/office/drawing/2014/main" id="{E535AD6B-CECC-6A5C-2885-4629E6DA05E6}"/>
                </a:ext>
              </a:extLst>
            </p:cNvPr>
            <p:cNvSpPr/>
            <p:nvPr/>
          </p:nvSpPr>
          <p:spPr>
            <a:xfrm>
              <a:off x="1669500" y="2955000"/>
              <a:ext cx="472675" cy="310325"/>
            </a:xfrm>
            <a:custGeom>
              <a:avLst/>
              <a:gdLst/>
              <a:ahLst/>
              <a:cxnLst/>
              <a:rect l="l" t="t" r="r" b="b"/>
              <a:pathLst>
                <a:path w="18907" h="12413" extrusionOk="0">
                  <a:moveTo>
                    <a:pt x="18795" y="121"/>
                  </a:moveTo>
                  <a:lnTo>
                    <a:pt x="18795" y="12302"/>
                  </a:lnTo>
                  <a:lnTo>
                    <a:pt x="121" y="12302"/>
                  </a:lnTo>
                  <a:lnTo>
                    <a:pt x="121" y="121"/>
                  </a:lnTo>
                  <a:close/>
                  <a:moveTo>
                    <a:pt x="56" y="1"/>
                  </a:moveTo>
                  <a:cubicBezTo>
                    <a:pt x="29" y="1"/>
                    <a:pt x="1" y="29"/>
                    <a:pt x="1" y="66"/>
                  </a:cubicBezTo>
                  <a:lnTo>
                    <a:pt x="1" y="12357"/>
                  </a:lnTo>
                  <a:cubicBezTo>
                    <a:pt x="1" y="12394"/>
                    <a:pt x="29" y="12413"/>
                    <a:pt x="56" y="12413"/>
                  </a:cubicBezTo>
                  <a:lnTo>
                    <a:pt x="18851" y="12413"/>
                  </a:lnTo>
                  <a:cubicBezTo>
                    <a:pt x="18888" y="12413"/>
                    <a:pt x="18907" y="12394"/>
                    <a:pt x="18907" y="12357"/>
                  </a:cubicBezTo>
                  <a:lnTo>
                    <a:pt x="18907" y="66"/>
                  </a:lnTo>
                  <a:cubicBezTo>
                    <a:pt x="18907" y="29"/>
                    <a:pt x="18879" y="1"/>
                    <a:pt x="188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3">
              <a:extLst>
                <a:ext uri="{FF2B5EF4-FFF2-40B4-BE49-F238E27FC236}">
                  <a16:creationId xmlns:a16="http://schemas.microsoft.com/office/drawing/2014/main" id="{9687CD70-6A96-E742-AFC2-DED6B45A14BE}"/>
                </a:ext>
              </a:extLst>
            </p:cNvPr>
            <p:cNvSpPr/>
            <p:nvPr/>
          </p:nvSpPr>
          <p:spPr>
            <a:xfrm>
              <a:off x="1900275" y="2932975"/>
              <a:ext cx="11375" cy="11400"/>
            </a:xfrm>
            <a:custGeom>
              <a:avLst/>
              <a:gdLst/>
              <a:ahLst/>
              <a:cxnLst/>
              <a:rect l="l" t="t" r="r" b="b"/>
              <a:pathLst>
                <a:path w="455" h="456" extrusionOk="0">
                  <a:moveTo>
                    <a:pt x="223" y="121"/>
                  </a:moveTo>
                  <a:cubicBezTo>
                    <a:pt x="288" y="121"/>
                    <a:pt x="334" y="168"/>
                    <a:pt x="334" y="232"/>
                  </a:cubicBezTo>
                  <a:cubicBezTo>
                    <a:pt x="334" y="288"/>
                    <a:pt x="288" y="344"/>
                    <a:pt x="223" y="344"/>
                  </a:cubicBezTo>
                  <a:cubicBezTo>
                    <a:pt x="167" y="344"/>
                    <a:pt x="111" y="288"/>
                    <a:pt x="111" y="232"/>
                  </a:cubicBezTo>
                  <a:cubicBezTo>
                    <a:pt x="111" y="168"/>
                    <a:pt x="167" y="121"/>
                    <a:pt x="223" y="121"/>
                  </a:cubicBezTo>
                  <a:close/>
                  <a:moveTo>
                    <a:pt x="223" y="1"/>
                  </a:moveTo>
                  <a:cubicBezTo>
                    <a:pt x="102" y="1"/>
                    <a:pt x="0" y="103"/>
                    <a:pt x="0" y="232"/>
                  </a:cubicBezTo>
                  <a:cubicBezTo>
                    <a:pt x="0" y="353"/>
                    <a:pt x="102" y="455"/>
                    <a:pt x="223" y="455"/>
                  </a:cubicBezTo>
                  <a:cubicBezTo>
                    <a:pt x="353" y="455"/>
                    <a:pt x="455" y="353"/>
                    <a:pt x="455" y="232"/>
                  </a:cubicBezTo>
                  <a:cubicBezTo>
                    <a:pt x="455" y="103"/>
                    <a:pt x="353" y="1"/>
                    <a:pt x="2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3">
              <a:extLst>
                <a:ext uri="{FF2B5EF4-FFF2-40B4-BE49-F238E27FC236}">
                  <a16:creationId xmlns:a16="http://schemas.microsoft.com/office/drawing/2014/main" id="{07CFDFB8-0C8B-6745-8E3A-1CB881A70E4C}"/>
                </a:ext>
              </a:extLst>
            </p:cNvPr>
            <p:cNvSpPr/>
            <p:nvPr/>
          </p:nvSpPr>
          <p:spPr>
            <a:xfrm>
              <a:off x="1540800" y="3297550"/>
              <a:ext cx="730325" cy="49200"/>
            </a:xfrm>
            <a:custGeom>
              <a:avLst/>
              <a:gdLst/>
              <a:ahLst/>
              <a:cxnLst/>
              <a:rect l="l" t="t" r="r" b="b"/>
              <a:pathLst>
                <a:path w="29213" h="1968" extrusionOk="0">
                  <a:moveTo>
                    <a:pt x="0" y="0"/>
                  </a:moveTo>
                  <a:lnTo>
                    <a:pt x="0" y="1206"/>
                  </a:lnTo>
                  <a:cubicBezTo>
                    <a:pt x="0" y="1624"/>
                    <a:pt x="343" y="1967"/>
                    <a:pt x="761" y="1967"/>
                  </a:cubicBezTo>
                  <a:lnTo>
                    <a:pt x="28443" y="1967"/>
                  </a:lnTo>
                  <a:cubicBezTo>
                    <a:pt x="28869" y="1967"/>
                    <a:pt x="29213" y="1624"/>
                    <a:pt x="29213" y="1206"/>
                  </a:cubicBezTo>
                  <a:lnTo>
                    <a:pt x="292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3">
              <a:extLst>
                <a:ext uri="{FF2B5EF4-FFF2-40B4-BE49-F238E27FC236}">
                  <a16:creationId xmlns:a16="http://schemas.microsoft.com/office/drawing/2014/main" id="{82459940-C82D-86D5-C9B1-B509EC9A741A}"/>
                </a:ext>
              </a:extLst>
            </p:cNvPr>
            <p:cNvSpPr/>
            <p:nvPr/>
          </p:nvSpPr>
          <p:spPr>
            <a:xfrm>
              <a:off x="1539175" y="3296150"/>
              <a:ext cx="733350" cy="52225"/>
            </a:xfrm>
            <a:custGeom>
              <a:avLst/>
              <a:gdLst/>
              <a:ahLst/>
              <a:cxnLst/>
              <a:rect l="l" t="t" r="r" b="b"/>
              <a:pathLst>
                <a:path w="29334" h="2089" extrusionOk="0">
                  <a:moveTo>
                    <a:pt x="29222" y="112"/>
                  </a:moveTo>
                  <a:lnTo>
                    <a:pt x="29222" y="1262"/>
                  </a:lnTo>
                  <a:cubicBezTo>
                    <a:pt x="29222" y="1652"/>
                    <a:pt x="28897" y="1967"/>
                    <a:pt x="28508" y="1967"/>
                  </a:cubicBezTo>
                  <a:lnTo>
                    <a:pt x="826" y="1967"/>
                  </a:lnTo>
                  <a:cubicBezTo>
                    <a:pt x="436" y="1967"/>
                    <a:pt x="121" y="1652"/>
                    <a:pt x="121" y="1262"/>
                  </a:cubicBezTo>
                  <a:lnTo>
                    <a:pt x="121" y="112"/>
                  </a:lnTo>
                  <a:close/>
                  <a:moveTo>
                    <a:pt x="65" y="1"/>
                  </a:moveTo>
                  <a:cubicBezTo>
                    <a:pt x="28" y="1"/>
                    <a:pt x="0" y="29"/>
                    <a:pt x="0" y="56"/>
                  </a:cubicBezTo>
                  <a:lnTo>
                    <a:pt x="0" y="1262"/>
                  </a:lnTo>
                  <a:cubicBezTo>
                    <a:pt x="0" y="1717"/>
                    <a:pt x="371" y="2088"/>
                    <a:pt x="826" y="2088"/>
                  </a:cubicBezTo>
                  <a:lnTo>
                    <a:pt x="28508" y="2088"/>
                  </a:lnTo>
                  <a:cubicBezTo>
                    <a:pt x="28962" y="2088"/>
                    <a:pt x="29333" y="1717"/>
                    <a:pt x="29333" y="1262"/>
                  </a:cubicBezTo>
                  <a:lnTo>
                    <a:pt x="29333" y="56"/>
                  </a:lnTo>
                  <a:cubicBezTo>
                    <a:pt x="29333" y="29"/>
                    <a:pt x="29305" y="1"/>
                    <a:pt x="29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3">
              <a:extLst>
                <a:ext uri="{FF2B5EF4-FFF2-40B4-BE49-F238E27FC236}">
                  <a16:creationId xmlns:a16="http://schemas.microsoft.com/office/drawing/2014/main" id="{7274D441-4642-1921-641B-E9B30DF68024}"/>
                </a:ext>
              </a:extLst>
            </p:cNvPr>
            <p:cNvSpPr/>
            <p:nvPr/>
          </p:nvSpPr>
          <p:spPr>
            <a:xfrm>
              <a:off x="1546350" y="3333725"/>
              <a:ext cx="719200" cy="3050"/>
            </a:xfrm>
            <a:custGeom>
              <a:avLst/>
              <a:gdLst/>
              <a:ahLst/>
              <a:cxnLst/>
              <a:rect l="l" t="t" r="r" b="b"/>
              <a:pathLst>
                <a:path w="28768" h="122" extrusionOk="0">
                  <a:moveTo>
                    <a:pt x="56" y="1"/>
                  </a:moveTo>
                  <a:cubicBezTo>
                    <a:pt x="19" y="1"/>
                    <a:pt x="1" y="28"/>
                    <a:pt x="1" y="66"/>
                  </a:cubicBezTo>
                  <a:cubicBezTo>
                    <a:pt x="1" y="93"/>
                    <a:pt x="19" y="121"/>
                    <a:pt x="56" y="121"/>
                  </a:cubicBezTo>
                  <a:lnTo>
                    <a:pt x="28712" y="121"/>
                  </a:lnTo>
                  <a:cubicBezTo>
                    <a:pt x="28740" y="121"/>
                    <a:pt x="28768" y="93"/>
                    <a:pt x="28768" y="66"/>
                  </a:cubicBezTo>
                  <a:cubicBezTo>
                    <a:pt x="28768" y="28"/>
                    <a:pt x="28740" y="1"/>
                    <a:pt x="287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a:extLst>
                <a:ext uri="{FF2B5EF4-FFF2-40B4-BE49-F238E27FC236}">
                  <a16:creationId xmlns:a16="http://schemas.microsoft.com/office/drawing/2014/main" id="{A238A7EB-AB19-0AD8-657D-8F747E925478}"/>
                </a:ext>
              </a:extLst>
            </p:cNvPr>
            <p:cNvSpPr/>
            <p:nvPr/>
          </p:nvSpPr>
          <p:spPr>
            <a:xfrm>
              <a:off x="1836250" y="3300575"/>
              <a:ext cx="139400" cy="15550"/>
            </a:xfrm>
            <a:custGeom>
              <a:avLst/>
              <a:gdLst/>
              <a:ahLst/>
              <a:cxnLst/>
              <a:rect l="l" t="t" r="r" b="b"/>
              <a:pathLst>
                <a:path w="5576" h="622" extrusionOk="0">
                  <a:moveTo>
                    <a:pt x="1" y="0"/>
                  </a:moveTo>
                  <a:lnTo>
                    <a:pt x="1" y="622"/>
                  </a:lnTo>
                  <a:lnTo>
                    <a:pt x="5576" y="622"/>
                  </a:lnTo>
                  <a:lnTo>
                    <a:pt x="55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3">
              <a:extLst>
                <a:ext uri="{FF2B5EF4-FFF2-40B4-BE49-F238E27FC236}">
                  <a16:creationId xmlns:a16="http://schemas.microsoft.com/office/drawing/2014/main" id="{B6285835-CD37-DC1D-FDAA-48824BC4AAF6}"/>
                </a:ext>
              </a:extLst>
            </p:cNvPr>
            <p:cNvSpPr/>
            <p:nvPr/>
          </p:nvSpPr>
          <p:spPr>
            <a:xfrm>
              <a:off x="1834875" y="3299175"/>
              <a:ext cx="142175" cy="18350"/>
            </a:xfrm>
            <a:custGeom>
              <a:avLst/>
              <a:gdLst/>
              <a:ahLst/>
              <a:cxnLst/>
              <a:rect l="l" t="t" r="r" b="b"/>
              <a:pathLst>
                <a:path w="5687" h="734" extrusionOk="0">
                  <a:moveTo>
                    <a:pt x="5566" y="121"/>
                  </a:moveTo>
                  <a:lnTo>
                    <a:pt x="5566" y="613"/>
                  </a:lnTo>
                  <a:lnTo>
                    <a:pt x="111" y="613"/>
                  </a:lnTo>
                  <a:lnTo>
                    <a:pt x="111" y="121"/>
                  </a:lnTo>
                  <a:close/>
                  <a:moveTo>
                    <a:pt x="56" y="0"/>
                  </a:moveTo>
                  <a:cubicBezTo>
                    <a:pt x="19" y="0"/>
                    <a:pt x="0" y="28"/>
                    <a:pt x="0" y="56"/>
                  </a:cubicBezTo>
                  <a:lnTo>
                    <a:pt x="0" y="678"/>
                  </a:lnTo>
                  <a:cubicBezTo>
                    <a:pt x="0" y="705"/>
                    <a:pt x="19" y="733"/>
                    <a:pt x="56" y="733"/>
                  </a:cubicBezTo>
                  <a:lnTo>
                    <a:pt x="5631" y="733"/>
                  </a:lnTo>
                  <a:cubicBezTo>
                    <a:pt x="5659" y="733"/>
                    <a:pt x="5687" y="705"/>
                    <a:pt x="5687" y="678"/>
                  </a:cubicBezTo>
                  <a:lnTo>
                    <a:pt x="5687" y="56"/>
                  </a:lnTo>
                  <a:cubicBezTo>
                    <a:pt x="5687" y="28"/>
                    <a:pt x="5659" y="0"/>
                    <a:pt x="5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a:extLst>
                <a:ext uri="{FF2B5EF4-FFF2-40B4-BE49-F238E27FC236}">
                  <a16:creationId xmlns:a16="http://schemas.microsoft.com/office/drawing/2014/main" id="{63980FF4-840C-8B36-A294-764F41C84964}"/>
                </a:ext>
              </a:extLst>
            </p:cNvPr>
            <p:cNvSpPr/>
            <p:nvPr/>
          </p:nvSpPr>
          <p:spPr>
            <a:xfrm>
              <a:off x="1743950" y="3008825"/>
              <a:ext cx="294325" cy="215000"/>
            </a:xfrm>
            <a:custGeom>
              <a:avLst/>
              <a:gdLst/>
              <a:ahLst/>
              <a:cxnLst/>
              <a:rect l="l" t="t" r="r" b="b"/>
              <a:pathLst>
                <a:path w="11773" h="8600" extrusionOk="0">
                  <a:moveTo>
                    <a:pt x="223" y="0"/>
                  </a:moveTo>
                  <a:cubicBezTo>
                    <a:pt x="103" y="0"/>
                    <a:pt x="1" y="102"/>
                    <a:pt x="1" y="223"/>
                  </a:cubicBezTo>
                  <a:lnTo>
                    <a:pt x="1" y="8377"/>
                  </a:lnTo>
                  <a:cubicBezTo>
                    <a:pt x="1" y="8497"/>
                    <a:pt x="103" y="8599"/>
                    <a:pt x="223" y="8599"/>
                  </a:cubicBezTo>
                  <a:lnTo>
                    <a:pt x="11559" y="8599"/>
                  </a:lnTo>
                  <a:cubicBezTo>
                    <a:pt x="11680" y="8599"/>
                    <a:pt x="11773" y="8497"/>
                    <a:pt x="11773" y="8377"/>
                  </a:cubicBezTo>
                  <a:lnTo>
                    <a:pt x="11773" y="223"/>
                  </a:lnTo>
                  <a:cubicBezTo>
                    <a:pt x="11773" y="102"/>
                    <a:pt x="11680" y="0"/>
                    <a:pt x="115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a:extLst>
                <a:ext uri="{FF2B5EF4-FFF2-40B4-BE49-F238E27FC236}">
                  <a16:creationId xmlns:a16="http://schemas.microsoft.com/office/drawing/2014/main" id="{5FA78570-4174-818D-FA5B-0CCA4D0F1878}"/>
                </a:ext>
              </a:extLst>
            </p:cNvPr>
            <p:cNvSpPr/>
            <p:nvPr/>
          </p:nvSpPr>
          <p:spPr>
            <a:xfrm>
              <a:off x="1760425" y="2992575"/>
              <a:ext cx="294325" cy="36200"/>
            </a:xfrm>
            <a:custGeom>
              <a:avLst/>
              <a:gdLst/>
              <a:ahLst/>
              <a:cxnLst/>
              <a:rect l="l" t="t" r="r" b="b"/>
              <a:pathLst>
                <a:path w="11773" h="1448" extrusionOk="0">
                  <a:moveTo>
                    <a:pt x="269" y="1"/>
                  </a:moveTo>
                  <a:cubicBezTo>
                    <a:pt x="121" y="1"/>
                    <a:pt x="0" y="121"/>
                    <a:pt x="0" y="260"/>
                  </a:cubicBezTo>
                  <a:lnTo>
                    <a:pt x="0" y="1448"/>
                  </a:lnTo>
                  <a:lnTo>
                    <a:pt x="11772" y="1448"/>
                  </a:lnTo>
                  <a:lnTo>
                    <a:pt x="11772" y="344"/>
                  </a:lnTo>
                  <a:cubicBezTo>
                    <a:pt x="11772" y="158"/>
                    <a:pt x="11624" y="1"/>
                    <a:pt x="1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a:extLst>
                <a:ext uri="{FF2B5EF4-FFF2-40B4-BE49-F238E27FC236}">
                  <a16:creationId xmlns:a16="http://schemas.microsoft.com/office/drawing/2014/main" id="{778C7B14-3822-E5BD-65AE-71681AD0E9DE}"/>
                </a:ext>
              </a:extLst>
            </p:cNvPr>
            <p:cNvSpPr/>
            <p:nvPr/>
          </p:nvSpPr>
          <p:spPr>
            <a:xfrm>
              <a:off x="1759025" y="2991175"/>
              <a:ext cx="297350" cy="39000"/>
            </a:xfrm>
            <a:custGeom>
              <a:avLst/>
              <a:gdLst/>
              <a:ahLst/>
              <a:cxnLst/>
              <a:rect l="l" t="t" r="r" b="b"/>
              <a:pathLst>
                <a:path w="11894" h="1560" extrusionOk="0">
                  <a:moveTo>
                    <a:pt x="11494" y="112"/>
                  </a:moveTo>
                  <a:cubicBezTo>
                    <a:pt x="11643" y="112"/>
                    <a:pt x="11773" y="242"/>
                    <a:pt x="11773" y="400"/>
                  </a:cubicBezTo>
                  <a:lnTo>
                    <a:pt x="11773" y="1448"/>
                  </a:lnTo>
                  <a:lnTo>
                    <a:pt x="112" y="1448"/>
                  </a:lnTo>
                  <a:lnTo>
                    <a:pt x="112" y="316"/>
                  </a:lnTo>
                  <a:cubicBezTo>
                    <a:pt x="112" y="205"/>
                    <a:pt x="205" y="112"/>
                    <a:pt x="325" y="112"/>
                  </a:cubicBezTo>
                  <a:close/>
                  <a:moveTo>
                    <a:pt x="316" y="1"/>
                  </a:moveTo>
                  <a:cubicBezTo>
                    <a:pt x="140" y="1"/>
                    <a:pt x="1" y="140"/>
                    <a:pt x="1" y="326"/>
                  </a:cubicBezTo>
                  <a:lnTo>
                    <a:pt x="1" y="1559"/>
                  </a:lnTo>
                  <a:lnTo>
                    <a:pt x="11893" y="1559"/>
                  </a:lnTo>
                  <a:lnTo>
                    <a:pt x="11893" y="400"/>
                  </a:lnTo>
                  <a:cubicBezTo>
                    <a:pt x="11893" y="177"/>
                    <a:pt x="11708" y="1"/>
                    <a:pt x="11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3">
              <a:extLst>
                <a:ext uri="{FF2B5EF4-FFF2-40B4-BE49-F238E27FC236}">
                  <a16:creationId xmlns:a16="http://schemas.microsoft.com/office/drawing/2014/main" id="{E1E33118-9888-C646-5676-D404EA96A9F8}"/>
                </a:ext>
              </a:extLst>
            </p:cNvPr>
            <p:cNvSpPr/>
            <p:nvPr/>
          </p:nvSpPr>
          <p:spPr>
            <a:xfrm>
              <a:off x="1793350" y="3003250"/>
              <a:ext cx="14175" cy="14175"/>
            </a:xfrm>
            <a:custGeom>
              <a:avLst/>
              <a:gdLst/>
              <a:ahLst/>
              <a:cxnLst/>
              <a:rect l="l" t="t" r="r" b="b"/>
              <a:pathLst>
                <a:path w="567" h="567" extrusionOk="0">
                  <a:moveTo>
                    <a:pt x="279" y="121"/>
                  </a:moveTo>
                  <a:cubicBezTo>
                    <a:pt x="372" y="121"/>
                    <a:pt x="446" y="195"/>
                    <a:pt x="446" y="279"/>
                  </a:cubicBezTo>
                  <a:cubicBezTo>
                    <a:pt x="446" y="371"/>
                    <a:pt x="372" y="446"/>
                    <a:pt x="279" y="446"/>
                  </a:cubicBezTo>
                  <a:cubicBezTo>
                    <a:pt x="195" y="446"/>
                    <a:pt x="121" y="371"/>
                    <a:pt x="121" y="279"/>
                  </a:cubicBezTo>
                  <a:cubicBezTo>
                    <a:pt x="121" y="195"/>
                    <a:pt x="195" y="121"/>
                    <a:pt x="279" y="121"/>
                  </a:cubicBezTo>
                  <a:close/>
                  <a:moveTo>
                    <a:pt x="279" y="0"/>
                  </a:moveTo>
                  <a:cubicBezTo>
                    <a:pt x="130" y="0"/>
                    <a:pt x="1" y="130"/>
                    <a:pt x="1" y="279"/>
                  </a:cubicBezTo>
                  <a:cubicBezTo>
                    <a:pt x="1" y="436"/>
                    <a:pt x="130" y="566"/>
                    <a:pt x="279" y="566"/>
                  </a:cubicBezTo>
                  <a:cubicBezTo>
                    <a:pt x="437" y="566"/>
                    <a:pt x="566" y="436"/>
                    <a:pt x="566" y="279"/>
                  </a:cubicBezTo>
                  <a:cubicBezTo>
                    <a:pt x="566"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3">
              <a:extLst>
                <a:ext uri="{FF2B5EF4-FFF2-40B4-BE49-F238E27FC236}">
                  <a16:creationId xmlns:a16="http://schemas.microsoft.com/office/drawing/2014/main" id="{995CEFF6-AFDE-8C27-6475-1F9C002078D2}"/>
                </a:ext>
              </a:extLst>
            </p:cNvPr>
            <p:cNvSpPr/>
            <p:nvPr/>
          </p:nvSpPr>
          <p:spPr>
            <a:xfrm>
              <a:off x="1815150" y="3003250"/>
              <a:ext cx="13950" cy="14175"/>
            </a:xfrm>
            <a:custGeom>
              <a:avLst/>
              <a:gdLst/>
              <a:ahLst/>
              <a:cxnLst/>
              <a:rect l="l" t="t" r="r" b="b"/>
              <a:pathLst>
                <a:path w="558" h="567" extrusionOk="0">
                  <a:moveTo>
                    <a:pt x="279" y="121"/>
                  </a:moveTo>
                  <a:cubicBezTo>
                    <a:pt x="372" y="121"/>
                    <a:pt x="446" y="195"/>
                    <a:pt x="446" y="279"/>
                  </a:cubicBezTo>
                  <a:cubicBezTo>
                    <a:pt x="446" y="371"/>
                    <a:pt x="372" y="446"/>
                    <a:pt x="279" y="446"/>
                  </a:cubicBezTo>
                  <a:cubicBezTo>
                    <a:pt x="186" y="446"/>
                    <a:pt x="112" y="371"/>
                    <a:pt x="112" y="279"/>
                  </a:cubicBezTo>
                  <a:cubicBezTo>
                    <a:pt x="112" y="195"/>
                    <a:pt x="186" y="121"/>
                    <a:pt x="279" y="121"/>
                  </a:cubicBezTo>
                  <a:close/>
                  <a:moveTo>
                    <a:pt x="279" y="0"/>
                  </a:moveTo>
                  <a:cubicBezTo>
                    <a:pt x="121" y="0"/>
                    <a:pt x="1" y="130"/>
                    <a:pt x="1" y="279"/>
                  </a:cubicBezTo>
                  <a:cubicBezTo>
                    <a:pt x="1" y="436"/>
                    <a:pt x="121" y="566"/>
                    <a:pt x="279" y="566"/>
                  </a:cubicBezTo>
                  <a:cubicBezTo>
                    <a:pt x="437" y="566"/>
                    <a:pt x="557" y="436"/>
                    <a:pt x="557" y="279"/>
                  </a:cubicBezTo>
                  <a:cubicBezTo>
                    <a:pt x="557"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3">
              <a:extLst>
                <a:ext uri="{FF2B5EF4-FFF2-40B4-BE49-F238E27FC236}">
                  <a16:creationId xmlns:a16="http://schemas.microsoft.com/office/drawing/2014/main" id="{88278945-5C91-693B-340D-457B97196346}"/>
                </a:ext>
              </a:extLst>
            </p:cNvPr>
            <p:cNvSpPr/>
            <p:nvPr/>
          </p:nvSpPr>
          <p:spPr>
            <a:xfrm>
              <a:off x="1771775" y="3003250"/>
              <a:ext cx="14175" cy="14175"/>
            </a:xfrm>
            <a:custGeom>
              <a:avLst/>
              <a:gdLst/>
              <a:ahLst/>
              <a:cxnLst/>
              <a:rect l="l" t="t" r="r" b="b"/>
              <a:pathLst>
                <a:path w="567" h="567" extrusionOk="0">
                  <a:moveTo>
                    <a:pt x="288" y="121"/>
                  </a:moveTo>
                  <a:cubicBezTo>
                    <a:pt x="372" y="121"/>
                    <a:pt x="446" y="195"/>
                    <a:pt x="446" y="279"/>
                  </a:cubicBezTo>
                  <a:cubicBezTo>
                    <a:pt x="446" y="371"/>
                    <a:pt x="372" y="446"/>
                    <a:pt x="288" y="446"/>
                  </a:cubicBezTo>
                  <a:cubicBezTo>
                    <a:pt x="196" y="446"/>
                    <a:pt x="121" y="371"/>
                    <a:pt x="121" y="279"/>
                  </a:cubicBezTo>
                  <a:cubicBezTo>
                    <a:pt x="121" y="195"/>
                    <a:pt x="196" y="121"/>
                    <a:pt x="288" y="121"/>
                  </a:cubicBezTo>
                  <a:close/>
                  <a:moveTo>
                    <a:pt x="288" y="0"/>
                  </a:moveTo>
                  <a:cubicBezTo>
                    <a:pt x="131" y="0"/>
                    <a:pt x="1" y="130"/>
                    <a:pt x="1" y="279"/>
                  </a:cubicBezTo>
                  <a:cubicBezTo>
                    <a:pt x="1" y="436"/>
                    <a:pt x="131" y="566"/>
                    <a:pt x="288" y="566"/>
                  </a:cubicBezTo>
                  <a:cubicBezTo>
                    <a:pt x="437" y="566"/>
                    <a:pt x="567" y="436"/>
                    <a:pt x="567" y="279"/>
                  </a:cubicBezTo>
                  <a:cubicBezTo>
                    <a:pt x="567" y="130"/>
                    <a:pt x="437"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3">
              <a:extLst>
                <a:ext uri="{FF2B5EF4-FFF2-40B4-BE49-F238E27FC236}">
                  <a16:creationId xmlns:a16="http://schemas.microsoft.com/office/drawing/2014/main" id="{A4A83522-0767-1056-1D51-40E80C5DEDF9}"/>
                </a:ext>
              </a:extLst>
            </p:cNvPr>
            <p:cNvSpPr/>
            <p:nvPr/>
          </p:nvSpPr>
          <p:spPr>
            <a:xfrm>
              <a:off x="1760175" y="3028750"/>
              <a:ext cx="294575" cy="177225"/>
            </a:xfrm>
            <a:custGeom>
              <a:avLst/>
              <a:gdLst/>
              <a:ahLst/>
              <a:cxnLst/>
              <a:rect l="l" t="t" r="r" b="b"/>
              <a:pathLst>
                <a:path w="11783" h="7089" extrusionOk="0">
                  <a:moveTo>
                    <a:pt x="47" y="1"/>
                  </a:moveTo>
                  <a:cubicBezTo>
                    <a:pt x="19" y="1"/>
                    <a:pt x="1" y="19"/>
                    <a:pt x="1" y="38"/>
                  </a:cubicBezTo>
                  <a:lnTo>
                    <a:pt x="1" y="7051"/>
                  </a:lnTo>
                  <a:cubicBezTo>
                    <a:pt x="1" y="7070"/>
                    <a:pt x="19" y="7088"/>
                    <a:pt x="47" y="7088"/>
                  </a:cubicBezTo>
                  <a:lnTo>
                    <a:pt x="11745" y="7088"/>
                  </a:lnTo>
                  <a:cubicBezTo>
                    <a:pt x="11764" y="7088"/>
                    <a:pt x="11782" y="7070"/>
                    <a:pt x="11782" y="7051"/>
                  </a:cubicBezTo>
                  <a:lnTo>
                    <a:pt x="11782" y="38"/>
                  </a:lnTo>
                  <a:cubicBezTo>
                    <a:pt x="11782" y="19"/>
                    <a:pt x="11764" y="1"/>
                    <a:pt x="117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3">
              <a:extLst>
                <a:ext uri="{FF2B5EF4-FFF2-40B4-BE49-F238E27FC236}">
                  <a16:creationId xmlns:a16="http://schemas.microsoft.com/office/drawing/2014/main" id="{40579157-D4EF-739F-A8C2-DC7B6585AF53}"/>
                </a:ext>
              </a:extLst>
            </p:cNvPr>
            <p:cNvSpPr/>
            <p:nvPr/>
          </p:nvSpPr>
          <p:spPr>
            <a:xfrm>
              <a:off x="1758800" y="3027375"/>
              <a:ext cx="297325" cy="179975"/>
            </a:xfrm>
            <a:custGeom>
              <a:avLst/>
              <a:gdLst/>
              <a:ahLst/>
              <a:cxnLst/>
              <a:rect l="l" t="t" r="r" b="b"/>
              <a:pathLst>
                <a:path w="11893" h="7199" extrusionOk="0">
                  <a:moveTo>
                    <a:pt x="11782" y="111"/>
                  </a:moveTo>
                  <a:lnTo>
                    <a:pt x="11782" y="7087"/>
                  </a:lnTo>
                  <a:lnTo>
                    <a:pt x="121" y="7087"/>
                  </a:lnTo>
                  <a:lnTo>
                    <a:pt x="121" y="111"/>
                  </a:lnTo>
                  <a:close/>
                  <a:moveTo>
                    <a:pt x="102" y="0"/>
                  </a:moveTo>
                  <a:cubicBezTo>
                    <a:pt x="47" y="0"/>
                    <a:pt x="0" y="47"/>
                    <a:pt x="0" y="93"/>
                  </a:cubicBezTo>
                  <a:lnTo>
                    <a:pt x="0" y="7106"/>
                  </a:lnTo>
                  <a:cubicBezTo>
                    <a:pt x="0" y="7162"/>
                    <a:pt x="47" y="7199"/>
                    <a:pt x="102" y="7199"/>
                  </a:cubicBezTo>
                  <a:lnTo>
                    <a:pt x="11800" y="7199"/>
                  </a:lnTo>
                  <a:cubicBezTo>
                    <a:pt x="11856" y="7199"/>
                    <a:pt x="11893" y="7162"/>
                    <a:pt x="11893" y="7106"/>
                  </a:cubicBezTo>
                  <a:lnTo>
                    <a:pt x="11893" y="93"/>
                  </a:lnTo>
                  <a:cubicBezTo>
                    <a:pt x="11893" y="47"/>
                    <a:pt x="11856" y="0"/>
                    <a:pt x="11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3">
              <a:extLst>
                <a:ext uri="{FF2B5EF4-FFF2-40B4-BE49-F238E27FC236}">
                  <a16:creationId xmlns:a16="http://schemas.microsoft.com/office/drawing/2014/main" id="{78FE5B56-241D-0950-317D-494C38E25507}"/>
                </a:ext>
              </a:extLst>
            </p:cNvPr>
            <p:cNvSpPr/>
            <p:nvPr/>
          </p:nvSpPr>
          <p:spPr>
            <a:xfrm>
              <a:off x="1961950" y="3064475"/>
              <a:ext cx="65200" cy="100675"/>
            </a:xfrm>
            <a:custGeom>
              <a:avLst/>
              <a:gdLst/>
              <a:ahLst/>
              <a:cxnLst/>
              <a:rect l="l" t="t" r="r" b="b"/>
              <a:pathLst>
                <a:path w="2608" h="4027" extrusionOk="0">
                  <a:moveTo>
                    <a:pt x="19" y="0"/>
                  </a:moveTo>
                  <a:cubicBezTo>
                    <a:pt x="10" y="0"/>
                    <a:pt x="1" y="10"/>
                    <a:pt x="1" y="28"/>
                  </a:cubicBezTo>
                  <a:lnTo>
                    <a:pt x="1" y="4008"/>
                  </a:lnTo>
                  <a:cubicBezTo>
                    <a:pt x="1" y="4017"/>
                    <a:pt x="10" y="4026"/>
                    <a:pt x="19" y="4026"/>
                  </a:cubicBezTo>
                  <a:lnTo>
                    <a:pt x="2589" y="4026"/>
                  </a:lnTo>
                  <a:cubicBezTo>
                    <a:pt x="2598" y="4026"/>
                    <a:pt x="2607" y="4017"/>
                    <a:pt x="2607" y="4008"/>
                  </a:cubicBezTo>
                  <a:lnTo>
                    <a:pt x="2607" y="28"/>
                  </a:lnTo>
                  <a:cubicBezTo>
                    <a:pt x="2607" y="10"/>
                    <a:pt x="2598" y="0"/>
                    <a:pt x="25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3">
              <a:extLst>
                <a:ext uri="{FF2B5EF4-FFF2-40B4-BE49-F238E27FC236}">
                  <a16:creationId xmlns:a16="http://schemas.microsoft.com/office/drawing/2014/main" id="{07A79C36-FE61-8826-0103-365038B169C4}"/>
                </a:ext>
              </a:extLst>
            </p:cNvPr>
            <p:cNvSpPr/>
            <p:nvPr/>
          </p:nvSpPr>
          <p:spPr>
            <a:xfrm>
              <a:off x="1960575" y="3063075"/>
              <a:ext cx="67975" cy="103475"/>
            </a:xfrm>
            <a:custGeom>
              <a:avLst/>
              <a:gdLst/>
              <a:ahLst/>
              <a:cxnLst/>
              <a:rect l="l" t="t" r="r" b="b"/>
              <a:pathLst>
                <a:path w="2719" h="4139" extrusionOk="0">
                  <a:moveTo>
                    <a:pt x="2597" y="121"/>
                  </a:moveTo>
                  <a:lnTo>
                    <a:pt x="2597" y="4018"/>
                  </a:lnTo>
                  <a:lnTo>
                    <a:pt x="111" y="4018"/>
                  </a:lnTo>
                  <a:lnTo>
                    <a:pt x="111" y="121"/>
                  </a:lnTo>
                  <a:close/>
                  <a:moveTo>
                    <a:pt x="74" y="1"/>
                  </a:moveTo>
                  <a:cubicBezTo>
                    <a:pt x="37" y="1"/>
                    <a:pt x="0" y="38"/>
                    <a:pt x="0" y="84"/>
                  </a:cubicBezTo>
                  <a:lnTo>
                    <a:pt x="0" y="4064"/>
                  </a:lnTo>
                  <a:cubicBezTo>
                    <a:pt x="0" y="4101"/>
                    <a:pt x="37" y="4138"/>
                    <a:pt x="74" y="4138"/>
                  </a:cubicBezTo>
                  <a:lnTo>
                    <a:pt x="2644" y="4138"/>
                  </a:lnTo>
                  <a:cubicBezTo>
                    <a:pt x="2681" y="4138"/>
                    <a:pt x="2718" y="4101"/>
                    <a:pt x="2718" y="4064"/>
                  </a:cubicBezTo>
                  <a:lnTo>
                    <a:pt x="2718" y="84"/>
                  </a:lnTo>
                  <a:cubicBezTo>
                    <a:pt x="2718" y="38"/>
                    <a:pt x="2681" y="1"/>
                    <a:pt x="26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3">
              <a:extLst>
                <a:ext uri="{FF2B5EF4-FFF2-40B4-BE49-F238E27FC236}">
                  <a16:creationId xmlns:a16="http://schemas.microsoft.com/office/drawing/2014/main" id="{B656CD5B-FC25-479B-E653-7C4579C962F0}"/>
                </a:ext>
              </a:extLst>
            </p:cNvPr>
            <p:cNvSpPr/>
            <p:nvPr/>
          </p:nvSpPr>
          <p:spPr>
            <a:xfrm>
              <a:off x="1963575" y="3066550"/>
              <a:ext cx="62875" cy="97200"/>
            </a:xfrm>
            <a:custGeom>
              <a:avLst/>
              <a:gdLst/>
              <a:ahLst/>
              <a:cxnLst/>
              <a:rect l="l" t="t" r="r" b="b"/>
              <a:pathLst>
                <a:path w="2515" h="3888" extrusionOk="0">
                  <a:moveTo>
                    <a:pt x="1" y="1"/>
                  </a:moveTo>
                  <a:lnTo>
                    <a:pt x="2515" y="3888"/>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3">
              <a:extLst>
                <a:ext uri="{FF2B5EF4-FFF2-40B4-BE49-F238E27FC236}">
                  <a16:creationId xmlns:a16="http://schemas.microsoft.com/office/drawing/2014/main" id="{FFA72E6D-A43D-CC7B-5F51-F5EBD518DA9C}"/>
                </a:ext>
              </a:extLst>
            </p:cNvPr>
            <p:cNvSpPr/>
            <p:nvPr/>
          </p:nvSpPr>
          <p:spPr>
            <a:xfrm>
              <a:off x="1961950" y="3065075"/>
              <a:ext cx="66125" cy="100075"/>
            </a:xfrm>
            <a:custGeom>
              <a:avLst/>
              <a:gdLst/>
              <a:ahLst/>
              <a:cxnLst/>
              <a:rect l="l" t="t" r="r" b="b"/>
              <a:pathLst>
                <a:path w="2645" h="4003" extrusionOk="0">
                  <a:moveTo>
                    <a:pt x="60" y="1"/>
                  </a:moveTo>
                  <a:cubicBezTo>
                    <a:pt x="53" y="1"/>
                    <a:pt x="45" y="2"/>
                    <a:pt x="38" y="4"/>
                  </a:cubicBezTo>
                  <a:cubicBezTo>
                    <a:pt x="10" y="23"/>
                    <a:pt x="1" y="60"/>
                    <a:pt x="19" y="88"/>
                  </a:cubicBezTo>
                  <a:lnTo>
                    <a:pt x="2533" y="3984"/>
                  </a:lnTo>
                  <a:cubicBezTo>
                    <a:pt x="2542" y="3993"/>
                    <a:pt x="2561" y="4002"/>
                    <a:pt x="2580" y="4002"/>
                  </a:cubicBezTo>
                  <a:cubicBezTo>
                    <a:pt x="2589" y="4002"/>
                    <a:pt x="2598" y="4002"/>
                    <a:pt x="2607" y="3993"/>
                  </a:cubicBezTo>
                  <a:cubicBezTo>
                    <a:pt x="2635" y="3984"/>
                    <a:pt x="2645" y="3947"/>
                    <a:pt x="2626" y="3919"/>
                  </a:cubicBezTo>
                  <a:lnTo>
                    <a:pt x="112" y="23"/>
                  </a:lnTo>
                  <a:cubicBezTo>
                    <a:pt x="98" y="9"/>
                    <a:pt x="80" y="1"/>
                    <a:pt x="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3">
              <a:extLst>
                <a:ext uri="{FF2B5EF4-FFF2-40B4-BE49-F238E27FC236}">
                  <a16:creationId xmlns:a16="http://schemas.microsoft.com/office/drawing/2014/main" id="{6775B108-8719-55A3-6609-20803A1B149B}"/>
                </a:ext>
              </a:extLst>
            </p:cNvPr>
            <p:cNvSpPr/>
            <p:nvPr/>
          </p:nvSpPr>
          <p:spPr>
            <a:xfrm>
              <a:off x="1962425" y="3066100"/>
              <a:ext cx="62625" cy="99050"/>
            </a:xfrm>
            <a:custGeom>
              <a:avLst/>
              <a:gdLst/>
              <a:ahLst/>
              <a:cxnLst/>
              <a:rect l="l" t="t" r="r" b="b"/>
              <a:pathLst>
                <a:path w="2505" h="3962" extrusionOk="0">
                  <a:moveTo>
                    <a:pt x="2505" y="0"/>
                  </a:moveTo>
                  <a:lnTo>
                    <a:pt x="0" y="396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3">
              <a:extLst>
                <a:ext uri="{FF2B5EF4-FFF2-40B4-BE49-F238E27FC236}">
                  <a16:creationId xmlns:a16="http://schemas.microsoft.com/office/drawing/2014/main" id="{F124D839-57CA-3F9F-5BDE-33EFF942410B}"/>
                </a:ext>
              </a:extLst>
            </p:cNvPr>
            <p:cNvSpPr/>
            <p:nvPr/>
          </p:nvSpPr>
          <p:spPr>
            <a:xfrm>
              <a:off x="1960800" y="3064700"/>
              <a:ext cx="66125" cy="101850"/>
            </a:xfrm>
            <a:custGeom>
              <a:avLst/>
              <a:gdLst/>
              <a:ahLst/>
              <a:cxnLst/>
              <a:rect l="l" t="t" r="r" b="b"/>
              <a:pathLst>
                <a:path w="2645" h="4074" extrusionOk="0">
                  <a:moveTo>
                    <a:pt x="2575" y="0"/>
                  </a:moveTo>
                  <a:cubicBezTo>
                    <a:pt x="2555" y="0"/>
                    <a:pt x="2536" y="11"/>
                    <a:pt x="2524" y="29"/>
                  </a:cubicBezTo>
                  <a:lnTo>
                    <a:pt x="19" y="3980"/>
                  </a:lnTo>
                  <a:cubicBezTo>
                    <a:pt x="0" y="4008"/>
                    <a:pt x="10" y="4045"/>
                    <a:pt x="37" y="4064"/>
                  </a:cubicBezTo>
                  <a:cubicBezTo>
                    <a:pt x="47" y="4073"/>
                    <a:pt x="56" y="4073"/>
                    <a:pt x="65" y="4073"/>
                  </a:cubicBezTo>
                  <a:cubicBezTo>
                    <a:pt x="84" y="4073"/>
                    <a:pt x="102" y="4064"/>
                    <a:pt x="121" y="4045"/>
                  </a:cubicBezTo>
                  <a:lnTo>
                    <a:pt x="2626" y="93"/>
                  </a:lnTo>
                  <a:cubicBezTo>
                    <a:pt x="2644" y="66"/>
                    <a:pt x="2635" y="29"/>
                    <a:pt x="2607" y="10"/>
                  </a:cubicBezTo>
                  <a:cubicBezTo>
                    <a:pt x="2597" y="3"/>
                    <a:pt x="2586" y="0"/>
                    <a:pt x="25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3">
              <a:extLst>
                <a:ext uri="{FF2B5EF4-FFF2-40B4-BE49-F238E27FC236}">
                  <a16:creationId xmlns:a16="http://schemas.microsoft.com/office/drawing/2014/main" id="{D4103FC2-09A8-A895-81EF-7337A2EFFFE0}"/>
                </a:ext>
              </a:extLst>
            </p:cNvPr>
            <p:cNvSpPr/>
            <p:nvPr/>
          </p:nvSpPr>
          <p:spPr>
            <a:xfrm>
              <a:off x="1797750" y="3070275"/>
              <a:ext cx="138475" cy="3025"/>
            </a:xfrm>
            <a:custGeom>
              <a:avLst/>
              <a:gdLst/>
              <a:ahLst/>
              <a:cxnLst/>
              <a:rect l="l" t="t" r="r" b="b"/>
              <a:pathLst>
                <a:path w="5539" h="121" extrusionOk="0">
                  <a:moveTo>
                    <a:pt x="66" y="0"/>
                  </a:moveTo>
                  <a:cubicBezTo>
                    <a:pt x="29" y="0"/>
                    <a:pt x="1" y="28"/>
                    <a:pt x="1" y="56"/>
                  </a:cubicBezTo>
                  <a:cubicBezTo>
                    <a:pt x="1" y="93"/>
                    <a:pt x="29" y="121"/>
                    <a:pt x="66" y="121"/>
                  </a:cubicBezTo>
                  <a:lnTo>
                    <a:pt x="5483" y="121"/>
                  </a:lnTo>
                  <a:cubicBezTo>
                    <a:pt x="5511" y="121"/>
                    <a:pt x="5539" y="93"/>
                    <a:pt x="5539" y="56"/>
                  </a:cubicBezTo>
                  <a:cubicBezTo>
                    <a:pt x="5539" y="28"/>
                    <a:pt x="5511" y="0"/>
                    <a:pt x="54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3">
              <a:extLst>
                <a:ext uri="{FF2B5EF4-FFF2-40B4-BE49-F238E27FC236}">
                  <a16:creationId xmlns:a16="http://schemas.microsoft.com/office/drawing/2014/main" id="{50BE540F-FB0F-A473-3576-678E0F8AFF69}"/>
                </a:ext>
              </a:extLst>
            </p:cNvPr>
            <p:cNvSpPr/>
            <p:nvPr/>
          </p:nvSpPr>
          <p:spPr>
            <a:xfrm>
              <a:off x="1798000" y="3090900"/>
              <a:ext cx="50350" cy="2825"/>
            </a:xfrm>
            <a:custGeom>
              <a:avLst/>
              <a:gdLst/>
              <a:ahLst/>
              <a:cxnLst/>
              <a:rect l="l" t="t" r="r" b="b"/>
              <a:pathLst>
                <a:path w="2014" h="113" extrusionOk="0">
                  <a:moveTo>
                    <a:pt x="56" y="1"/>
                  </a:moveTo>
                  <a:cubicBezTo>
                    <a:pt x="19" y="1"/>
                    <a:pt x="0" y="29"/>
                    <a:pt x="0" y="57"/>
                  </a:cubicBezTo>
                  <a:cubicBezTo>
                    <a:pt x="0" y="94"/>
                    <a:pt x="19" y="112"/>
                    <a:pt x="56" y="112"/>
                  </a:cubicBezTo>
                  <a:lnTo>
                    <a:pt x="1957" y="112"/>
                  </a:lnTo>
                  <a:cubicBezTo>
                    <a:pt x="1985" y="112"/>
                    <a:pt x="2013" y="94"/>
                    <a:pt x="2013" y="57"/>
                  </a:cubicBezTo>
                  <a:cubicBezTo>
                    <a:pt x="2013" y="29"/>
                    <a:pt x="1995" y="1"/>
                    <a:pt x="1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3">
              <a:extLst>
                <a:ext uri="{FF2B5EF4-FFF2-40B4-BE49-F238E27FC236}">
                  <a16:creationId xmlns:a16="http://schemas.microsoft.com/office/drawing/2014/main" id="{F941F02F-E4E4-6F51-3277-81303864AD46}"/>
                </a:ext>
              </a:extLst>
            </p:cNvPr>
            <p:cNvSpPr/>
            <p:nvPr/>
          </p:nvSpPr>
          <p:spPr>
            <a:xfrm>
              <a:off x="1865025" y="3090900"/>
              <a:ext cx="60775" cy="2825"/>
            </a:xfrm>
            <a:custGeom>
              <a:avLst/>
              <a:gdLst/>
              <a:ahLst/>
              <a:cxnLst/>
              <a:rect l="l" t="t" r="r" b="b"/>
              <a:pathLst>
                <a:path w="2431" h="113" extrusionOk="0">
                  <a:moveTo>
                    <a:pt x="56" y="1"/>
                  </a:moveTo>
                  <a:cubicBezTo>
                    <a:pt x="28" y="1"/>
                    <a:pt x="0" y="29"/>
                    <a:pt x="0" y="57"/>
                  </a:cubicBezTo>
                  <a:cubicBezTo>
                    <a:pt x="0" y="94"/>
                    <a:pt x="28" y="112"/>
                    <a:pt x="56" y="112"/>
                  </a:cubicBezTo>
                  <a:lnTo>
                    <a:pt x="2375" y="112"/>
                  </a:lnTo>
                  <a:cubicBezTo>
                    <a:pt x="2403" y="112"/>
                    <a:pt x="2431" y="94"/>
                    <a:pt x="2431" y="57"/>
                  </a:cubicBezTo>
                  <a:cubicBezTo>
                    <a:pt x="2431" y="29"/>
                    <a:pt x="2403" y="1"/>
                    <a:pt x="23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3">
              <a:extLst>
                <a:ext uri="{FF2B5EF4-FFF2-40B4-BE49-F238E27FC236}">
                  <a16:creationId xmlns:a16="http://schemas.microsoft.com/office/drawing/2014/main" id="{A1BFD743-36A4-8036-28D6-97B52B9518E7}"/>
                </a:ext>
              </a:extLst>
            </p:cNvPr>
            <p:cNvSpPr/>
            <p:nvPr/>
          </p:nvSpPr>
          <p:spPr>
            <a:xfrm>
              <a:off x="1798000" y="3153300"/>
              <a:ext cx="89775" cy="2800"/>
            </a:xfrm>
            <a:custGeom>
              <a:avLst/>
              <a:gdLst/>
              <a:ahLst/>
              <a:cxnLst/>
              <a:rect l="l" t="t" r="r" b="b"/>
              <a:pathLst>
                <a:path w="3591" h="112" extrusionOk="0">
                  <a:moveTo>
                    <a:pt x="56" y="0"/>
                  </a:moveTo>
                  <a:cubicBezTo>
                    <a:pt x="19" y="0"/>
                    <a:pt x="0" y="28"/>
                    <a:pt x="0" y="56"/>
                  </a:cubicBezTo>
                  <a:cubicBezTo>
                    <a:pt x="0" y="93"/>
                    <a:pt x="19" y="112"/>
                    <a:pt x="56" y="112"/>
                  </a:cubicBezTo>
                  <a:lnTo>
                    <a:pt x="3525" y="112"/>
                  </a:lnTo>
                  <a:cubicBezTo>
                    <a:pt x="3562" y="112"/>
                    <a:pt x="3590" y="93"/>
                    <a:pt x="3590" y="56"/>
                  </a:cubicBezTo>
                  <a:cubicBezTo>
                    <a:pt x="3590" y="28"/>
                    <a:pt x="3562" y="0"/>
                    <a:pt x="3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3">
              <a:extLst>
                <a:ext uri="{FF2B5EF4-FFF2-40B4-BE49-F238E27FC236}">
                  <a16:creationId xmlns:a16="http://schemas.microsoft.com/office/drawing/2014/main" id="{251116D8-8A43-22B7-3C72-C5FC0411A029}"/>
                </a:ext>
              </a:extLst>
            </p:cNvPr>
            <p:cNvSpPr/>
            <p:nvPr/>
          </p:nvSpPr>
          <p:spPr>
            <a:xfrm>
              <a:off x="1797750" y="3112475"/>
              <a:ext cx="139650" cy="3050"/>
            </a:xfrm>
            <a:custGeom>
              <a:avLst/>
              <a:gdLst/>
              <a:ahLst/>
              <a:cxnLst/>
              <a:rect l="l" t="t" r="r" b="b"/>
              <a:pathLst>
                <a:path w="5586" h="122" extrusionOk="0">
                  <a:moveTo>
                    <a:pt x="66" y="1"/>
                  </a:moveTo>
                  <a:cubicBezTo>
                    <a:pt x="29" y="1"/>
                    <a:pt x="1" y="29"/>
                    <a:pt x="1" y="56"/>
                  </a:cubicBezTo>
                  <a:cubicBezTo>
                    <a:pt x="1" y="93"/>
                    <a:pt x="29" y="121"/>
                    <a:pt x="66" y="121"/>
                  </a:cubicBezTo>
                  <a:lnTo>
                    <a:pt x="5530" y="121"/>
                  </a:lnTo>
                  <a:cubicBezTo>
                    <a:pt x="5567" y="121"/>
                    <a:pt x="5585" y="93"/>
                    <a:pt x="5585" y="56"/>
                  </a:cubicBezTo>
                  <a:cubicBezTo>
                    <a:pt x="5585" y="29"/>
                    <a:pt x="5567" y="1"/>
                    <a:pt x="55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3">
              <a:extLst>
                <a:ext uri="{FF2B5EF4-FFF2-40B4-BE49-F238E27FC236}">
                  <a16:creationId xmlns:a16="http://schemas.microsoft.com/office/drawing/2014/main" id="{F12AF1AD-D1F3-BBAE-DE81-B08CBECE9452}"/>
                </a:ext>
              </a:extLst>
            </p:cNvPr>
            <p:cNvSpPr/>
            <p:nvPr/>
          </p:nvSpPr>
          <p:spPr>
            <a:xfrm>
              <a:off x="1798000" y="3133125"/>
              <a:ext cx="46175" cy="2800"/>
            </a:xfrm>
            <a:custGeom>
              <a:avLst/>
              <a:gdLst/>
              <a:ahLst/>
              <a:cxnLst/>
              <a:rect l="l" t="t" r="r" b="b"/>
              <a:pathLst>
                <a:path w="1847" h="112" extrusionOk="0">
                  <a:moveTo>
                    <a:pt x="56" y="0"/>
                  </a:moveTo>
                  <a:cubicBezTo>
                    <a:pt x="19" y="0"/>
                    <a:pt x="0" y="19"/>
                    <a:pt x="0" y="56"/>
                  </a:cubicBezTo>
                  <a:cubicBezTo>
                    <a:pt x="0" y="84"/>
                    <a:pt x="19" y="112"/>
                    <a:pt x="56" y="112"/>
                  </a:cubicBezTo>
                  <a:lnTo>
                    <a:pt x="1790" y="112"/>
                  </a:lnTo>
                  <a:cubicBezTo>
                    <a:pt x="1818" y="112"/>
                    <a:pt x="1846" y="84"/>
                    <a:pt x="1846" y="56"/>
                  </a:cubicBezTo>
                  <a:cubicBezTo>
                    <a:pt x="1846" y="19"/>
                    <a:pt x="1818" y="0"/>
                    <a:pt x="17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3">
              <a:extLst>
                <a:ext uri="{FF2B5EF4-FFF2-40B4-BE49-F238E27FC236}">
                  <a16:creationId xmlns:a16="http://schemas.microsoft.com/office/drawing/2014/main" id="{7113DB50-B665-A5E0-2EF5-E093FA82C5FF}"/>
                </a:ext>
              </a:extLst>
            </p:cNvPr>
            <p:cNvSpPr/>
            <p:nvPr/>
          </p:nvSpPr>
          <p:spPr>
            <a:xfrm>
              <a:off x="1854575" y="3133125"/>
              <a:ext cx="81650" cy="2800"/>
            </a:xfrm>
            <a:custGeom>
              <a:avLst/>
              <a:gdLst/>
              <a:ahLst/>
              <a:cxnLst/>
              <a:rect l="l" t="t" r="r" b="b"/>
              <a:pathLst>
                <a:path w="3266" h="112" extrusionOk="0">
                  <a:moveTo>
                    <a:pt x="56" y="0"/>
                  </a:moveTo>
                  <a:cubicBezTo>
                    <a:pt x="19" y="0"/>
                    <a:pt x="1" y="19"/>
                    <a:pt x="1" y="56"/>
                  </a:cubicBezTo>
                  <a:cubicBezTo>
                    <a:pt x="1" y="84"/>
                    <a:pt x="19" y="112"/>
                    <a:pt x="56" y="112"/>
                  </a:cubicBezTo>
                  <a:lnTo>
                    <a:pt x="3210" y="112"/>
                  </a:lnTo>
                  <a:cubicBezTo>
                    <a:pt x="3238" y="112"/>
                    <a:pt x="3266" y="84"/>
                    <a:pt x="3266" y="56"/>
                  </a:cubicBezTo>
                  <a:cubicBezTo>
                    <a:pt x="3266" y="19"/>
                    <a:pt x="3238" y="0"/>
                    <a:pt x="3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3">
              <a:extLst>
                <a:ext uri="{FF2B5EF4-FFF2-40B4-BE49-F238E27FC236}">
                  <a16:creationId xmlns:a16="http://schemas.microsoft.com/office/drawing/2014/main" id="{176349FA-F147-3AF2-933F-6F62551FE4C0}"/>
                </a:ext>
              </a:extLst>
            </p:cNvPr>
            <p:cNvSpPr/>
            <p:nvPr/>
          </p:nvSpPr>
          <p:spPr>
            <a:xfrm>
              <a:off x="1869425" y="3103200"/>
              <a:ext cx="725" cy="8375"/>
            </a:xfrm>
            <a:custGeom>
              <a:avLst/>
              <a:gdLst/>
              <a:ahLst/>
              <a:cxnLst/>
              <a:rect l="l" t="t" r="r" b="b"/>
              <a:pathLst>
                <a:path w="29" h="335" extrusionOk="0">
                  <a:moveTo>
                    <a:pt x="19" y="335"/>
                  </a:moveTo>
                  <a:cubicBezTo>
                    <a:pt x="28" y="223"/>
                    <a:pt x="19" y="112"/>
                    <a:pt x="0" y="1"/>
                  </a:cubicBezTo>
                  <a:lnTo>
                    <a:pt x="0" y="1"/>
                  </a:lnTo>
                  <a:lnTo>
                    <a:pt x="0" y="1"/>
                  </a:lnTo>
                  <a:cubicBezTo>
                    <a:pt x="19" y="112"/>
                    <a:pt x="28" y="223"/>
                    <a:pt x="19" y="33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3">
              <a:extLst>
                <a:ext uri="{FF2B5EF4-FFF2-40B4-BE49-F238E27FC236}">
                  <a16:creationId xmlns:a16="http://schemas.microsoft.com/office/drawing/2014/main" id="{403CF2F7-36AC-F07C-E05C-4BB7B7F532A0}"/>
                </a:ext>
              </a:extLst>
            </p:cNvPr>
            <p:cNvSpPr/>
            <p:nvPr/>
          </p:nvSpPr>
          <p:spPr>
            <a:xfrm>
              <a:off x="2089275" y="2890075"/>
              <a:ext cx="172800" cy="172100"/>
            </a:xfrm>
            <a:custGeom>
              <a:avLst/>
              <a:gdLst/>
              <a:ahLst/>
              <a:cxnLst/>
              <a:rect l="l" t="t" r="r" b="b"/>
              <a:pathLst>
                <a:path w="6912" h="6884" extrusionOk="0">
                  <a:moveTo>
                    <a:pt x="6448" y="1568"/>
                  </a:moveTo>
                  <a:cubicBezTo>
                    <a:pt x="4259" y="1485"/>
                    <a:pt x="3563" y="204"/>
                    <a:pt x="3461" y="0"/>
                  </a:cubicBezTo>
                  <a:lnTo>
                    <a:pt x="3442" y="0"/>
                  </a:lnTo>
                  <a:cubicBezTo>
                    <a:pt x="3349" y="204"/>
                    <a:pt x="2654" y="1485"/>
                    <a:pt x="464" y="1568"/>
                  </a:cubicBezTo>
                  <a:cubicBezTo>
                    <a:pt x="464" y="1568"/>
                    <a:pt x="1" y="6077"/>
                    <a:pt x="3387" y="6884"/>
                  </a:cubicBezTo>
                  <a:lnTo>
                    <a:pt x="3516" y="6884"/>
                  </a:lnTo>
                  <a:cubicBezTo>
                    <a:pt x="6912" y="6077"/>
                    <a:pt x="6448" y="1568"/>
                    <a:pt x="6448" y="15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3">
              <a:extLst>
                <a:ext uri="{FF2B5EF4-FFF2-40B4-BE49-F238E27FC236}">
                  <a16:creationId xmlns:a16="http://schemas.microsoft.com/office/drawing/2014/main" id="{B7127A16-0922-1C66-4B3A-8DFF22A9C804}"/>
                </a:ext>
              </a:extLst>
            </p:cNvPr>
            <p:cNvSpPr/>
            <p:nvPr/>
          </p:nvSpPr>
          <p:spPr>
            <a:xfrm>
              <a:off x="2083250" y="2879400"/>
              <a:ext cx="173025" cy="172350"/>
            </a:xfrm>
            <a:custGeom>
              <a:avLst/>
              <a:gdLst/>
              <a:ahLst/>
              <a:cxnLst/>
              <a:rect l="l" t="t" r="r" b="b"/>
              <a:pathLst>
                <a:path w="6921" h="6894" extrusionOk="0">
                  <a:moveTo>
                    <a:pt x="3451" y="1"/>
                  </a:moveTo>
                  <a:cubicBezTo>
                    <a:pt x="3349" y="205"/>
                    <a:pt x="2654" y="1485"/>
                    <a:pt x="464" y="1568"/>
                  </a:cubicBezTo>
                  <a:cubicBezTo>
                    <a:pt x="464" y="1568"/>
                    <a:pt x="0" y="6086"/>
                    <a:pt x="3396" y="6893"/>
                  </a:cubicBezTo>
                  <a:lnTo>
                    <a:pt x="3526" y="6893"/>
                  </a:lnTo>
                  <a:cubicBezTo>
                    <a:pt x="6921" y="6086"/>
                    <a:pt x="6457" y="1568"/>
                    <a:pt x="6457" y="1568"/>
                  </a:cubicBezTo>
                  <a:cubicBezTo>
                    <a:pt x="4258" y="1485"/>
                    <a:pt x="3563" y="205"/>
                    <a:pt x="34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3">
              <a:extLst>
                <a:ext uri="{FF2B5EF4-FFF2-40B4-BE49-F238E27FC236}">
                  <a16:creationId xmlns:a16="http://schemas.microsoft.com/office/drawing/2014/main" id="{53DEA49B-7569-CC88-4F5E-986DBB544888}"/>
                </a:ext>
              </a:extLst>
            </p:cNvPr>
            <p:cNvSpPr/>
            <p:nvPr/>
          </p:nvSpPr>
          <p:spPr>
            <a:xfrm>
              <a:off x="2082550" y="2877775"/>
              <a:ext cx="174200" cy="175600"/>
            </a:xfrm>
            <a:custGeom>
              <a:avLst/>
              <a:gdLst/>
              <a:ahLst/>
              <a:cxnLst/>
              <a:rect l="l" t="t" r="r" b="b"/>
              <a:pathLst>
                <a:path w="6968" h="7024" extrusionOk="0">
                  <a:moveTo>
                    <a:pt x="3489" y="177"/>
                  </a:moveTo>
                  <a:cubicBezTo>
                    <a:pt x="3693" y="548"/>
                    <a:pt x="4453" y="1596"/>
                    <a:pt x="6429" y="1689"/>
                  </a:cubicBezTo>
                  <a:cubicBezTo>
                    <a:pt x="6466" y="2181"/>
                    <a:pt x="6652" y="6160"/>
                    <a:pt x="3544" y="6903"/>
                  </a:cubicBezTo>
                  <a:lnTo>
                    <a:pt x="3424" y="6903"/>
                  </a:lnTo>
                  <a:cubicBezTo>
                    <a:pt x="316" y="6160"/>
                    <a:pt x="511" y="2181"/>
                    <a:pt x="539" y="1689"/>
                  </a:cubicBezTo>
                  <a:cubicBezTo>
                    <a:pt x="2524" y="1596"/>
                    <a:pt x="3275" y="548"/>
                    <a:pt x="3489" y="177"/>
                  </a:cubicBezTo>
                  <a:close/>
                  <a:moveTo>
                    <a:pt x="3479" y="1"/>
                  </a:moveTo>
                  <a:cubicBezTo>
                    <a:pt x="3461" y="1"/>
                    <a:pt x="3433" y="19"/>
                    <a:pt x="3424" y="38"/>
                  </a:cubicBezTo>
                  <a:cubicBezTo>
                    <a:pt x="3312" y="279"/>
                    <a:pt x="2626" y="1494"/>
                    <a:pt x="492" y="1578"/>
                  </a:cubicBezTo>
                  <a:cubicBezTo>
                    <a:pt x="464" y="1578"/>
                    <a:pt x="437" y="1606"/>
                    <a:pt x="437" y="1633"/>
                  </a:cubicBezTo>
                  <a:cubicBezTo>
                    <a:pt x="427" y="1680"/>
                    <a:pt x="1" y="6207"/>
                    <a:pt x="3405" y="7023"/>
                  </a:cubicBezTo>
                  <a:lnTo>
                    <a:pt x="3563" y="7023"/>
                  </a:lnTo>
                  <a:cubicBezTo>
                    <a:pt x="6967" y="6207"/>
                    <a:pt x="6541" y="1680"/>
                    <a:pt x="6541" y="1633"/>
                  </a:cubicBezTo>
                  <a:cubicBezTo>
                    <a:pt x="6531" y="1606"/>
                    <a:pt x="6513" y="1578"/>
                    <a:pt x="6485" y="1578"/>
                  </a:cubicBezTo>
                  <a:cubicBezTo>
                    <a:pt x="4342" y="1494"/>
                    <a:pt x="3665" y="279"/>
                    <a:pt x="3544" y="38"/>
                  </a:cubicBezTo>
                  <a:cubicBezTo>
                    <a:pt x="3535" y="19"/>
                    <a:pt x="3516" y="1"/>
                    <a:pt x="3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3">
              <a:extLst>
                <a:ext uri="{FF2B5EF4-FFF2-40B4-BE49-F238E27FC236}">
                  <a16:creationId xmlns:a16="http://schemas.microsoft.com/office/drawing/2014/main" id="{B81BB551-40A3-E02A-07F0-80F3BB9663B1}"/>
                </a:ext>
              </a:extLst>
            </p:cNvPr>
            <p:cNvSpPr/>
            <p:nvPr/>
          </p:nvSpPr>
          <p:spPr>
            <a:xfrm>
              <a:off x="2118275" y="2895650"/>
              <a:ext cx="121550" cy="139850"/>
            </a:xfrm>
            <a:custGeom>
              <a:avLst/>
              <a:gdLst/>
              <a:ahLst/>
              <a:cxnLst/>
              <a:rect l="l" t="t" r="r" b="b"/>
              <a:pathLst>
                <a:path w="4862" h="5594" extrusionOk="0">
                  <a:moveTo>
                    <a:pt x="2050" y="0"/>
                  </a:moveTo>
                  <a:cubicBezTo>
                    <a:pt x="2004" y="102"/>
                    <a:pt x="1763" y="547"/>
                    <a:pt x="1169" y="881"/>
                  </a:cubicBezTo>
                  <a:lnTo>
                    <a:pt x="0" y="3850"/>
                  </a:lnTo>
                  <a:cubicBezTo>
                    <a:pt x="334" y="4629"/>
                    <a:pt x="928" y="5343"/>
                    <a:pt x="2004" y="5594"/>
                  </a:cubicBezTo>
                  <a:lnTo>
                    <a:pt x="2115" y="5594"/>
                  </a:lnTo>
                  <a:cubicBezTo>
                    <a:pt x="4861" y="4935"/>
                    <a:pt x="4490" y="1271"/>
                    <a:pt x="4490" y="1271"/>
                  </a:cubicBezTo>
                  <a:cubicBezTo>
                    <a:pt x="2709" y="1206"/>
                    <a:pt x="2143" y="167"/>
                    <a:pt x="20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3">
              <a:extLst>
                <a:ext uri="{FF2B5EF4-FFF2-40B4-BE49-F238E27FC236}">
                  <a16:creationId xmlns:a16="http://schemas.microsoft.com/office/drawing/2014/main" id="{328509BB-922D-39B8-EAD5-F3F76F43214C}"/>
                </a:ext>
              </a:extLst>
            </p:cNvPr>
            <p:cNvSpPr/>
            <p:nvPr/>
          </p:nvSpPr>
          <p:spPr>
            <a:xfrm>
              <a:off x="2116650" y="2894025"/>
              <a:ext cx="123850" cy="142875"/>
            </a:xfrm>
            <a:custGeom>
              <a:avLst/>
              <a:gdLst/>
              <a:ahLst/>
              <a:cxnLst/>
              <a:rect l="l" t="t" r="r" b="b"/>
              <a:pathLst>
                <a:path w="4954" h="5715" extrusionOk="0">
                  <a:moveTo>
                    <a:pt x="2115" y="0"/>
                  </a:moveTo>
                  <a:cubicBezTo>
                    <a:pt x="2097" y="0"/>
                    <a:pt x="2069" y="19"/>
                    <a:pt x="2060" y="37"/>
                  </a:cubicBezTo>
                  <a:cubicBezTo>
                    <a:pt x="2023" y="121"/>
                    <a:pt x="1791" y="566"/>
                    <a:pt x="1197" y="891"/>
                  </a:cubicBezTo>
                  <a:cubicBezTo>
                    <a:pt x="1169" y="909"/>
                    <a:pt x="1160" y="946"/>
                    <a:pt x="1178" y="974"/>
                  </a:cubicBezTo>
                  <a:cubicBezTo>
                    <a:pt x="1190" y="992"/>
                    <a:pt x="1206" y="1002"/>
                    <a:pt x="1223" y="1002"/>
                  </a:cubicBezTo>
                  <a:cubicBezTo>
                    <a:pt x="1233" y="1002"/>
                    <a:pt x="1243" y="999"/>
                    <a:pt x="1253" y="993"/>
                  </a:cubicBezTo>
                  <a:cubicBezTo>
                    <a:pt x="1763" y="714"/>
                    <a:pt x="2013" y="362"/>
                    <a:pt x="2125" y="176"/>
                  </a:cubicBezTo>
                  <a:cubicBezTo>
                    <a:pt x="2301" y="492"/>
                    <a:pt x="2922" y="1317"/>
                    <a:pt x="4499" y="1392"/>
                  </a:cubicBezTo>
                  <a:cubicBezTo>
                    <a:pt x="4527" y="1828"/>
                    <a:pt x="4657" y="5000"/>
                    <a:pt x="2171" y="5603"/>
                  </a:cubicBezTo>
                  <a:lnTo>
                    <a:pt x="2069" y="5603"/>
                  </a:lnTo>
                  <a:cubicBezTo>
                    <a:pt x="1169" y="5381"/>
                    <a:pt x="510" y="4805"/>
                    <a:pt x="121" y="3887"/>
                  </a:cubicBezTo>
                  <a:cubicBezTo>
                    <a:pt x="107" y="3866"/>
                    <a:pt x="88" y="3856"/>
                    <a:pt x="63" y="3856"/>
                  </a:cubicBezTo>
                  <a:cubicBezTo>
                    <a:pt x="55" y="3856"/>
                    <a:pt x="47" y="3857"/>
                    <a:pt x="37" y="3859"/>
                  </a:cubicBezTo>
                  <a:cubicBezTo>
                    <a:pt x="10" y="3868"/>
                    <a:pt x="0" y="3906"/>
                    <a:pt x="10" y="3933"/>
                  </a:cubicBezTo>
                  <a:cubicBezTo>
                    <a:pt x="418" y="4889"/>
                    <a:pt x="1104" y="5492"/>
                    <a:pt x="2050" y="5714"/>
                  </a:cubicBezTo>
                  <a:lnTo>
                    <a:pt x="2190" y="5714"/>
                  </a:lnTo>
                  <a:cubicBezTo>
                    <a:pt x="4954" y="5056"/>
                    <a:pt x="4611" y="1373"/>
                    <a:pt x="4611" y="1336"/>
                  </a:cubicBezTo>
                  <a:cubicBezTo>
                    <a:pt x="4601" y="1308"/>
                    <a:pt x="4583" y="1280"/>
                    <a:pt x="4555" y="1280"/>
                  </a:cubicBezTo>
                  <a:cubicBezTo>
                    <a:pt x="2820" y="1215"/>
                    <a:pt x="2273" y="232"/>
                    <a:pt x="2180" y="37"/>
                  </a:cubicBezTo>
                  <a:cubicBezTo>
                    <a:pt x="2171" y="19"/>
                    <a:pt x="2152" y="0"/>
                    <a:pt x="2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3">
              <a:extLst>
                <a:ext uri="{FF2B5EF4-FFF2-40B4-BE49-F238E27FC236}">
                  <a16:creationId xmlns:a16="http://schemas.microsoft.com/office/drawing/2014/main" id="{F5ABF7DE-899D-8C1B-0872-A8125CC42BCB}"/>
                </a:ext>
              </a:extLst>
            </p:cNvPr>
            <p:cNvSpPr/>
            <p:nvPr/>
          </p:nvSpPr>
          <p:spPr>
            <a:xfrm>
              <a:off x="2107375" y="2926025"/>
              <a:ext cx="16250" cy="33650"/>
            </a:xfrm>
            <a:custGeom>
              <a:avLst/>
              <a:gdLst/>
              <a:ahLst/>
              <a:cxnLst/>
              <a:rect l="l" t="t" r="r" b="b"/>
              <a:pathLst>
                <a:path w="650" h="1346" extrusionOk="0">
                  <a:moveTo>
                    <a:pt x="650" y="0"/>
                  </a:moveTo>
                  <a:cubicBezTo>
                    <a:pt x="473" y="28"/>
                    <a:pt x="278" y="56"/>
                    <a:pt x="65" y="56"/>
                  </a:cubicBezTo>
                  <a:cubicBezTo>
                    <a:pt x="65" y="56"/>
                    <a:pt x="0" y="622"/>
                    <a:pt x="102" y="1345"/>
                  </a:cubicBezTo>
                  <a:lnTo>
                    <a:pt x="6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3">
              <a:extLst>
                <a:ext uri="{FF2B5EF4-FFF2-40B4-BE49-F238E27FC236}">
                  <a16:creationId xmlns:a16="http://schemas.microsoft.com/office/drawing/2014/main" id="{B46AB88C-5C99-B8DA-6A80-9C61567E6B44}"/>
                </a:ext>
              </a:extLst>
            </p:cNvPr>
            <p:cNvSpPr/>
            <p:nvPr/>
          </p:nvSpPr>
          <p:spPr>
            <a:xfrm>
              <a:off x="2105975" y="2924575"/>
              <a:ext cx="19050" cy="36500"/>
            </a:xfrm>
            <a:custGeom>
              <a:avLst/>
              <a:gdLst/>
              <a:ahLst/>
              <a:cxnLst/>
              <a:rect l="l" t="t" r="r" b="b"/>
              <a:pathLst>
                <a:path w="762" h="1460" extrusionOk="0">
                  <a:moveTo>
                    <a:pt x="710" y="0"/>
                  </a:moveTo>
                  <a:cubicBezTo>
                    <a:pt x="706" y="0"/>
                    <a:pt x="701" y="1"/>
                    <a:pt x="696" y="3"/>
                  </a:cubicBezTo>
                  <a:cubicBezTo>
                    <a:pt x="511" y="30"/>
                    <a:pt x="316" y="58"/>
                    <a:pt x="112" y="58"/>
                  </a:cubicBezTo>
                  <a:cubicBezTo>
                    <a:pt x="84" y="58"/>
                    <a:pt x="65" y="86"/>
                    <a:pt x="56" y="114"/>
                  </a:cubicBezTo>
                  <a:cubicBezTo>
                    <a:pt x="56" y="123"/>
                    <a:pt x="0" y="689"/>
                    <a:pt x="103" y="1413"/>
                  </a:cubicBezTo>
                  <a:cubicBezTo>
                    <a:pt x="103" y="1440"/>
                    <a:pt x="130" y="1459"/>
                    <a:pt x="158" y="1459"/>
                  </a:cubicBezTo>
                  <a:lnTo>
                    <a:pt x="167" y="1459"/>
                  </a:lnTo>
                  <a:cubicBezTo>
                    <a:pt x="195" y="1459"/>
                    <a:pt x="223" y="1431"/>
                    <a:pt x="214" y="1394"/>
                  </a:cubicBezTo>
                  <a:cubicBezTo>
                    <a:pt x="140" y="810"/>
                    <a:pt x="158" y="327"/>
                    <a:pt x="177" y="179"/>
                  </a:cubicBezTo>
                  <a:cubicBezTo>
                    <a:pt x="362" y="170"/>
                    <a:pt x="539" y="142"/>
                    <a:pt x="715" y="114"/>
                  </a:cubicBezTo>
                  <a:cubicBezTo>
                    <a:pt x="743" y="105"/>
                    <a:pt x="761" y="77"/>
                    <a:pt x="761" y="49"/>
                  </a:cubicBezTo>
                  <a:cubicBezTo>
                    <a:pt x="753" y="18"/>
                    <a:pt x="733" y="0"/>
                    <a:pt x="7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3">
              <a:extLst>
                <a:ext uri="{FF2B5EF4-FFF2-40B4-BE49-F238E27FC236}">
                  <a16:creationId xmlns:a16="http://schemas.microsoft.com/office/drawing/2014/main" id="{3FF151AF-C6F4-96FA-A74D-D29E29C3FC82}"/>
                </a:ext>
              </a:extLst>
            </p:cNvPr>
            <p:cNvSpPr/>
            <p:nvPr/>
          </p:nvSpPr>
          <p:spPr>
            <a:xfrm>
              <a:off x="2134725" y="2938300"/>
              <a:ext cx="69850" cy="69850"/>
            </a:xfrm>
            <a:custGeom>
              <a:avLst/>
              <a:gdLst/>
              <a:ahLst/>
              <a:cxnLst/>
              <a:rect l="l" t="t" r="r" b="b"/>
              <a:pathLst>
                <a:path w="2794" h="2794" extrusionOk="0">
                  <a:moveTo>
                    <a:pt x="1402" y="1"/>
                  </a:moveTo>
                  <a:cubicBezTo>
                    <a:pt x="622" y="1"/>
                    <a:pt x="1" y="622"/>
                    <a:pt x="1" y="1402"/>
                  </a:cubicBezTo>
                  <a:cubicBezTo>
                    <a:pt x="1" y="2172"/>
                    <a:pt x="622" y="2793"/>
                    <a:pt x="1402" y="2793"/>
                  </a:cubicBezTo>
                  <a:cubicBezTo>
                    <a:pt x="2172" y="2793"/>
                    <a:pt x="2793" y="2172"/>
                    <a:pt x="2793" y="1402"/>
                  </a:cubicBezTo>
                  <a:cubicBezTo>
                    <a:pt x="2793" y="622"/>
                    <a:pt x="2172" y="1"/>
                    <a:pt x="1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3">
              <a:extLst>
                <a:ext uri="{FF2B5EF4-FFF2-40B4-BE49-F238E27FC236}">
                  <a16:creationId xmlns:a16="http://schemas.microsoft.com/office/drawing/2014/main" id="{DAEBE5A5-1F15-D4FE-885B-680262FD517D}"/>
                </a:ext>
              </a:extLst>
            </p:cNvPr>
            <p:cNvSpPr/>
            <p:nvPr/>
          </p:nvSpPr>
          <p:spPr>
            <a:xfrm>
              <a:off x="2133575" y="2937150"/>
              <a:ext cx="72150" cy="72150"/>
            </a:xfrm>
            <a:custGeom>
              <a:avLst/>
              <a:gdLst/>
              <a:ahLst/>
              <a:cxnLst/>
              <a:rect l="l" t="t" r="r" b="b"/>
              <a:pathLst>
                <a:path w="2886" h="2886" extrusionOk="0">
                  <a:moveTo>
                    <a:pt x="1448" y="93"/>
                  </a:moveTo>
                  <a:cubicBezTo>
                    <a:pt x="2190" y="93"/>
                    <a:pt x="2802" y="696"/>
                    <a:pt x="2802" y="1448"/>
                  </a:cubicBezTo>
                  <a:cubicBezTo>
                    <a:pt x="2802" y="2190"/>
                    <a:pt x="2190" y="2802"/>
                    <a:pt x="1448" y="2802"/>
                  </a:cubicBezTo>
                  <a:cubicBezTo>
                    <a:pt x="696" y="2802"/>
                    <a:pt x="93" y="2190"/>
                    <a:pt x="93" y="1448"/>
                  </a:cubicBezTo>
                  <a:cubicBezTo>
                    <a:pt x="93" y="696"/>
                    <a:pt x="696" y="93"/>
                    <a:pt x="1448" y="93"/>
                  </a:cubicBezTo>
                  <a:close/>
                  <a:moveTo>
                    <a:pt x="1448" y="1"/>
                  </a:moveTo>
                  <a:cubicBezTo>
                    <a:pt x="650" y="1"/>
                    <a:pt x="0" y="650"/>
                    <a:pt x="0" y="1448"/>
                  </a:cubicBezTo>
                  <a:cubicBezTo>
                    <a:pt x="0" y="2236"/>
                    <a:pt x="650" y="2886"/>
                    <a:pt x="1448" y="2886"/>
                  </a:cubicBezTo>
                  <a:cubicBezTo>
                    <a:pt x="2236" y="2886"/>
                    <a:pt x="2885" y="2236"/>
                    <a:pt x="2885" y="1448"/>
                  </a:cubicBezTo>
                  <a:cubicBezTo>
                    <a:pt x="2885" y="650"/>
                    <a:pt x="2236" y="1"/>
                    <a:pt x="14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3">
              <a:extLst>
                <a:ext uri="{FF2B5EF4-FFF2-40B4-BE49-F238E27FC236}">
                  <a16:creationId xmlns:a16="http://schemas.microsoft.com/office/drawing/2014/main" id="{B54F3A36-3E9D-EA74-725C-4CFB093EDA7F}"/>
                </a:ext>
              </a:extLst>
            </p:cNvPr>
            <p:cNvSpPr/>
            <p:nvPr/>
          </p:nvSpPr>
          <p:spPr>
            <a:xfrm>
              <a:off x="2144250" y="2947825"/>
              <a:ext cx="50800" cy="50800"/>
            </a:xfrm>
            <a:custGeom>
              <a:avLst/>
              <a:gdLst/>
              <a:ahLst/>
              <a:cxnLst/>
              <a:rect l="l" t="t" r="r" b="b"/>
              <a:pathLst>
                <a:path w="2032" h="2032" extrusionOk="0">
                  <a:moveTo>
                    <a:pt x="1021" y="0"/>
                  </a:moveTo>
                  <a:cubicBezTo>
                    <a:pt x="455" y="0"/>
                    <a:pt x="0" y="455"/>
                    <a:pt x="0" y="1021"/>
                  </a:cubicBezTo>
                  <a:cubicBezTo>
                    <a:pt x="0" y="1577"/>
                    <a:pt x="455" y="2032"/>
                    <a:pt x="1021" y="2032"/>
                  </a:cubicBezTo>
                  <a:cubicBezTo>
                    <a:pt x="1577" y="2032"/>
                    <a:pt x="2032" y="1577"/>
                    <a:pt x="2032" y="1021"/>
                  </a:cubicBezTo>
                  <a:cubicBezTo>
                    <a:pt x="2032" y="455"/>
                    <a:pt x="1577" y="0"/>
                    <a:pt x="10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3">
              <a:extLst>
                <a:ext uri="{FF2B5EF4-FFF2-40B4-BE49-F238E27FC236}">
                  <a16:creationId xmlns:a16="http://schemas.microsoft.com/office/drawing/2014/main" id="{8C3D04E2-7EC7-E8E2-8B1F-D0F9CC6D4BE1}"/>
                </a:ext>
              </a:extLst>
            </p:cNvPr>
            <p:cNvSpPr/>
            <p:nvPr/>
          </p:nvSpPr>
          <p:spPr>
            <a:xfrm>
              <a:off x="2142850" y="2946425"/>
              <a:ext cx="53825" cy="53825"/>
            </a:xfrm>
            <a:custGeom>
              <a:avLst/>
              <a:gdLst/>
              <a:ahLst/>
              <a:cxnLst/>
              <a:rect l="l" t="t" r="r" b="b"/>
              <a:pathLst>
                <a:path w="2153" h="2153" extrusionOk="0">
                  <a:moveTo>
                    <a:pt x="1077" y="112"/>
                  </a:moveTo>
                  <a:cubicBezTo>
                    <a:pt x="1605" y="112"/>
                    <a:pt x="2032" y="548"/>
                    <a:pt x="2032" y="1077"/>
                  </a:cubicBezTo>
                  <a:cubicBezTo>
                    <a:pt x="2032" y="1605"/>
                    <a:pt x="1605" y="2032"/>
                    <a:pt x="1077" y="2032"/>
                  </a:cubicBezTo>
                  <a:cubicBezTo>
                    <a:pt x="548" y="2032"/>
                    <a:pt x="112" y="1605"/>
                    <a:pt x="112" y="1077"/>
                  </a:cubicBezTo>
                  <a:cubicBezTo>
                    <a:pt x="112" y="548"/>
                    <a:pt x="548" y="112"/>
                    <a:pt x="1077" y="112"/>
                  </a:cubicBezTo>
                  <a:close/>
                  <a:moveTo>
                    <a:pt x="1077" y="1"/>
                  </a:moveTo>
                  <a:cubicBezTo>
                    <a:pt x="483" y="1"/>
                    <a:pt x="0" y="483"/>
                    <a:pt x="0" y="1077"/>
                  </a:cubicBezTo>
                  <a:cubicBezTo>
                    <a:pt x="0" y="1670"/>
                    <a:pt x="483" y="2153"/>
                    <a:pt x="1077" y="2153"/>
                  </a:cubicBezTo>
                  <a:cubicBezTo>
                    <a:pt x="1670" y="2153"/>
                    <a:pt x="2153" y="1670"/>
                    <a:pt x="2153" y="1077"/>
                  </a:cubicBezTo>
                  <a:cubicBezTo>
                    <a:pt x="2153" y="483"/>
                    <a:pt x="1670" y="1"/>
                    <a:pt x="10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3">
              <a:extLst>
                <a:ext uri="{FF2B5EF4-FFF2-40B4-BE49-F238E27FC236}">
                  <a16:creationId xmlns:a16="http://schemas.microsoft.com/office/drawing/2014/main" id="{F850C492-2D82-56C2-A310-36167FC494C0}"/>
                </a:ext>
              </a:extLst>
            </p:cNvPr>
            <p:cNvSpPr/>
            <p:nvPr/>
          </p:nvSpPr>
          <p:spPr>
            <a:xfrm>
              <a:off x="2154900" y="2949850"/>
              <a:ext cx="45950" cy="34400"/>
            </a:xfrm>
            <a:custGeom>
              <a:avLst/>
              <a:gdLst/>
              <a:ahLst/>
              <a:cxnLst/>
              <a:rect l="l" t="t" r="r" b="b"/>
              <a:pathLst>
                <a:path w="1838" h="1376" extrusionOk="0">
                  <a:moveTo>
                    <a:pt x="1657" y="0"/>
                  </a:moveTo>
                  <a:cubicBezTo>
                    <a:pt x="1615" y="0"/>
                    <a:pt x="1573" y="17"/>
                    <a:pt x="1541" y="49"/>
                  </a:cubicBezTo>
                  <a:lnTo>
                    <a:pt x="613" y="977"/>
                  </a:lnTo>
                  <a:lnTo>
                    <a:pt x="298" y="661"/>
                  </a:lnTo>
                  <a:cubicBezTo>
                    <a:pt x="265" y="629"/>
                    <a:pt x="224" y="613"/>
                    <a:pt x="182" y="613"/>
                  </a:cubicBezTo>
                  <a:cubicBezTo>
                    <a:pt x="140" y="613"/>
                    <a:pt x="98" y="629"/>
                    <a:pt x="66" y="661"/>
                  </a:cubicBezTo>
                  <a:cubicBezTo>
                    <a:pt x="1" y="726"/>
                    <a:pt x="1" y="828"/>
                    <a:pt x="66" y="893"/>
                  </a:cubicBezTo>
                  <a:lnTo>
                    <a:pt x="493" y="1320"/>
                  </a:lnTo>
                  <a:cubicBezTo>
                    <a:pt x="530" y="1357"/>
                    <a:pt x="567" y="1376"/>
                    <a:pt x="613" y="1376"/>
                  </a:cubicBezTo>
                  <a:cubicBezTo>
                    <a:pt x="650" y="1376"/>
                    <a:pt x="697" y="1357"/>
                    <a:pt x="724" y="1329"/>
                  </a:cubicBezTo>
                  <a:lnTo>
                    <a:pt x="1773" y="281"/>
                  </a:lnTo>
                  <a:cubicBezTo>
                    <a:pt x="1838" y="216"/>
                    <a:pt x="1838" y="114"/>
                    <a:pt x="1773" y="49"/>
                  </a:cubicBezTo>
                  <a:cubicBezTo>
                    <a:pt x="1740" y="17"/>
                    <a:pt x="1699"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5D607779-49F7-5740-99E3-AC7F0139E9E9}"/>
              </a:ext>
            </a:extLst>
          </p:cNvPr>
          <p:cNvSpPr txBox="1"/>
          <p:nvPr/>
        </p:nvSpPr>
        <p:spPr>
          <a:xfrm>
            <a:off x="3228685" y="1651943"/>
            <a:ext cx="2982839" cy="2677656"/>
          </a:xfrm>
          <a:prstGeom prst="rect">
            <a:avLst/>
          </a:prstGeom>
          <a:noFill/>
        </p:spPr>
        <p:txBody>
          <a:bodyPr wrap="square">
            <a:spAutoFit/>
          </a:bodyPr>
          <a:lstStyle/>
          <a:p>
            <a:pPr marL="0" lvl="0" indent="0" algn="l" rtl="0">
              <a:spcBef>
                <a:spcPts val="0"/>
              </a:spcBef>
              <a:spcAft>
                <a:spcPts val="0"/>
              </a:spcAft>
              <a:buNone/>
            </a:pPr>
            <a:r>
              <a:rPr lang="en-CA" dirty="0">
                <a:latin typeface="Open Sans" panose="020B0606030504020204" pitchFamily="34" charset="0"/>
                <a:ea typeface="Open Sans" panose="020B0606030504020204" pitchFamily="34" charset="0"/>
                <a:cs typeface="Open Sans" panose="020B0606030504020204" pitchFamily="34" charset="0"/>
              </a:rPr>
              <a:t>You’ll find: </a:t>
            </a:r>
          </a:p>
          <a:p>
            <a:pPr marL="0" lvl="0" indent="0" algn="l" rtl="0">
              <a:spcBef>
                <a:spcPts val="0"/>
              </a:spcBef>
              <a:spcAft>
                <a:spcPts val="0"/>
              </a:spcAft>
              <a:buNone/>
            </a:pPr>
            <a:endParaRPr lang="en-CA" dirty="0">
              <a:latin typeface="Open Sans" panose="020B0606030504020204" pitchFamily="34" charset="0"/>
              <a:ea typeface="Open Sans" panose="020B0606030504020204" pitchFamily="34" charset="0"/>
              <a:cs typeface="Open Sans" panose="020B0606030504020204" pitchFamily="34" charset="0"/>
            </a:endParaRPr>
          </a:p>
          <a:p>
            <a:pPr marL="285750" lvl="0" indent="-285750" algn="l" rtl="0">
              <a:spcBef>
                <a:spcPts val="0"/>
              </a:spcBef>
              <a:spcAft>
                <a:spcPts val="0"/>
              </a:spcAft>
              <a:buFont typeface="Arial" panose="020B0604020202020204" pitchFamily="34" charset="0"/>
              <a:buChar char="•"/>
            </a:pPr>
            <a:r>
              <a:rPr lang="en-CA" dirty="0">
                <a:latin typeface="Open Sans" panose="020B0606030504020204" pitchFamily="34" charset="0"/>
                <a:ea typeface="Open Sans" panose="020B0606030504020204" pitchFamily="34" charset="0"/>
                <a:cs typeface="Open Sans" panose="020B0606030504020204" pitchFamily="34" charset="0"/>
              </a:rPr>
              <a:t>Kick Off Deck </a:t>
            </a:r>
          </a:p>
          <a:p>
            <a:pPr marL="285750" lvl="0" indent="-285750" algn="l" rtl="0">
              <a:spcBef>
                <a:spcPts val="0"/>
              </a:spcBef>
              <a:spcAft>
                <a:spcPts val="0"/>
              </a:spcAft>
              <a:buFont typeface="Arial" panose="020B0604020202020204" pitchFamily="34" charset="0"/>
              <a:buChar char="•"/>
            </a:pPr>
            <a:endParaRPr lang="en-CA" dirty="0">
              <a:latin typeface="Open Sans" panose="020B0606030504020204" pitchFamily="34" charset="0"/>
              <a:ea typeface="Open Sans" panose="020B0606030504020204" pitchFamily="34" charset="0"/>
              <a:cs typeface="Open Sans" panose="020B0606030504020204" pitchFamily="34" charset="0"/>
            </a:endParaRPr>
          </a:p>
          <a:p>
            <a:pPr marL="285750" lvl="0" indent="-285750" algn="l" rtl="0">
              <a:spcBef>
                <a:spcPts val="0"/>
              </a:spcBef>
              <a:spcAft>
                <a:spcPts val="0"/>
              </a:spcAft>
              <a:buFont typeface="Arial" panose="020B0604020202020204" pitchFamily="34" charset="0"/>
              <a:buChar char="•"/>
            </a:pPr>
            <a:r>
              <a:rPr lang="en-CA" dirty="0">
                <a:latin typeface="Open Sans" panose="020B0606030504020204" pitchFamily="34" charset="0"/>
                <a:ea typeface="Open Sans" panose="020B0606030504020204" pitchFamily="34" charset="0"/>
                <a:cs typeface="Open Sans" panose="020B0606030504020204" pitchFamily="34" charset="0"/>
                <a:hlinkClick r:id="rId3"/>
              </a:rPr>
              <a:t>Challenge Guide</a:t>
            </a:r>
            <a:endParaRPr lang="en-CA" dirty="0">
              <a:latin typeface="Open Sans" panose="020B0606030504020204" pitchFamily="34" charset="0"/>
              <a:ea typeface="Open Sans" panose="020B0606030504020204" pitchFamily="34" charset="0"/>
              <a:cs typeface="Open Sans" panose="020B0606030504020204" pitchFamily="34" charset="0"/>
            </a:endParaRPr>
          </a:p>
          <a:p>
            <a:pPr marL="285750" lvl="0" indent="-285750" algn="l" rtl="0">
              <a:spcBef>
                <a:spcPts val="0"/>
              </a:spcBef>
              <a:spcAft>
                <a:spcPts val="0"/>
              </a:spcAft>
              <a:buFont typeface="Arial" panose="020B0604020202020204" pitchFamily="34" charset="0"/>
              <a:buChar char="•"/>
            </a:pPr>
            <a:endParaRPr lang="en-CA" dirty="0">
              <a:latin typeface="Open Sans" panose="020B0606030504020204" pitchFamily="34" charset="0"/>
              <a:ea typeface="Open Sans" panose="020B0606030504020204" pitchFamily="34" charset="0"/>
              <a:cs typeface="Open Sans" panose="020B0606030504020204" pitchFamily="34" charset="0"/>
            </a:endParaRPr>
          </a:p>
          <a:p>
            <a:pPr marL="285750" lvl="0" indent="-285750" algn="l" rtl="0">
              <a:spcBef>
                <a:spcPts val="0"/>
              </a:spcBef>
              <a:spcAft>
                <a:spcPts val="0"/>
              </a:spcAft>
              <a:buFont typeface="Arial" panose="020B0604020202020204" pitchFamily="34" charset="0"/>
              <a:buChar char="•"/>
            </a:pPr>
            <a:r>
              <a:rPr lang="en-CA" dirty="0">
                <a:latin typeface="Open Sans" panose="020B0606030504020204" pitchFamily="34" charset="0"/>
                <a:ea typeface="Open Sans" panose="020B0606030504020204" pitchFamily="34" charset="0"/>
                <a:cs typeface="Open Sans" panose="020B0606030504020204" pitchFamily="34" charset="0"/>
                <a:hlinkClick r:id="rId4"/>
              </a:rPr>
              <a:t>Judging Rubric </a:t>
            </a:r>
            <a:endParaRPr lang="en-CA" dirty="0">
              <a:latin typeface="Open Sans" panose="020B0606030504020204" pitchFamily="34" charset="0"/>
              <a:ea typeface="Open Sans" panose="020B0606030504020204" pitchFamily="34" charset="0"/>
              <a:cs typeface="Open Sans" panose="020B0606030504020204" pitchFamily="34" charset="0"/>
            </a:endParaRPr>
          </a:p>
          <a:p>
            <a:pPr marL="285750" lvl="0" indent="-285750" algn="l" rtl="0">
              <a:spcBef>
                <a:spcPts val="0"/>
              </a:spcBef>
              <a:spcAft>
                <a:spcPts val="0"/>
              </a:spcAft>
              <a:buFont typeface="Arial" panose="020B0604020202020204" pitchFamily="34" charset="0"/>
              <a:buChar char="•"/>
            </a:pPr>
            <a:endParaRPr lang="en-CA" dirty="0">
              <a:latin typeface="Open Sans" panose="020B0606030504020204" pitchFamily="34" charset="0"/>
              <a:ea typeface="Open Sans" panose="020B0606030504020204" pitchFamily="34" charset="0"/>
              <a:cs typeface="Open Sans" panose="020B0606030504020204" pitchFamily="34" charset="0"/>
            </a:endParaRPr>
          </a:p>
          <a:p>
            <a:pPr marL="285750" lvl="0" indent="-285750" algn="l" rtl="0">
              <a:spcBef>
                <a:spcPts val="0"/>
              </a:spcBef>
              <a:spcAft>
                <a:spcPts val="0"/>
              </a:spcAft>
              <a:buFont typeface="Arial" panose="020B0604020202020204" pitchFamily="34" charset="0"/>
              <a:buChar char="•"/>
            </a:pPr>
            <a:r>
              <a:rPr lang="en-CA" dirty="0">
                <a:latin typeface="Open Sans" panose="020B0606030504020204" pitchFamily="34" charset="0"/>
                <a:ea typeface="Open Sans" panose="020B0606030504020204" pitchFamily="34" charset="0"/>
                <a:cs typeface="Open Sans" panose="020B0606030504020204" pitchFamily="34" charset="0"/>
                <a:hlinkClick r:id="rId5"/>
              </a:rPr>
              <a:t>Videos/Photos Folder </a:t>
            </a:r>
            <a:endParaRPr lang="en-CA" dirty="0">
              <a:latin typeface="Open Sans" panose="020B0606030504020204" pitchFamily="34" charset="0"/>
              <a:ea typeface="Open Sans" panose="020B0606030504020204" pitchFamily="34" charset="0"/>
              <a:cs typeface="Open Sans" panose="020B0606030504020204" pitchFamily="34" charset="0"/>
            </a:endParaRPr>
          </a:p>
          <a:p>
            <a:pPr marL="285750" lvl="0" indent="-285750" algn="l" rtl="0">
              <a:spcBef>
                <a:spcPts val="0"/>
              </a:spcBef>
              <a:spcAft>
                <a:spcPts val="0"/>
              </a:spcAft>
              <a:buFont typeface="Arial" panose="020B0604020202020204" pitchFamily="34" charset="0"/>
              <a:buChar char="•"/>
            </a:pPr>
            <a:endParaRPr lang="en-CA" dirty="0">
              <a:latin typeface="Open Sans" panose="020B0606030504020204" pitchFamily="34" charset="0"/>
              <a:ea typeface="Open Sans" panose="020B0606030504020204" pitchFamily="34" charset="0"/>
              <a:cs typeface="Open Sans" panose="020B0606030504020204" pitchFamily="34" charset="0"/>
            </a:endParaRPr>
          </a:p>
          <a:p>
            <a:pPr marL="285750" lvl="0" indent="-285750" algn="l" rtl="0">
              <a:spcBef>
                <a:spcPts val="0"/>
              </a:spcBef>
              <a:spcAft>
                <a:spcPts val="0"/>
              </a:spcAft>
              <a:buFont typeface="Arial" panose="020B0604020202020204" pitchFamily="34" charset="0"/>
              <a:buChar char="•"/>
            </a:pPr>
            <a:r>
              <a:rPr lang="en-CA" dirty="0">
                <a:latin typeface="Open Sans" panose="020B0606030504020204" pitchFamily="34" charset="0"/>
                <a:ea typeface="Open Sans" panose="020B0606030504020204" pitchFamily="34" charset="0"/>
                <a:cs typeface="Open Sans" panose="020B0606030504020204" pitchFamily="34" charset="0"/>
                <a:hlinkClick r:id="rId6"/>
              </a:rPr>
              <a:t>Challenge Submissions Folder </a:t>
            </a:r>
            <a:endParaRPr lang="en-CA" dirty="0">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0"/>
              </a:spcBef>
              <a:spcAft>
                <a:spcPts val="0"/>
              </a:spcAft>
              <a:buNone/>
            </a:pPr>
            <a:endParaRPr lang="en-CA" dirty="0"/>
          </a:p>
        </p:txBody>
      </p:sp>
      <p:pic>
        <p:nvPicPr>
          <p:cNvPr id="3" name="Picture 2">
            <a:extLst>
              <a:ext uri="{FF2B5EF4-FFF2-40B4-BE49-F238E27FC236}">
                <a16:creationId xmlns:a16="http://schemas.microsoft.com/office/drawing/2014/main" id="{19771514-FB29-3719-2507-8088732A38D9}"/>
              </a:ext>
            </a:extLst>
          </p:cNvPr>
          <p:cNvPicPr>
            <a:picLocks noChangeAspect="1"/>
          </p:cNvPicPr>
          <p:nvPr/>
        </p:nvPicPr>
        <p:blipFill>
          <a:blip r:embed="rId7"/>
          <a:stretch>
            <a:fillRect/>
          </a:stretch>
        </p:blipFill>
        <p:spPr>
          <a:xfrm>
            <a:off x="6211524" y="1904301"/>
            <a:ext cx="2111866" cy="2111866"/>
          </a:xfrm>
          <a:prstGeom prst="rect">
            <a:avLst/>
          </a:prstGeom>
        </p:spPr>
      </p:pic>
    </p:spTree>
    <p:extLst>
      <p:ext uri="{BB962C8B-B14F-4D97-AF65-F5344CB8AC3E}">
        <p14:creationId xmlns:p14="http://schemas.microsoft.com/office/powerpoint/2010/main" val="2793211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08">
          <a:extLst>
            <a:ext uri="{FF2B5EF4-FFF2-40B4-BE49-F238E27FC236}">
              <a16:creationId xmlns:a16="http://schemas.microsoft.com/office/drawing/2014/main" id="{1AF5BA40-7538-C17C-CA37-C948A8157684}"/>
            </a:ext>
          </a:extLst>
        </p:cNvPr>
        <p:cNvGrpSpPr/>
        <p:nvPr/>
      </p:nvGrpSpPr>
      <p:grpSpPr>
        <a:xfrm>
          <a:off x="0" y="0"/>
          <a:ext cx="0" cy="0"/>
          <a:chOff x="0" y="0"/>
          <a:chExt cx="0" cy="0"/>
        </a:xfrm>
      </p:grpSpPr>
      <p:sp>
        <p:nvSpPr>
          <p:cNvPr id="1709" name="Google Shape;1709;p33">
            <a:extLst>
              <a:ext uri="{FF2B5EF4-FFF2-40B4-BE49-F238E27FC236}">
                <a16:creationId xmlns:a16="http://schemas.microsoft.com/office/drawing/2014/main" id="{78EBC315-42F3-78A7-EBD3-BFCBA64C4805}"/>
              </a:ext>
            </a:extLst>
          </p:cNvPr>
          <p:cNvSpPr txBox="1">
            <a:spLocks noGrp="1"/>
          </p:cNvSpPr>
          <p:nvPr>
            <p:ph type="title"/>
          </p:nvPr>
        </p:nvSpPr>
        <p:spPr>
          <a:xfrm>
            <a:off x="3318319" y="819722"/>
            <a:ext cx="5320200" cy="93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dirty="0"/>
              <a:t>Discord </a:t>
            </a:r>
            <a:endParaRPr sz="3000" dirty="0"/>
          </a:p>
        </p:txBody>
      </p:sp>
      <p:grpSp>
        <p:nvGrpSpPr>
          <p:cNvPr id="1711" name="Google Shape;1711;p33">
            <a:extLst>
              <a:ext uri="{FF2B5EF4-FFF2-40B4-BE49-F238E27FC236}">
                <a16:creationId xmlns:a16="http://schemas.microsoft.com/office/drawing/2014/main" id="{1FBA824A-BCD3-EFDF-416D-5734DD5B8E55}"/>
              </a:ext>
            </a:extLst>
          </p:cNvPr>
          <p:cNvGrpSpPr/>
          <p:nvPr/>
        </p:nvGrpSpPr>
        <p:grpSpPr>
          <a:xfrm>
            <a:off x="713216" y="1123904"/>
            <a:ext cx="2305770" cy="2895692"/>
            <a:chOff x="1539175" y="2330700"/>
            <a:chExt cx="810350" cy="1017675"/>
          </a:xfrm>
        </p:grpSpPr>
        <p:sp>
          <p:nvSpPr>
            <p:cNvPr id="1712" name="Google Shape;1712;p33">
              <a:extLst>
                <a:ext uri="{FF2B5EF4-FFF2-40B4-BE49-F238E27FC236}">
                  <a16:creationId xmlns:a16="http://schemas.microsoft.com/office/drawing/2014/main" id="{AC564683-7AB8-428A-6CAF-88ABD2116F91}"/>
                </a:ext>
              </a:extLst>
            </p:cNvPr>
            <p:cNvSpPr/>
            <p:nvPr/>
          </p:nvSpPr>
          <p:spPr>
            <a:xfrm>
              <a:off x="1898400" y="2363625"/>
              <a:ext cx="2825" cy="37825"/>
            </a:xfrm>
            <a:custGeom>
              <a:avLst/>
              <a:gdLst/>
              <a:ahLst/>
              <a:cxnLst/>
              <a:rect l="l" t="t" r="r" b="b"/>
              <a:pathLst>
                <a:path w="113" h="1513" extrusionOk="0">
                  <a:moveTo>
                    <a:pt x="57" y="0"/>
                  </a:moveTo>
                  <a:cubicBezTo>
                    <a:pt x="29" y="0"/>
                    <a:pt x="1" y="28"/>
                    <a:pt x="1" y="65"/>
                  </a:cubicBezTo>
                  <a:lnTo>
                    <a:pt x="1" y="529"/>
                  </a:lnTo>
                  <a:cubicBezTo>
                    <a:pt x="1" y="557"/>
                    <a:pt x="29" y="585"/>
                    <a:pt x="57" y="585"/>
                  </a:cubicBezTo>
                  <a:cubicBezTo>
                    <a:pt x="94" y="585"/>
                    <a:pt x="112" y="557"/>
                    <a:pt x="112" y="529"/>
                  </a:cubicBezTo>
                  <a:lnTo>
                    <a:pt x="112" y="65"/>
                  </a:lnTo>
                  <a:cubicBezTo>
                    <a:pt x="112" y="28"/>
                    <a:pt x="94" y="0"/>
                    <a:pt x="57" y="0"/>
                  </a:cubicBezTo>
                  <a:close/>
                  <a:moveTo>
                    <a:pt x="57" y="928"/>
                  </a:moveTo>
                  <a:cubicBezTo>
                    <a:pt x="29" y="928"/>
                    <a:pt x="1" y="956"/>
                    <a:pt x="1" y="993"/>
                  </a:cubicBezTo>
                  <a:lnTo>
                    <a:pt x="1" y="1457"/>
                  </a:lnTo>
                  <a:cubicBezTo>
                    <a:pt x="1" y="1485"/>
                    <a:pt x="29" y="1512"/>
                    <a:pt x="57" y="1512"/>
                  </a:cubicBezTo>
                  <a:cubicBezTo>
                    <a:pt x="94" y="1512"/>
                    <a:pt x="112" y="1485"/>
                    <a:pt x="112" y="1457"/>
                  </a:cubicBezTo>
                  <a:lnTo>
                    <a:pt x="112" y="993"/>
                  </a:lnTo>
                  <a:cubicBezTo>
                    <a:pt x="112" y="956"/>
                    <a:pt x="94" y="928"/>
                    <a:pt x="57" y="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3">
              <a:extLst>
                <a:ext uri="{FF2B5EF4-FFF2-40B4-BE49-F238E27FC236}">
                  <a16:creationId xmlns:a16="http://schemas.microsoft.com/office/drawing/2014/main" id="{E173D095-BE98-27D4-2A2A-459EAFD3B85C}"/>
                </a:ext>
              </a:extLst>
            </p:cNvPr>
            <p:cNvSpPr/>
            <p:nvPr/>
          </p:nvSpPr>
          <p:spPr>
            <a:xfrm>
              <a:off x="2199675" y="2704075"/>
              <a:ext cx="82350" cy="174425"/>
            </a:xfrm>
            <a:custGeom>
              <a:avLst/>
              <a:gdLst/>
              <a:ahLst/>
              <a:cxnLst/>
              <a:rect l="l" t="t" r="r" b="b"/>
              <a:pathLst>
                <a:path w="3294" h="6977" extrusionOk="0">
                  <a:moveTo>
                    <a:pt x="1670" y="1"/>
                  </a:moveTo>
                  <a:cubicBezTo>
                    <a:pt x="1642" y="1"/>
                    <a:pt x="1614" y="19"/>
                    <a:pt x="1614" y="56"/>
                  </a:cubicBezTo>
                  <a:cubicBezTo>
                    <a:pt x="1614" y="84"/>
                    <a:pt x="1642" y="112"/>
                    <a:pt x="1670" y="112"/>
                  </a:cubicBezTo>
                  <a:lnTo>
                    <a:pt x="2134" y="112"/>
                  </a:lnTo>
                  <a:cubicBezTo>
                    <a:pt x="2171" y="112"/>
                    <a:pt x="2190" y="84"/>
                    <a:pt x="2190" y="56"/>
                  </a:cubicBezTo>
                  <a:cubicBezTo>
                    <a:pt x="2190" y="19"/>
                    <a:pt x="2171" y="1"/>
                    <a:pt x="2134" y="1"/>
                  </a:cubicBezTo>
                  <a:close/>
                  <a:moveTo>
                    <a:pt x="2598" y="1"/>
                  </a:moveTo>
                  <a:cubicBezTo>
                    <a:pt x="2570" y="1"/>
                    <a:pt x="2542" y="19"/>
                    <a:pt x="2542" y="56"/>
                  </a:cubicBezTo>
                  <a:cubicBezTo>
                    <a:pt x="2542" y="84"/>
                    <a:pt x="2570" y="112"/>
                    <a:pt x="2598" y="112"/>
                  </a:cubicBezTo>
                  <a:lnTo>
                    <a:pt x="3062" y="112"/>
                  </a:lnTo>
                  <a:cubicBezTo>
                    <a:pt x="3099" y="112"/>
                    <a:pt x="3117" y="84"/>
                    <a:pt x="3117" y="56"/>
                  </a:cubicBezTo>
                  <a:cubicBezTo>
                    <a:pt x="3117" y="19"/>
                    <a:pt x="3099" y="1"/>
                    <a:pt x="3062" y="1"/>
                  </a:cubicBezTo>
                  <a:close/>
                  <a:moveTo>
                    <a:pt x="3229" y="288"/>
                  </a:moveTo>
                  <a:cubicBezTo>
                    <a:pt x="3201" y="288"/>
                    <a:pt x="3173" y="316"/>
                    <a:pt x="3173" y="353"/>
                  </a:cubicBezTo>
                  <a:lnTo>
                    <a:pt x="3173" y="817"/>
                  </a:lnTo>
                  <a:cubicBezTo>
                    <a:pt x="3173" y="845"/>
                    <a:pt x="3201" y="873"/>
                    <a:pt x="3229" y="873"/>
                  </a:cubicBezTo>
                  <a:cubicBezTo>
                    <a:pt x="3266" y="873"/>
                    <a:pt x="3294" y="845"/>
                    <a:pt x="3294" y="817"/>
                  </a:cubicBezTo>
                  <a:lnTo>
                    <a:pt x="3294" y="353"/>
                  </a:lnTo>
                  <a:cubicBezTo>
                    <a:pt x="3294" y="316"/>
                    <a:pt x="3266" y="288"/>
                    <a:pt x="3229" y="288"/>
                  </a:cubicBezTo>
                  <a:close/>
                  <a:moveTo>
                    <a:pt x="3229" y="1216"/>
                  </a:moveTo>
                  <a:cubicBezTo>
                    <a:pt x="3201" y="1216"/>
                    <a:pt x="3173" y="1244"/>
                    <a:pt x="3173" y="1281"/>
                  </a:cubicBezTo>
                  <a:lnTo>
                    <a:pt x="3173" y="1745"/>
                  </a:lnTo>
                  <a:cubicBezTo>
                    <a:pt x="3173" y="1772"/>
                    <a:pt x="3201" y="1800"/>
                    <a:pt x="3229" y="1800"/>
                  </a:cubicBezTo>
                  <a:cubicBezTo>
                    <a:pt x="3266" y="1800"/>
                    <a:pt x="3294" y="1772"/>
                    <a:pt x="3294" y="1745"/>
                  </a:cubicBezTo>
                  <a:lnTo>
                    <a:pt x="3294" y="1281"/>
                  </a:lnTo>
                  <a:cubicBezTo>
                    <a:pt x="3294" y="1244"/>
                    <a:pt x="3266" y="1216"/>
                    <a:pt x="3229" y="1216"/>
                  </a:cubicBezTo>
                  <a:close/>
                  <a:moveTo>
                    <a:pt x="3229" y="2143"/>
                  </a:moveTo>
                  <a:cubicBezTo>
                    <a:pt x="3201" y="2143"/>
                    <a:pt x="3173" y="2171"/>
                    <a:pt x="3173" y="2208"/>
                  </a:cubicBezTo>
                  <a:lnTo>
                    <a:pt x="3173" y="2672"/>
                  </a:lnTo>
                  <a:cubicBezTo>
                    <a:pt x="3173" y="2700"/>
                    <a:pt x="3201" y="2728"/>
                    <a:pt x="3229" y="2728"/>
                  </a:cubicBezTo>
                  <a:cubicBezTo>
                    <a:pt x="3266" y="2728"/>
                    <a:pt x="3294" y="2700"/>
                    <a:pt x="3294" y="2672"/>
                  </a:cubicBezTo>
                  <a:lnTo>
                    <a:pt x="3294" y="2208"/>
                  </a:lnTo>
                  <a:cubicBezTo>
                    <a:pt x="3294" y="2171"/>
                    <a:pt x="3266" y="2143"/>
                    <a:pt x="3229" y="2143"/>
                  </a:cubicBezTo>
                  <a:close/>
                  <a:moveTo>
                    <a:pt x="3229" y="3071"/>
                  </a:moveTo>
                  <a:cubicBezTo>
                    <a:pt x="3201" y="3071"/>
                    <a:pt x="3173" y="3099"/>
                    <a:pt x="3173" y="3136"/>
                  </a:cubicBezTo>
                  <a:lnTo>
                    <a:pt x="3173" y="3600"/>
                  </a:lnTo>
                  <a:cubicBezTo>
                    <a:pt x="3173" y="3628"/>
                    <a:pt x="3201" y="3656"/>
                    <a:pt x="3229" y="3656"/>
                  </a:cubicBezTo>
                  <a:cubicBezTo>
                    <a:pt x="3266" y="3656"/>
                    <a:pt x="3294" y="3628"/>
                    <a:pt x="3294" y="3600"/>
                  </a:cubicBezTo>
                  <a:lnTo>
                    <a:pt x="3294" y="3136"/>
                  </a:lnTo>
                  <a:cubicBezTo>
                    <a:pt x="3294" y="3099"/>
                    <a:pt x="3266" y="3071"/>
                    <a:pt x="3229" y="3071"/>
                  </a:cubicBezTo>
                  <a:close/>
                  <a:moveTo>
                    <a:pt x="3229" y="3999"/>
                  </a:moveTo>
                  <a:cubicBezTo>
                    <a:pt x="3201" y="3999"/>
                    <a:pt x="3173" y="4027"/>
                    <a:pt x="3173" y="4064"/>
                  </a:cubicBezTo>
                  <a:lnTo>
                    <a:pt x="3173" y="4528"/>
                  </a:lnTo>
                  <a:cubicBezTo>
                    <a:pt x="3173" y="4555"/>
                    <a:pt x="3201" y="4583"/>
                    <a:pt x="3229" y="4583"/>
                  </a:cubicBezTo>
                  <a:cubicBezTo>
                    <a:pt x="3266" y="4583"/>
                    <a:pt x="3294" y="4555"/>
                    <a:pt x="3294" y="4528"/>
                  </a:cubicBezTo>
                  <a:lnTo>
                    <a:pt x="3294" y="4064"/>
                  </a:lnTo>
                  <a:cubicBezTo>
                    <a:pt x="3294" y="4027"/>
                    <a:pt x="3266" y="3999"/>
                    <a:pt x="3229" y="3999"/>
                  </a:cubicBezTo>
                  <a:close/>
                  <a:moveTo>
                    <a:pt x="269" y="5214"/>
                  </a:moveTo>
                  <a:cubicBezTo>
                    <a:pt x="241" y="5214"/>
                    <a:pt x="214" y="5242"/>
                    <a:pt x="214" y="5279"/>
                  </a:cubicBezTo>
                  <a:cubicBezTo>
                    <a:pt x="214" y="5307"/>
                    <a:pt x="241" y="5335"/>
                    <a:pt x="269" y="5335"/>
                  </a:cubicBezTo>
                  <a:lnTo>
                    <a:pt x="733" y="5335"/>
                  </a:lnTo>
                  <a:cubicBezTo>
                    <a:pt x="770" y="5335"/>
                    <a:pt x="789" y="5307"/>
                    <a:pt x="789" y="5279"/>
                  </a:cubicBezTo>
                  <a:cubicBezTo>
                    <a:pt x="789" y="5242"/>
                    <a:pt x="770" y="5214"/>
                    <a:pt x="733" y="5214"/>
                  </a:cubicBezTo>
                  <a:close/>
                  <a:moveTo>
                    <a:pt x="1197" y="5214"/>
                  </a:moveTo>
                  <a:cubicBezTo>
                    <a:pt x="1169" y="5214"/>
                    <a:pt x="1141" y="5242"/>
                    <a:pt x="1141" y="5279"/>
                  </a:cubicBezTo>
                  <a:cubicBezTo>
                    <a:pt x="1141" y="5307"/>
                    <a:pt x="1169" y="5335"/>
                    <a:pt x="1197" y="5335"/>
                  </a:cubicBezTo>
                  <a:lnTo>
                    <a:pt x="1661" y="5335"/>
                  </a:lnTo>
                  <a:cubicBezTo>
                    <a:pt x="1698" y="5335"/>
                    <a:pt x="1716" y="5307"/>
                    <a:pt x="1716" y="5279"/>
                  </a:cubicBezTo>
                  <a:cubicBezTo>
                    <a:pt x="1716" y="5242"/>
                    <a:pt x="1698" y="5214"/>
                    <a:pt x="1661" y="5214"/>
                  </a:cubicBezTo>
                  <a:close/>
                  <a:moveTo>
                    <a:pt x="2125" y="5214"/>
                  </a:moveTo>
                  <a:cubicBezTo>
                    <a:pt x="2097" y="5214"/>
                    <a:pt x="2069" y="5242"/>
                    <a:pt x="2069" y="5279"/>
                  </a:cubicBezTo>
                  <a:cubicBezTo>
                    <a:pt x="2069" y="5307"/>
                    <a:pt x="2097" y="5335"/>
                    <a:pt x="2125" y="5335"/>
                  </a:cubicBezTo>
                  <a:lnTo>
                    <a:pt x="2588" y="5335"/>
                  </a:lnTo>
                  <a:cubicBezTo>
                    <a:pt x="2626" y="5335"/>
                    <a:pt x="2644" y="5307"/>
                    <a:pt x="2644" y="5279"/>
                  </a:cubicBezTo>
                  <a:cubicBezTo>
                    <a:pt x="2644" y="5242"/>
                    <a:pt x="2626" y="5214"/>
                    <a:pt x="2588" y="5214"/>
                  </a:cubicBezTo>
                  <a:close/>
                  <a:moveTo>
                    <a:pt x="3229" y="4936"/>
                  </a:moveTo>
                  <a:cubicBezTo>
                    <a:pt x="3201" y="4936"/>
                    <a:pt x="3173" y="4954"/>
                    <a:pt x="3173" y="4991"/>
                  </a:cubicBezTo>
                  <a:lnTo>
                    <a:pt x="3173" y="5214"/>
                  </a:lnTo>
                  <a:lnTo>
                    <a:pt x="3052" y="5214"/>
                  </a:lnTo>
                  <a:cubicBezTo>
                    <a:pt x="3024" y="5214"/>
                    <a:pt x="2997" y="5242"/>
                    <a:pt x="2997" y="5279"/>
                  </a:cubicBezTo>
                  <a:cubicBezTo>
                    <a:pt x="2997" y="5307"/>
                    <a:pt x="3024" y="5335"/>
                    <a:pt x="3052" y="5335"/>
                  </a:cubicBezTo>
                  <a:lnTo>
                    <a:pt x="3229" y="5335"/>
                  </a:lnTo>
                  <a:cubicBezTo>
                    <a:pt x="3266" y="5335"/>
                    <a:pt x="3294" y="5307"/>
                    <a:pt x="3294" y="5279"/>
                  </a:cubicBezTo>
                  <a:lnTo>
                    <a:pt x="3294" y="4991"/>
                  </a:lnTo>
                  <a:cubicBezTo>
                    <a:pt x="3294" y="4954"/>
                    <a:pt x="3266" y="4936"/>
                    <a:pt x="3229" y="4936"/>
                  </a:cubicBezTo>
                  <a:close/>
                  <a:moveTo>
                    <a:pt x="56" y="5464"/>
                  </a:moveTo>
                  <a:cubicBezTo>
                    <a:pt x="28" y="5464"/>
                    <a:pt x="0" y="5492"/>
                    <a:pt x="0" y="5520"/>
                  </a:cubicBezTo>
                  <a:lnTo>
                    <a:pt x="0" y="5993"/>
                  </a:lnTo>
                  <a:cubicBezTo>
                    <a:pt x="0" y="6021"/>
                    <a:pt x="28" y="6049"/>
                    <a:pt x="56" y="6049"/>
                  </a:cubicBezTo>
                  <a:cubicBezTo>
                    <a:pt x="93" y="6049"/>
                    <a:pt x="112" y="6021"/>
                    <a:pt x="112" y="5993"/>
                  </a:cubicBezTo>
                  <a:lnTo>
                    <a:pt x="112" y="5520"/>
                  </a:lnTo>
                  <a:cubicBezTo>
                    <a:pt x="112" y="5492"/>
                    <a:pt x="93" y="5464"/>
                    <a:pt x="56" y="5464"/>
                  </a:cubicBezTo>
                  <a:close/>
                  <a:moveTo>
                    <a:pt x="56" y="6392"/>
                  </a:moveTo>
                  <a:cubicBezTo>
                    <a:pt x="28" y="6392"/>
                    <a:pt x="0" y="6420"/>
                    <a:pt x="0" y="6457"/>
                  </a:cubicBezTo>
                  <a:lnTo>
                    <a:pt x="0" y="6921"/>
                  </a:lnTo>
                  <a:cubicBezTo>
                    <a:pt x="0" y="6949"/>
                    <a:pt x="28" y="6977"/>
                    <a:pt x="56" y="6977"/>
                  </a:cubicBezTo>
                  <a:cubicBezTo>
                    <a:pt x="93" y="6977"/>
                    <a:pt x="112" y="6949"/>
                    <a:pt x="112" y="6921"/>
                  </a:cubicBezTo>
                  <a:lnTo>
                    <a:pt x="112" y="6457"/>
                  </a:lnTo>
                  <a:cubicBezTo>
                    <a:pt x="112" y="6420"/>
                    <a:pt x="93" y="6392"/>
                    <a:pt x="56" y="639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3">
              <a:extLst>
                <a:ext uri="{FF2B5EF4-FFF2-40B4-BE49-F238E27FC236}">
                  <a16:creationId xmlns:a16="http://schemas.microsoft.com/office/drawing/2014/main" id="{1F514AAC-61B2-2D88-2B14-B19CE92FFC3C}"/>
                </a:ext>
              </a:extLst>
            </p:cNvPr>
            <p:cNvSpPr/>
            <p:nvPr/>
          </p:nvSpPr>
          <p:spPr>
            <a:xfrm>
              <a:off x="2221250" y="2699900"/>
              <a:ext cx="76775" cy="195775"/>
            </a:xfrm>
            <a:custGeom>
              <a:avLst/>
              <a:gdLst/>
              <a:ahLst/>
              <a:cxnLst/>
              <a:rect l="l" t="t" r="r" b="b"/>
              <a:pathLst>
                <a:path w="3071" h="7831" extrusionOk="0">
                  <a:moveTo>
                    <a:pt x="3015" y="1"/>
                  </a:moveTo>
                  <a:cubicBezTo>
                    <a:pt x="2987" y="1"/>
                    <a:pt x="2959" y="28"/>
                    <a:pt x="2959" y="56"/>
                  </a:cubicBezTo>
                  <a:lnTo>
                    <a:pt x="2959" y="520"/>
                  </a:lnTo>
                  <a:cubicBezTo>
                    <a:pt x="2959" y="557"/>
                    <a:pt x="2987" y="585"/>
                    <a:pt x="3015" y="585"/>
                  </a:cubicBezTo>
                  <a:cubicBezTo>
                    <a:pt x="3043" y="585"/>
                    <a:pt x="3071" y="557"/>
                    <a:pt x="3071" y="520"/>
                  </a:cubicBezTo>
                  <a:lnTo>
                    <a:pt x="3071" y="56"/>
                  </a:lnTo>
                  <a:cubicBezTo>
                    <a:pt x="3071" y="28"/>
                    <a:pt x="3052" y="1"/>
                    <a:pt x="3015" y="1"/>
                  </a:cubicBezTo>
                  <a:close/>
                  <a:moveTo>
                    <a:pt x="3015" y="928"/>
                  </a:moveTo>
                  <a:cubicBezTo>
                    <a:pt x="2987" y="928"/>
                    <a:pt x="2959" y="956"/>
                    <a:pt x="2959" y="984"/>
                  </a:cubicBezTo>
                  <a:lnTo>
                    <a:pt x="2959" y="1448"/>
                  </a:lnTo>
                  <a:cubicBezTo>
                    <a:pt x="2959" y="1485"/>
                    <a:pt x="2987" y="1513"/>
                    <a:pt x="3015" y="1513"/>
                  </a:cubicBezTo>
                  <a:cubicBezTo>
                    <a:pt x="3043" y="1513"/>
                    <a:pt x="3071" y="1485"/>
                    <a:pt x="3071" y="1448"/>
                  </a:cubicBezTo>
                  <a:lnTo>
                    <a:pt x="3071" y="984"/>
                  </a:lnTo>
                  <a:cubicBezTo>
                    <a:pt x="3071" y="956"/>
                    <a:pt x="3052" y="928"/>
                    <a:pt x="3015" y="928"/>
                  </a:cubicBezTo>
                  <a:close/>
                  <a:moveTo>
                    <a:pt x="3015" y="1856"/>
                  </a:moveTo>
                  <a:cubicBezTo>
                    <a:pt x="2987" y="1856"/>
                    <a:pt x="2959" y="1884"/>
                    <a:pt x="2959" y="1912"/>
                  </a:cubicBezTo>
                  <a:lnTo>
                    <a:pt x="2959" y="2375"/>
                  </a:lnTo>
                  <a:cubicBezTo>
                    <a:pt x="2959" y="2412"/>
                    <a:pt x="2987" y="2440"/>
                    <a:pt x="3015" y="2440"/>
                  </a:cubicBezTo>
                  <a:cubicBezTo>
                    <a:pt x="3043" y="2440"/>
                    <a:pt x="3071" y="2412"/>
                    <a:pt x="3071" y="2375"/>
                  </a:cubicBezTo>
                  <a:lnTo>
                    <a:pt x="3071" y="1912"/>
                  </a:lnTo>
                  <a:cubicBezTo>
                    <a:pt x="3071" y="1884"/>
                    <a:pt x="3052" y="1856"/>
                    <a:pt x="3015" y="1856"/>
                  </a:cubicBezTo>
                  <a:close/>
                  <a:moveTo>
                    <a:pt x="3015" y="2784"/>
                  </a:moveTo>
                  <a:cubicBezTo>
                    <a:pt x="2987" y="2784"/>
                    <a:pt x="2959" y="2811"/>
                    <a:pt x="2959" y="2839"/>
                  </a:cubicBezTo>
                  <a:lnTo>
                    <a:pt x="2959" y="3303"/>
                  </a:lnTo>
                  <a:cubicBezTo>
                    <a:pt x="2959" y="3340"/>
                    <a:pt x="2987" y="3368"/>
                    <a:pt x="3015" y="3368"/>
                  </a:cubicBezTo>
                  <a:cubicBezTo>
                    <a:pt x="3043" y="3368"/>
                    <a:pt x="3071" y="3340"/>
                    <a:pt x="3071" y="3303"/>
                  </a:cubicBezTo>
                  <a:lnTo>
                    <a:pt x="3071" y="2839"/>
                  </a:lnTo>
                  <a:cubicBezTo>
                    <a:pt x="3071" y="2811"/>
                    <a:pt x="3052" y="2784"/>
                    <a:pt x="3015" y="2784"/>
                  </a:cubicBezTo>
                  <a:close/>
                  <a:moveTo>
                    <a:pt x="3015" y="3711"/>
                  </a:moveTo>
                  <a:cubicBezTo>
                    <a:pt x="2987" y="3711"/>
                    <a:pt x="2959" y="3739"/>
                    <a:pt x="2959" y="3767"/>
                  </a:cubicBezTo>
                  <a:lnTo>
                    <a:pt x="2959" y="4231"/>
                  </a:lnTo>
                  <a:cubicBezTo>
                    <a:pt x="2959" y="4268"/>
                    <a:pt x="2987" y="4296"/>
                    <a:pt x="3015" y="4296"/>
                  </a:cubicBezTo>
                  <a:cubicBezTo>
                    <a:pt x="3043" y="4296"/>
                    <a:pt x="3071" y="4268"/>
                    <a:pt x="3071" y="4231"/>
                  </a:cubicBezTo>
                  <a:lnTo>
                    <a:pt x="3071" y="3767"/>
                  </a:lnTo>
                  <a:cubicBezTo>
                    <a:pt x="3071" y="3739"/>
                    <a:pt x="3052" y="3711"/>
                    <a:pt x="3015" y="3711"/>
                  </a:cubicBezTo>
                  <a:close/>
                  <a:moveTo>
                    <a:pt x="3015" y="4639"/>
                  </a:moveTo>
                  <a:cubicBezTo>
                    <a:pt x="2987" y="4639"/>
                    <a:pt x="2959" y="4667"/>
                    <a:pt x="2959" y="4695"/>
                  </a:cubicBezTo>
                  <a:lnTo>
                    <a:pt x="2959" y="5158"/>
                  </a:lnTo>
                  <a:cubicBezTo>
                    <a:pt x="2959" y="5195"/>
                    <a:pt x="2987" y="5223"/>
                    <a:pt x="3015" y="5223"/>
                  </a:cubicBezTo>
                  <a:cubicBezTo>
                    <a:pt x="3043" y="5223"/>
                    <a:pt x="3071" y="5195"/>
                    <a:pt x="3071" y="5158"/>
                  </a:cubicBezTo>
                  <a:lnTo>
                    <a:pt x="3071" y="4695"/>
                  </a:lnTo>
                  <a:cubicBezTo>
                    <a:pt x="3071" y="4667"/>
                    <a:pt x="3052" y="4639"/>
                    <a:pt x="3015" y="4639"/>
                  </a:cubicBezTo>
                  <a:close/>
                  <a:moveTo>
                    <a:pt x="3015" y="5567"/>
                  </a:moveTo>
                  <a:cubicBezTo>
                    <a:pt x="2987" y="5567"/>
                    <a:pt x="2959" y="5594"/>
                    <a:pt x="2959" y="5622"/>
                  </a:cubicBezTo>
                  <a:lnTo>
                    <a:pt x="2959" y="6095"/>
                  </a:lnTo>
                  <a:cubicBezTo>
                    <a:pt x="2959" y="6123"/>
                    <a:pt x="2987" y="6151"/>
                    <a:pt x="3015" y="6151"/>
                  </a:cubicBezTo>
                  <a:cubicBezTo>
                    <a:pt x="3043" y="6151"/>
                    <a:pt x="3071" y="6123"/>
                    <a:pt x="3071" y="6095"/>
                  </a:cubicBezTo>
                  <a:lnTo>
                    <a:pt x="3071" y="5622"/>
                  </a:lnTo>
                  <a:cubicBezTo>
                    <a:pt x="3071" y="5594"/>
                    <a:pt x="3052" y="5567"/>
                    <a:pt x="3015" y="5567"/>
                  </a:cubicBezTo>
                  <a:close/>
                  <a:moveTo>
                    <a:pt x="390" y="6188"/>
                  </a:moveTo>
                  <a:cubicBezTo>
                    <a:pt x="353" y="6188"/>
                    <a:pt x="334" y="6216"/>
                    <a:pt x="334" y="6253"/>
                  </a:cubicBezTo>
                  <a:cubicBezTo>
                    <a:pt x="334" y="6281"/>
                    <a:pt x="353" y="6309"/>
                    <a:pt x="390" y="6309"/>
                  </a:cubicBezTo>
                  <a:lnTo>
                    <a:pt x="853" y="6309"/>
                  </a:lnTo>
                  <a:cubicBezTo>
                    <a:pt x="881" y="6309"/>
                    <a:pt x="909" y="6281"/>
                    <a:pt x="909" y="6253"/>
                  </a:cubicBezTo>
                  <a:cubicBezTo>
                    <a:pt x="909" y="6216"/>
                    <a:pt x="881" y="6188"/>
                    <a:pt x="853" y="6188"/>
                  </a:cubicBezTo>
                  <a:close/>
                  <a:moveTo>
                    <a:pt x="1317" y="6188"/>
                  </a:moveTo>
                  <a:cubicBezTo>
                    <a:pt x="1280" y="6188"/>
                    <a:pt x="1262" y="6216"/>
                    <a:pt x="1262" y="6253"/>
                  </a:cubicBezTo>
                  <a:cubicBezTo>
                    <a:pt x="1262" y="6281"/>
                    <a:pt x="1280" y="6309"/>
                    <a:pt x="1317" y="6309"/>
                  </a:cubicBezTo>
                  <a:lnTo>
                    <a:pt x="1781" y="6309"/>
                  </a:lnTo>
                  <a:cubicBezTo>
                    <a:pt x="1809" y="6309"/>
                    <a:pt x="1837" y="6281"/>
                    <a:pt x="1837" y="6253"/>
                  </a:cubicBezTo>
                  <a:cubicBezTo>
                    <a:pt x="1837" y="6216"/>
                    <a:pt x="1809" y="6188"/>
                    <a:pt x="1781" y="6188"/>
                  </a:cubicBezTo>
                  <a:close/>
                  <a:moveTo>
                    <a:pt x="2245" y="6188"/>
                  </a:moveTo>
                  <a:cubicBezTo>
                    <a:pt x="2208" y="6188"/>
                    <a:pt x="2189" y="6216"/>
                    <a:pt x="2189" y="6253"/>
                  </a:cubicBezTo>
                  <a:cubicBezTo>
                    <a:pt x="2189" y="6281"/>
                    <a:pt x="2208" y="6309"/>
                    <a:pt x="2245" y="6309"/>
                  </a:cubicBezTo>
                  <a:lnTo>
                    <a:pt x="2709" y="6309"/>
                  </a:lnTo>
                  <a:cubicBezTo>
                    <a:pt x="2737" y="6309"/>
                    <a:pt x="2764" y="6281"/>
                    <a:pt x="2764" y="6253"/>
                  </a:cubicBezTo>
                  <a:cubicBezTo>
                    <a:pt x="2764" y="6216"/>
                    <a:pt x="2737" y="6188"/>
                    <a:pt x="2709" y="6188"/>
                  </a:cubicBezTo>
                  <a:close/>
                  <a:moveTo>
                    <a:pt x="56" y="6318"/>
                  </a:moveTo>
                  <a:cubicBezTo>
                    <a:pt x="28" y="6318"/>
                    <a:pt x="0" y="6346"/>
                    <a:pt x="0" y="6383"/>
                  </a:cubicBezTo>
                  <a:lnTo>
                    <a:pt x="0" y="6847"/>
                  </a:lnTo>
                  <a:cubicBezTo>
                    <a:pt x="0" y="6875"/>
                    <a:pt x="28" y="6902"/>
                    <a:pt x="56" y="6902"/>
                  </a:cubicBezTo>
                  <a:cubicBezTo>
                    <a:pt x="84" y="6902"/>
                    <a:pt x="111" y="6875"/>
                    <a:pt x="111" y="6847"/>
                  </a:cubicBezTo>
                  <a:lnTo>
                    <a:pt x="111" y="6383"/>
                  </a:lnTo>
                  <a:cubicBezTo>
                    <a:pt x="111" y="6346"/>
                    <a:pt x="84" y="6318"/>
                    <a:pt x="56" y="6318"/>
                  </a:cubicBezTo>
                  <a:close/>
                  <a:moveTo>
                    <a:pt x="56" y="7246"/>
                  </a:moveTo>
                  <a:cubicBezTo>
                    <a:pt x="28" y="7246"/>
                    <a:pt x="0" y="7273"/>
                    <a:pt x="0" y="7311"/>
                  </a:cubicBezTo>
                  <a:lnTo>
                    <a:pt x="0" y="7774"/>
                  </a:lnTo>
                  <a:cubicBezTo>
                    <a:pt x="0" y="7802"/>
                    <a:pt x="28" y="7830"/>
                    <a:pt x="56" y="7830"/>
                  </a:cubicBezTo>
                  <a:cubicBezTo>
                    <a:pt x="84" y="7830"/>
                    <a:pt x="111" y="7802"/>
                    <a:pt x="111" y="7774"/>
                  </a:cubicBezTo>
                  <a:lnTo>
                    <a:pt x="111" y="7311"/>
                  </a:lnTo>
                  <a:cubicBezTo>
                    <a:pt x="111" y="7273"/>
                    <a:pt x="84" y="7246"/>
                    <a:pt x="56" y="72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3">
              <a:extLst>
                <a:ext uri="{FF2B5EF4-FFF2-40B4-BE49-F238E27FC236}">
                  <a16:creationId xmlns:a16="http://schemas.microsoft.com/office/drawing/2014/main" id="{3FE4E1C5-68DC-A7B6-9A18-252D2FD93298}"/>
                </a:ext>
              </a:extLst>
            </p:cNvPr>
            <p:cNvSpPr/>
            <p:nvPr/>
          </p:nvSpPr>
          <p:spPr>
            <a:xfrm>
              <a:off x="2079525" y="2330700"/>
              <a:ext cx="30425" cy="30175"/>
            </a:xfrm>
            <a:custGeom>
              <a:avLst/>
              <a:gdLst/>
              <a:ahLst/>
              <a:cxnLst/>
              <a:rect l="l" t="t" r="r" b="b"/>
              <a:pathLst>
                <a:path w="1217" h="1207" extrusionOk="0">
                  <a:moveTo>
                    <a:pt x="613" y="176"/>
                  </a:moveTo>
                  <a:lnTo>
                    <a:pt x="752" y="436"/>
                  </a:lnTo>
                  <a:cubicBezTo>
                    <a:pt x="752" y="445"/>
                    <a:pt x="762" y="455"/>
                    <a:pt x="771" y="464"/>
                  </a:cubicBezTo>
                  <a:lnTo>
                    <a:pt x="1031" y="603"/>
                  </a:lnTo>
                  <a:lnTo>
                    <a:pt x="771" y="742"/>
                  </a:lnTo>
                  <a:cubicBezTo>
                    <a:pt x="762" y="752"/>
                    <a:pt x="752" y="761"/>
                    <a:pt x="752" y="770"/>
                  </a:cubicBezTo>
                  <a:lnTo>
                    <a:pt x="604" y="1030"/>
                  </a:lnTo>
                  <a:lnTo>
                    <a:pt x="465" y="770"/>
                  </a:lnTo>
                  <a:cubicBezTo>
                    <a:pt x="465" y="761"/>
                    <a:pt x="456" y="752"/>
                    <a:pt x="446" y="742"/>
                  </a:cubicBezTo>
                  <a:lnTo>
                    <a:pt x="186" y="603"/>
                  </a:lnTo>
                  <a:lnTo>
                    <a:pt x="446" y="464"/>
                  </a:lnTo>
                  <a:cubicBezTo>
                    <a:pt x="456" y="455"/>
                    <a:pt x="465" y="445"/>
                    <a:pt x="465" y="436"/>
                  </a:cubicBezTo>
                  <a:lnTo>
                    <a:pt x="613" y="176"/>
                  </a:lnTo>
                  <a:close/>
                  <a:moveTo>
                    <a:pt x="613" y="0"/>
                  </a:moveTo>
                  <a:cubicBezTo>
                    <a:pt x="585" y="0"/>
                    <a:pt x="567" y="9"/>
                    <a:pt x="558" y="28"/>
                  </a:cubicBezTo>
                  <a:lnTo>
                    <a:pt x="372" y="362"/>
                  </a:lnTo>
                  <a:lnTo>
                    <a:pt x="38" y="547"/>
                  </a:lnTo>
                  <a:cubicBezTo>
                    <a:pt x="20" y="557"/>
                    <a:pt x="1" y="585"/>
                    <a:pt x="1" y="603"/>
                  </a:cubicBezTo>
                  <a:cubicBezTo>
                    <a:pt x="1" y="622"/>
                    <a:pt x="20" y="640"/>
                    <a:pt x="38" y="649"/>
                  </a:cubicBezTo>
                  <a:lnTo>
                    <a:pt x="372" y="835"/>
                  </a:lnTo>
                  <a:lnTo>
                    <a:pt x="558" y="1178"/>
                  </a:lnTo>
                  <a:cubicBezTo>
                    <a:pt x="567" y="1197"/>
                    <a:pt x="585" y="1206"/>
                    <a:pt x="604" y="1206"/>
                  </a:cubicBezTo>
                  <a:cubicBezTo>
                    <a:pt x="632" y="1206"/>
                    <a:pt x="650" y="1197"/>
                    <a:pt x="660" y="1178"/>
                  </a:cubicBezTo>
                  <a:lnTo>
                    <a:pt x="845" y="835"/>
                  </a:lnTo>
                  <a:lnTo>
                    <a:pt x="1179" y="659"/>
                  </a:lnTo>
                  <a:cubicBezTo>
                    <a:pt x="1198" y="640"/>
                    <a:pt x="1216" y="622"/>
                    <a:pt x="1216" y="603"/>
                  </a:cubicBezTo>
                  <a:cubicBezTo>
                    <a:pt x="1216" y="585"/>
                    <a:pt x="1198" y="566"/>
                    <a:pt x="1179" y="557"/>
                  </a:cubicBezTo>
                  <a:lnTo>
                    <a:pt x="845" y="371"/>
                  </a:lnTo>
                  <a:lnTo>
                    <a:pt x="660" y="28"/>
                  </a:lnTo>
                  <a:cubicBezTo>
                    <a:pt x="650" y="9"/>
                    <a:pt x="632"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3">
              <a:extLst>
                <a:ext uri="{FF2B5EF4-FFF2-40B4-BE49-F238E27FC236}">
                  <a16:creationId xmlns:a16="http://schemas.microsoft.com/office/drawing/2014/main" id="{384E5E79-9BAD-9975-570B-838C0AA46860}"/>
                </a:ext>
              </a:extLst>
            </p:cNvPr>
            <p:cNvSpPr/>
            <p:nvPr/>
          </p:nvSpPr>
          <p:spPr>
            <a:xfrm>
              <a:off x="2275275" y="3037350"/>
              <a:ext cx="44550" cy="44775"/>
            </a:xfrm>
            <a:custGeom>
              <a:avLst/>
              <a:gdLst/>
              <a:ahLst/>
              <a:cxnLst/>
              <a:rect l="l" t="t" r="r" b="b"/>
              <a:pathLst>
                <a:path w="1782" h="1791" extrusionOk="0">
                  <a:moveTo>
                    <a:pt x="891" y="176"/>
                  </a:moveTo>
                  <a:lnTo>
                    <a:pt x="1142" y="631"/>
                  </a:lnTo>
                  <a:cubicBezTo>
                    <a:pt x="1142" y="640"/>
                    <a:pt x="1151" y="640"/>
                    <a:pt x="1160" y="649"/>
                  </a:cubicBezTo>
                  <a:lnTo>
                    <a:pt x="1605" y="900"/>
                  </a:lnTo>
                  <a:lnTo>
                    <a:pt x="1160" y="1141"/>
                  </a:lnTo>
                  <a:cubicBezTo>
                    <a:pt x="1151" y="1141"/>
                    <a:pt x="1142" y="1150"/>
                    <a:pt x="1142" y="1160"/>
                  </a:cubicBezTo>
                  <a:lnTo>
                    <a:pt x="891" y="1605"/>
                  </a:lnTo>
                  <a:lnTo>
                    <a:pt x="650" y="1160"/>
                  </a:lnTo>
                  <a:cubicBezTo>
                    <a:pt x="641" y="1150"/>
                    <a:pt x="631" y="1141"/>
                    <a:pt x="622" y="1141"/>
                  </a:cubicBezTo>
                  <a:lnTo>
                    <a:pt x="177" y="891"/>
                  </a:lnTo>
                  <a:lnTo>
                    <a:pt x="622" y="649"/>
                  </a:lnTo>
                  <a:cubicBezTo>
                    <a:pt x="641" y="640"/>
                    <a:pt x="641" y="631"/>
                    <a:pt x="650" y="622"/>
                  </a:cubicBezTo>
                  <a:lnTo>
                    <a:pt x="891" y="176"/>
                  </a:lnTo>
                  <a:close/>
                  <a:moveTo>
                    <a:pt x="891" y="0"/>
                  </a:moveTo>
                  <a:cubicBezTo>
                    <a:pt x="872" y="0"/>
                    <a:pt x="854" y="9"/>
                    <a:pt x="845" y="28"/>
                  </a:cubicBezTo>
                  <a:lnTo>
                    <a:pt x="557" y="557"/>
                  </a:lnTo>
                  <a:lnTo>
                    <a:pt x="28" y="844"/>
                  </a:lnTo>
                  <a:cubicBezTo>
                    <a:pt x="10" y="853"/>
                    <a:pt x="0" y="872"/>
                    <a:pt x="0" y="891"/>
                  </a:cubicBezTo>
                  <a:cubicBezTo>
                    <a:pt x="0" y="909"/>
                    <a:pt x="10" y="937"/>
                    <a:pt x="28" y="946"/>
                  </a:cubicBezTo>
                  <a:lnTo>
                    <a:pt x="557" y="1234"/>
                  </a:lnTo>
                  <a:lnTo>
                    <a:pt x="835" y="1753"/>
                  </a:lnTo>
                  <a:cubicBezTo>
                    <a:pt x="854" y="1772"/>
                    <a:pt x="872" y="1790"/>
                    <a:pt x="891" y="1790"/>
                  </a:cubicBezTo>
                  <a:cubicBezTo>
                    <a:pt x="910" y="1790"/>
                    <a:pt x="928" y="1772"/>
                    <a:pt x="937" y="1753"/>
                  </a:cubicBezTo>
                  <a:lnTo>
                    <a:pt x="1234" y="1234"/>
                  </a:lnTo>
                  <a:lnTo>
                    <a:pt x="1754" y="946"/>
                  </a:lnTo>
                  <a:cubicBezTo>
                    <a:pt x="1772" y="937"/>
                    <a:pt x="1782" y="918"/>
                    <a:pt x="1782" y="900"/>
                  </a:cubicBezTo>
                  <a:cubicBezTo>
                    <a:pt x="1782" y="872"/>
                    <a:pt x="1772" y="853"/>
                    <a:pt x="1754" y="844"/>
                  </a:cubicBezTo>
                  <a:lnTo>
                    <a:pt x="1234" y="557"/>
                  </a:lnTo>
                  <a:lnTo>
                    <a:pt x="947" y="28"/>
                  </a:lnTo>
                  <a:cubicBezTo>
                    <a:pt x="937" y="9"/>
                    <a:pt x="919" y="0"/>
                    <a:pt x="8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3">
              <a:extLst>
                <a:ext uri="{FF2B5EF4-FFF2-40B4-BE49-F238E27FC236}">
                  <a16:creationId xmlns:a16="http://schemas.microsoft.com/office/drawing/2014/main" id="{2741026B-D365-D5C5-8BFA-89EE2AFA1AE0}"/>
                </a:ext>
              </a:extLst>
            </p:cNvPr>
            <p:cNvSpPr/>
            <p:nvPr/>
          </p:nvSpPr>
          <p:spPr>
            <a:xfrm>
              <a:off x="2281075" y="2533150"/>
              <a:ext cx="3025" cy="16500"/>
            </a:xfrm>
            <a:custGeom>
              <a:avLst/>
              <a:gdLst/>
              <a:ahLst/>
              <a:cxnLst/>
              <a:rect l="l" t="t" r="r" b="b"/>
              <a:pathLst>
                <a:path w="121" h="660" extrusionOk="0">
                  <a:moveTo>
                    <a:pt x="65" y="1"/>
                  </a:moveTo>
                  <a:cubicBezTo>
                    <a:pt x="28" y="1"/>
                    <a:pt x="0" y="28"/>
                    <a:pt x="0" y="66"/>
                  </a:cubicBezTo>
                  <a:lnTo>
                    <a:pt x="0" y="604"/>
                  </a:lnTo>
                  <a:cubicBezTo>
                    <a:pt x="0" y="641"/>
                    <a:pt x="28" y="659"/>
                    <a:pt x="65" y="659"/>
                  </a:cubicBezTo>
                  <a:cubicBezTo>
                    <a:pt x="93" y="659"/>
                    <a:pt x="121" y="631"/>
                    <a:pt x="121" y="604"/>
                  </a:cubicBezTo>
                  <a:lnTo>
                    <a:pt x="121" y="66"/>
                  </a:lnTo>
                  <a:cubicBezTo>
                    <a:pt x="121" y="28"/>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3">
              <a:extLst>
                <a:ext uri="{FF2B5EF4-FFF2-40B4-BE49-F238E27FC236}">
                  <a16:creationId xmlns:a16="http://schemas.microsoft.com/office/drawing/2014/main" id="{34C9D2C6-7A35-0CDF-91AB-A8420670F637}"/>
                </a:ext>
              </a:extLst>
            </p:cNvPr>
            <p:cNvSpPr/>
            <p:nvPr/>
          </p:nvSpPr>
          <p:spPr>
            <a:xfrm>
              <a:off x="2281075" y="2567950"/>
              <a:ext cx="3025" cy="16475"/>
            </a:xfrm>
            <a:custGeom>
              <a:avLst/>
              <a:gdLst/>
              <a:ahLst/>
              <a:cxnLst/>
              <a:rect l="l" t="t" r="r" b="b"/>
              <a:pathLst>
                <a:path w="121" h="659" extrusionOk="0">
                  <a:moveTo>
                    <a:pt x="65" y="0"/>
                  </a:moveTo>
                  <a:cubicBezTo>
                    <a:pt x="28" y="0"/>
                    <a:pt x="0" y="28"/>
                    <a:pt x="0" y="65"/>
                  </a:cubicBezTo>
                  <a:lnTo>
                    <a:pt x="0" y="603"/>
                  </a:lnTo>
                  <a:cubicBezTo>
                    <a:pt x="0" y="640"/>
                    <a:pt x="28" y="659"/>
                    <a:pt x="65" y="659"/>
                  </a:cubicBezTo>
                  <a:cubicBezTo>
                    <a:pt x="93" y="659"/>
                    <a:pt x="121" y="631"/>
                    <a:pt x="121" y="603"/>
                  </a:cubicBezTo>
                  <a:lnTo>
                    <a:pt x="121" y="65"/>
                  </a:lnTo>
                  <a:cubicBezTo>
                    <a:pt x="121" y="28"/>
                    <a:pt x="93"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3">
              <a:extLst>
                <a:ext uri="{FF2B5EF4-FFF2-40B4-BE49-F238E27FC236}">
                  <a16:creationId xmlns:a16="http://schemas.microsoft.com/office/drawing/2014/main" id="{5AAFE3A9-A180-67CE-4AE6-75B58AF5412D}"/>
                </a:ext>
              </a:extLst>
            </p:cNvPr>
            <p:cNvSpPr/>
            <p:nvPr/>
          </p:nvSpPr>
          <p:spPr>
            <a:xfrm>
              <a:off x="2291750" y="2557500"/>
              <a:ext cx="16475" cy="2800"/>
            </a:xfrm>
            <a:custGeom>
              <a:avLst/>
              <a:gdLst/>
              <a:ahLst/>
              <a:cxnLst/>
              <a:rect l="l" t="t" r="r" b="b"/>
              <a:pathLst>
                <a:path w="659" h="112" extrusionOk="0">
                  <a:moveTo>
                    <a:pt x="65" y="1"/>
                  </a:moveTo>
                  <a:cubicBezTo>
                    <a:pt x="28" y="1"/>
                    <a:pt x="0" y="19"/>
                    <a:pt x="0" y="56"/>
                  </a:cubicBezTo>
                  <a:cubicBezTo>
                    <a:pt x="0" y="84"/>
                    <a:pt x="28" y="112"/>
                    <a:pt x="65" y="112"/>
                  </a:cubicBezTo>
                  <a:lnTo>
                    <a:pt x="603" y="112"/>
                  </a:lnTo>
                  <a:cubicBezTo>
                    <a:pt x="631" y="112"/>
                    <a:pt x="659" y="84"/>
                    <a:pt x="659" y="56"/>
                  </a:cubicBezTo>
                  <a:cubicBezTo>
                    <a:pt x="659" y="19"/>
                    <a:pt x="631"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3">
              <a:extLst>
                <a:ext uri="{FF2B5EF4-FFF2-40B4-BE49-F238E27FC236}">
                  <a16:creationId xmlns:a16="http://schemas.microsoft.com/office/drawing/2014/main" id="{5351B944-25D8-023C-E91E-8C090EDFB5B8}"/>
                </a:ext>
              </a:extLst>
            </p:cNvPr>
            <p:cNvSpPr/>
            <p:nvPr/>
          </p:nvSpPr>
          <p:spPr>
            <a:xfrm>
              <a:off x="2256950" y="2557500"/>
              <a:ext cx="16500" cy="2800"/>
            </a:xfrm>
            <a:custGeom>
              <a:avLst/>
              <a:gdLst/>
              <a:ahLst/>
              <a:cxnLst/>
              <a:rect l="l" t="t" r="r" b="b"/>
              <a:pathLst>
                <a:path w="660" h="112" extrusionOk="0">
                  <a:moveTo>
                    <a:pt x="66" y="1"/>
                  </a:moveTo>
                  <a:cubicBezTo>
                    <a:pt x="28" y="1"/>
                    <a:pt x="1" y="19"/>
                    <a:pt x="1" y="56"/>
                  </a:cubicBezTo>
                  <a:cubicBezTo>
                    <a:pt x="1" y="84"/>
                    <a:pt x="28" y="112"/>
                    <a:pt x="66" y="112"/>
                  </a:cubicBezTo>
                  <a:lnTo>
                    <a:pt x="604" y="112"/>
                  </a:lnTo>
                  <a:cubicBezTo>
                    <a:pt x="631" y="112"/>
                    <a:pt x="659" y="84"/>
                    <a:pt x="659" y="56"/>
                  </a:cubicBezTo>
                  <a:cubicBezTo>
                    <a:pt x="659" y="19"/>
                    <a:pt x="631"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3">
              <a:extLst>
                <a:ext uri="{FF2B5EF4-FFF2-40B4-BE49-F238E27FC236}">
                  <a16:creationId xmlns:a16="http://schemas.microsoft.com/office/drawing/2014/main" id="{5CD67993-DC95-4C1C-E049-059277081D00}"/>
                </a:ext>
              </a:extLst>
            </p:cNvPr>
            <p:cNvSpPr/>
            <p:nvPr/>
          </p:nvSpPr>
          <p:spPr>
            <a:xfrm>
              <a:off x="2265525" y="2566325"/>
              <a:ext cx="9550" cy="9525"/>
            </a:xfrm>
            <a:custGeom>
              <a:avLst/>
              <a:gdLst/>
              <a:ahLst/>
              <a:cxnLst/>
              <a:rect l="l" t="t" r="r" b="b"/>
              <a:pathLst>
                <a:path w="382" h="381" extrusionOk="0">
                  <a:moveTo>
                    <a:pt x="1" y="381"/>
                  </a:moveTo>
                  <a:lnTo>
                    <a:pt x="381"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3">
              <a:extLst>
                <a:ext uri="{FF2B5EF4-FFF2-40B4-BE49-F238E27FC236}">
                  <a16:creationId xmlns:a16="http://schemas.microsoft.com/office/drawing/2014/main" id="{44A2B30B-8ADC-3D9C-4CC7-A865CE297C3F}"/>
                </a:ext>
              </a:extLst>
            </p:cNvPr>
            <p:cNvSpPr/>
            <p:nvPr/>
          </p:nvSpPr>
          <p:spPr>
            <a:xfrm>
              <a:off x="2263900" y="2564875"/>
              <a:ext cx="12800" cy="12600"/>
            </a:xfrm>
            <a:custGeom>
              <a:avLst/>
              <a:gdLst/>
              <a:ahLst/>
              <a:cxnLst/>
              <a:rect l="l" t="t" r="r" b="b"/>
              <a:pathLst>
                <a:path w="512" h="504" extrusionOk="0">
                  <a:moveTo>
                    <a:pt x="447" y="0"/>
                  </a:moveTo>
                  <a:cubicBezTo>
                    <a:pt x="432" y="0"/>
                    <a:pt x="418" y="7"/>
                    <a:pt x="409" y="21"/>
                  </a:cubicBezTo>
                  <a:lnTo>
                    <a:pt x="29" y="401"/>
                  </a:lnTo>
                  <a:cubicBezTo>
                    <a:pt x="1" y="420"/>
                    <a:pt x="1" y="457"/>
                    <a:pt x="29" y="485"/>
                  </a:cubicBezTo>
                  <a:cubicBezTo>
                    <a:pt x="38" y="494"/>
                    <a:pt x="47" y="503"/>
                    <a:pt x="66" y="503"/>
                  </a:cubicBezTo>
                  <a:cubicBezTo>
                    <a:pt x="84" y="503"/>
                    <a:pt x="94" y="494"/>
                    <a:pt x="112" y="485"/>
                  </a:cubicBezTo>
                  <a:lnTo>
                    <a:pt x="493" y="105"/>
                  </a:lnTo>
                  <a:cubicBezTo>
                    <a:pt x="511" y="77"/>
                    <a:pt x="511" y="40"/>
                    <a:pt x="493" y="21"/>
                  </a:cubicBezTo>
                  <a:cubicBezTo>
                    <a:pt x="479" y="7"/>
                    <a:pt x="462" y="0"/>
                    <a:pt x="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3">
              <a:extLst>
                <a:ext uri="{FF2B5EF4-FFF2-40B4-BE49-F238E27FC236}">
                  <a16:creationId xmlns:a16="http://schemas.microsoft.com/office/drawing/2014/main" id="{34AF540F-18DC-3115-8577-0FA7756E6840}"/>
                </a:ext>
              </a:extLst>
            </p:cNvPr>
            <p:cNvSpPr/>
            <p:nvPr/>
          </p:nvSpPr>
          <p:spPr>
            <a:xfrm>
              <a:off x="2290125" y="2541725"/>
              <a:ext cx="9525" cy="9550"/>
            </a:xfrm>
            <a:custGeom>
              <a:avLst/>
              <a:gdLst/>
              <a:ahLst/>
              <a:cxnLst/>
              <a:rect l="l" t="t" r="r" b="b"/>
              <a:pathLst>
                <a:path w="381" h="382" extrusionOk="0">
                  <a:moveTo>
                    <a:pt x="0" y="381"/>
                  </a:moveTo>
                  <a:lnTo>
                    <a:pt x="381"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3">
              <a:extLst>
                <a:ext uri="{FF2B5EF4-FFF2-40B4-BE49-F238E27FC236}">
                  <a16:creationId xmlns:a16="http://schemas.microsoft.com/office/drawing/2014/main" id="{08DDCEAE-052B-3C36-718B-0237F1C92889}"/>
                </a:ext>
              </a:extLst>
            </p:cNvPr>
            <p:cNvSpPr/>
            <p:nvPr/>
          </p:nvSpPr>
          <p:spPr>
            <a:xfrm>
              <a:off x="2288500" y="2540275"/>
              <a:ext cx="12775" cy="12625"/>
            </a:xfrm>
            <a:custGeom>
              <a:avLst/>
              <a:gdLst/>
              <a:ahLst/>
              <a:cxnLst/>
              <a:rect l="l" t="t" r="r" b="b"/>
              <a:pathLst>
                <a:path w="511" h="505" extrusionOk="0">
                  <a:moveTo>
                    <a:pt x="447" y="1"/>
                  </a:moveTo>
                  <a:cubicBezTo>
                    <a:pt x="432" y="1"/>
                    <a:pt x="418" y="8"/>
                    <a:pt x="408" y="22"/>
                  </a:cubicBezTo>
                  <a:lnTo>
                    <a:pt x="28" y="402"/>
                  </a:lnTo>
                  <a:cubicBezTo>
                    <a:pt x="0" y="421"/>
                    <a:pt x="0" y="458"/>
                    <a:pt x="28" y="486"/>
                  </a:cubicBezTo>
                  <a:cubicBezTo>
                    <a:pt x="37" y="495"/>
                    <a:pt x="47" y="504"/>
                    <a:pt x="65" y="504"/>
                  </a:cubicBezTo>
                  <a:cubicBezTo>
                    <a:pt x="84" y="504"/>
                    <a:pt x="93" y="495"/>
                    <a:pt x="112" y="486"/>
                  </a:cubicBezTo>
                  <a:lnTo>
                    <a:pt x="492" y="96"/>
                  </a:lnTo>
                  <a:cubicBezTo>
                    <a:pt x="510" y="77"/>
                    <a:pt x="510" y="40"/>
                    <a:pt x="492" y="22"/>
                  </a:cubicBezTo>
                  <a:cubicBezTo>
                    <a:pt x="478" y="8"/>
                    <a:pt x="462" y="1"/>
                    <a:pt x="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3">
              <a:extLst>
                <a:ext uri="{FF2B5EF4-FFF2-40B4-BE49-F238E27FC236}">
                  <a16:creationId xmlns:a16="http://schemas.microsoft.com/office/drawing/2014/main" id="{C9AEDC74-98F4-1445-F57C-6F4150EB0CA5}"/>
                </a:ext>
              </a:extLst>
            </p:cNvPr>
            <p:cNvSpPr/>
            <p:nvPr/>
          </p:nvSpPr>
          <p:spPr>
            <a:xfrm>
              <a:off x="2265525" y="2541725"/>
              <a:ext cx="9550" cy="9550"/>
            </a:xfrm>
            <a:custGeom>
              <a:avLst/>
              <a:gdLst/>
              <a:ahLst/>
              <a:cxnLst/>
              <a:rect l="l" t="t" r="r" b="b"/>
              <a:pathLst>
                <a:path w="382" h="382" extrusionOk="0">
                  <a:moveTo>
                    <a:pt x="1" y="1"/>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3">
              <a:extLst>
                <a:ext uri="{FF2B5EF4-FFF2-40B4-BE49-F238E27FC236}">
                  <a16:creationId xmlns:a16="http://schemas.microsoft.com/office/drawing/2014/main" id="{A7843E22-2ADC-ED46-96F2-12AE71AAB407}"/>
                </a:ext>
              </a:extLst>
            </p:cNvPr>
            <p:cNvSpPr/>
            <p:nvPr/>
          </p:nvSpPr>
          <p:spPr>
            <a:xfrm>
              <a:off x="2263900" y="2540275"/>
              <a:ext cx="12800" cy="12625"/>
            </a:xfrm>
            <a:custGeom>
              <a:avLst/>
              <a:gdLst/>
              <a:ahLst/>
              <a:cxnLst/>
              <a:rect l="l" t="t" r="r" b="b"/>
              <a:pathLst>
                <a:path w="512" h="505" extrusionOk="0">
                  <a:moveTo>
                    <a:pt x="67" y="1"/>
                  </a:moveTo>
                  <a:cubicBezTo>
                    <a:pt x="52" y="1"/>
                    <a:pt x="38" y="8"/>
                    <a:pt x="29" y="22"/>
                  </a:cubicBezTo>
                  <a:cubicBezTo>
                    <a:pt x="1" y="40"/>
                    <a:pt x="1" y="77"/>
                    <a:pt x="29" y="96"/>
                  </a:cubicBezTo>
                  <a:lnTo>
                    <a:pt x="409" y="486"/>
                  </a:lnTo>
                  <a:cubicBezTo>
                    <a:pt x="418" y="495"/>
                    <a:pt x="437" y="504"/>
                    <a:pt x="446" y="504"/>
                  </a:cubicBezTo>
                  <a:cubicBezTo>
                    <a:pt x="465" y="504"/>
                    <a:pt x="483" y="495"/>
                    <a:pt x="493" y="486"/>
                  </a:cubicBezTo>
                  <a:cubicBezTo>
                    <a:pt x="511" y="458"/>
                    <a:pt x="511" y="421"/>
                    <a:pt x="493" y="402"/>
                  </a:cubicBezTo>
                  <a:lnTo>
                    <a:pt x="112" y="22"/>
                  </a:lnTo>
                  <a:cubicBezTo>
                    <a:pt x="98" y="8"/>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3">
              <a:extLst>
                <a:ext uri="{FF2B5EF4-FFF2-40B4-BE49-F238E27FC236}">
                  <a16:creationId xmlns:a16="http://schemas.microsoft.com/office/drawing/2014/main" id="{3F928A1D-72F1-0170-309C-A84A93370BD3}"/>
                </a:ext>
              </a:extLst>
            </p:cNvPr>
            <p:cNvSpPr/>
            <p:nvPr/>
          </p:nvSpPr>
          <p:spPr>
            <a:xfrm>
              <a:off x="2290125" y="2566325"/>
              <a:ext cx="9525" cy="9525"/>
            </a:xfrm>
            <a:custGeom>
              <a:avLst/>
              <a:gdLst/>
              <a:ahLst/>
              <a:cxnLst/>
              <a:rect l="l" t="t" r="r" b="b"/>
              <a:pathLst>
                <a:path w="381" h="381" extrusionOk="0">
                  <a:moveTo>
                    <a:pt x="0" y="0"/>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3">
              <a:extLst>
                <a:ext uri="{FF2B5EF4-FFF2-40B4-BE49-F238E27FC236}">
                  <a16:creationId xmlns:a16="http://schemas.microsoft.com/office/drawing/2014/main" id="{27883967-7CF2-87AA-8A13-4FF7401AEC5F}"/>
                </a:ext>
              </a:extLst>
            </p:cNvPr>
            <p:cNvSpPr/>
            <p:nvPr/>
          </p:nvSpPr>
          <p:spPr>
            <a:xfrm>
              <a:off x="2288500" y="2564875"/>
              <a:ext cx="12775" cy="12600"/>
            </a:xfrm>
            <a:custGeom>
              <a:avLst/>
              <a:gdLst/>
              <a:ahLst/>
              <a:cxnLst/>
              <a:rect l="l" t="t" r="r" b="b"/>
              <a:pathLst>
                <a:path w="511" h="504" extrusionOk="0">
                  <a:moveTo>
                    <a:pt x="66" y="0"/>
                  </a:moveTo>
                  <a:cubicBezTo>
                    <a:pt x="51" y="0"/>
                    <a:pt x="37" y="7"/>
                    <a:pt x="28" y="21"/>
                  </a:cubicBezTo>
                  <a:cubicBezTo>
                    <a:pt x="0" y="40"/>
                    <a:pt x="0" y="77"/>
                    <a:pt x="28" y="105"/>
                  </a:cubicBezTo>
                  <a:lnTo>
                    <a:pt x="408" y="485"/>
                  </a:lnTo>
                  <a:cubicBezTo>
                    <a:pt x="418" y="494"/>
                    <a:pt x="436" y="503"/>
                    <a:pt x="446" y="503"/>
                  </a:cubicBezTo>
                  <a:cubicBezTo>
                    <a:pt x="464" y="503"/>
                    <a:pt x="483" y="494"/>
                    <a:pt x="492" y="485"/>
                  </a:cubicBezTo>
                  <a:cubicBezTo>
                    <a:pt x="510" y="457"/>
                    <a:pt x="510" y="420"/>
                    <a:pt x="492" y="401"/>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3">
              <a:extLst>
                <a:ext uri="{FF2B5EF4-FFF2-40B4-BE49-F238E27FC236}">
                  <a16:creationId xmlns:a16="http://schemas.microsoft.com/office/drawing/2014/main" id="{EF05FD4B-910F-D4E6-8184-882626B02770}"/>
                </a:ext>
              </a:extLst>
            </p:cNvPr>
            <p:cNvSpPr/>
            <p:nvPr/>
          </p:nvSpPr>
          <p:spPr>
            <a:xfrm>
              <a:off x="2241175" y="2381700"/>
              <a:ext cx="19525" cy="19525"/>
            </a:xfrm>
            <a:custGeom>
              <a:avLst/>
              <a:gdLst/>
              <a:ahLst/>
              <a:cxnLst/>
              <a:rect l="l" t="t" r="r" b="b"/>
              <a:pathLst>
                <a:path w="781" h="781" extrusionOk="0">
                  <a:moveTo>
                    <a:pt x="390" y="112"/>
                  </a:moveTo>
                  <a:cubicBezTo>
                    <a:pt x="539" y="112"/>
                    <a:pt x="659" y="233"/>
                    <a:pt x="659" y="391"/>
                  </a:cubicBezTo>
                  <a:cubicBezTo>
                    <a:pt x="659" y="539"/>
                    <a:pt x="539" y="660"/>
                    <a:pt x="390" y="660"/>
                  </a:cubicBezTo>
                  <a:cubicBezTo>
                    <a:pt x="233" y="660"/>
                    <a:pt x="112" y="539"/>
                    <a:pt x="112" y="391"/>
                  </a:cubicBezTo>
                  <a:cubicBezTo>
                    <a:pt x="112" y="233"/>
                    <a:pt x="242" y="112"/>
                    <a:pt x="390" y="112"/>
                  </a:cubicBezTo>
                  <a:close/>
                  <a:moveTo>
                    <a:pt x="390" y="1"/>
                  </a:moveTo>
                  <a:cubicBezTo>
                    <a:pt x="177" y="1"/>
                    <a:pt x="1" y="177"/>
                    <a:pt x="1" y="391"/>
                  </a:cubicBezTo>
                  <a:cubicBezTo>
                    <a:pt x="1" y="604"/>
                    <a:pt x="177" y="780"/>
                    <a:pt x="390" y="780"/>
                  </a:cubicBezTo>
                  <a:cubicBezTo>
                    <a:pt x="604" y="780"/>
                    <a:pt x="780" y="604"/>
                    <a:pt x="780" y="391"/>
                  </a:cubicBezTo>
                  <a:cubicBezTo>
                    <a:pt x="780" y="177"/>
                    <a:pt x="604" y="1"/>
                    <a:pt x="3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3">
              <a:extLst>
                <a:ext uri="{FF2B5EF4-FFF2-40B4-BE49-F238E27FC236}">
                  <a16:creationId xmlns:a16="http://schemas.microsoft.com/office/drawing/2014/main" id="{5E5F67BB-7CE3-4D1E-A574-068DB734F790}"/>
                </a:ext>
              </a:extLst>
            </p:cNvPr>
            <p:cNvSpPr/>
            <p:nvPr/>
          </p:nvSpPr>
          <p:spPr>
            <a:xfrm>
              <a:off x="2330000" y="2906075"/>
              <a:ext cx="19525" cy="19500"/>
            </a:xfrm>
            <a:custGeom>
              <a:avLst/>
              <a:gdLst/>
              <a:ahLst/>
              <a:cxnLst/>
              <a:rect l="l" t="t" r="r" b="b"/>
              <a:pathLst>
                <a:path w="781" h="780" extrusionOk="0">
                  <a:moveTo>
                    <a:pt x="390" y="112"/>
                  </a:moveTo>
                  <a:cubicBezTo>
                    <a:pt x="539" y="112"/>
                    <a:pt x="659" y="232"/>
                    <a:pt x="659" y="390"/>
                  </a:cubicBezTo>
                  <a:cubicBezTo>
                    <a:pt x="659" y="539"/>
                    <a:pt x="539" y="659"/>
                    <a:pt x="390" y="659"/>
                  </a:cubicBezTo>
                  <a:cubicBezTo>
                    <a:pt x="233" y="659"/>
                    <a:pt x="112" y="539"/>
                    <a:pt x="112" y="390"/>
                  </a:cubicBezTo>
                  <a:cubicBezTo>
                    <a:pt x="112" y="232"/>
                    <a:pt x="233" y="112"/>
                    <a:pt x="390" y="112"/>
                  </a:cubicBezTo>
                  <a:close/>
                  <a:moveTo>
                    <a:pt x="390" y="0"/>
                  </a:moveTo>
                  <a:cubicBezTo>
                    <a:pt x="168" y="0"/>
                    <a:pt x="1" y="167"/>
                    <a:pt x="1" y="390"/>
                  </a:cubicBezTo>
                  <a:cubicBezTo>
                    <a:pt x="1" y="603"/>
                    <a:pt x="168" y="780"/>
                    <a:pt x="390" y="780"/>
                  </a:cubicBezTo>
                  <a:cubicBezTo>
                    <a:pt x="604" y="780"/>
                    <a:pt x="780" y="603"/>
                    <a:pt x="780" y="390"/>
                  </a:cubicBezTo>
                  <a:cubicBezTo>
                    <a:pt x="780" y="167"/>
                    <a:pt x="604" y="0"/>
                    <a:pt x="3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3">
              <a:extLst>
                <a:ext uri="{FF2B5EF4-FFF2-40B4-BE49-F238E27FC236}">
                  <a16:creationId xmlns:a16="http://schemas.microsoft.com/office/drawing/2014/main" id="{1B3F6EA3-427F-0DC3-E5F2-AD9276952A27}"/>
                </a:ext>
              </a:extLst>
            </p:cNvPr>
            <p:cNvSpPr/>
            <p:nvPr/>
          </p:nvSpPr>
          <p:spPr>
            <a:xfrm>
              <a:off x="2228425" y="3186000"/>
              <a:ext cx="12550" cy="12775"/>
            </a:xfrm>
            <a:custGeom>
              <a:avLst/>
              <a:gdLst/>
              <a:ahLst/>
              <a:cxnLst/>
              <a:rect l="l" t="t" r="r" b="b"/>
              <a:pathLst>
                <a:path w="502" h="511" extrusionOk="0">
                  <a:moveTo>
                    <a:pt x="251" y="121"/>
                  </a:moveTo>
                  <a:cubicBezTo>
                    <a:pt x="325" y="121"/>
                    <a:pt x="390" y="177"/>
                    <a:pt x="390" y="251"/>
                  </a:cubicBezTo>
                  <a:cubicBezTo>
                    <a:pt x="390" y="325"/>
                    <a:pt x="325" y="390"/>
                    <a:pt x="251" y="390"/>
                  </a:cubicBezTo>
                  <a:cubicBezTo>
                    <a:pt x="177" y="390"/>
                    <a:pt x="121" y="334"/>
                    <a:pt x="121" y="251"/>
                  </a:cubicBezTo>
                  <a:cubicBezTo>
                    <a:pt x="121" y="177"/>
                    <a:pt x="177" y="121"/>
                    <a:pt x="251" y="121"/>
                  </a:cubicBezTo>
                  <a:close/>
                  <a:moveTo>
                    <a:pt x="251" y="0"/>
                  </a:moveTo>
                  <a:cubicBezTo>
                    <a:pt x="112" y="0"/>
                    <a:pt x="1" y="112"/>
                    <a:pt x="1" y="251"/>
                  </a:cubicBezTo>
                  <a:cubicBezTo>
                    <a:pt x="1" y="390"/>
                    <a:pt x="112" y="511"/>
                    <a:pt x="251" y="511"/>
                  </a:cubicBezTo>
                  <a:cubicBezTo>
                    <a:pt x="390" y="511"/>
                    <a:pt x="502" y="390"/>
                    <a:pt x="502" y="251"/>
                  </a:cubicBezTo>
                  <a:cubicBezTo>
                    <a:pt x="502" y="112"/>
                    <a:pt x="390" y="0"/>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3">
              <a:extLst>
                <a:ext uri="{FF2B5EF4-FFF2-40B4-BE49-F238E27FC236}">
                  <a16:creationId xmlns:a16="http://schemas.microsoft.com/office/drawing/2014/main" id="{419139F6-3DE8-1B59-3938-85B713AF4AC4}"/>
                </a:ext>
              </a:extLst>
            </p:cNvPr>
            <p:cNvSpPr/>
            <p:nvPr/>
          </p:nvSpPr>
          <p:spPr>
            <a:xfrm>
              <a:off x="1942250" y="2555875"/>
              <a:ext cx="313575" cy="313575"/>
            </a:xfrm>
            <a:custGeom>
              <a:avLst/>
              <a:gdLst/>
              <a:ahLst/>
              <a:cxnLst/>
              <a:rect l="l" t="t" r="r" b="b"/>
              <a:pathLst>
                <a:path w="12543" h="12543" extrusionOk="0">
                  <a:moveTo>
                    <a:pt x="12496" y="5196"/>
                  </a:moveTo>
                  <a:lnTo>
                    <a:pt x="11995" y="3582"/>
                  </a:lnTo>
                  <a:cubicBezTo>
                    <a:pt x="11949" y="3452"/>
                    <a:pt x="11809" y="3377"/>
                    <a:pt x="11680" y="3424"/>
                  </a:cubicBezTo>
                  <a:lnTo>
                    <a:pt x="10641" y="3748"/>
                  </a:lnTo>
                  <a:cubicBezTo>
                    <a:pt x="10529" y="3786"/>
                    <a:pt x="10418" y="3739"/>
                    <a:pt x="10353" y="3646"/>
                  </a:cubicBezTo>
                  <a:cubicBezTo>
                    <a:pt x="10130" y="3294"/>
                    <a:pt x="9861" y="2988"/>
                    <a:pt x="9564" y="2710"/>
                  </a:cubicBezTo>
                  <a:cubicBezTo>
                    <a:pt x="9481" y="2635"/>
                    <a:pt x="9462" y="2505"/>
                    <a:pt x="9518" y="2413"/>
                  </a:cubicBezTo>
                  <a:lnTo>
                    <a:pt x="10019" y="1439"/>
                  </a:lnTo>
                  <a:cubicBezTo>
                    <a:pt x="10084" y="1318"/>
                    <a:pt x="10028" y="1170"/>
                    <a:pt x="9908" y="1105"/>
                  </a:cubicBezTo>
                  <a:lnTo>
                    <a:pt x="8414" y="325"/>
                  </a:lnTo>
                  <a:cubicBezTo>
                    <a:pt x="8284" y="260"/>
                    <a:pt x="8136" y="307"/>
                    <a:pt x="8071" y="437"/>
                  </a:cubicBezTo>
                  <a:lnTo>
                    <a:pt x="7570" y="1402"/>
                  </a:lnTo>
                  <a:cubicBezTo>
                    <a:pt x="7524" y="1504"/>
                    <a:pt x="7412" y="1550"/>
                    <a:pt x="7301" y="1531"/>
                  </a:cubicBezTo>
                  <a:cubicBezTo>
                    <a:pt x="6902" y="1448"/>
                    <a:pt x="6494" y="1411"/>
                    <a:pt x="6076" y="1420"/>
                  </a:cubicBezTo>
                  <a:cubicBezTo>
                    <a:pt x="5965" y="1429"/>
                    <a:pt x="5863" y="1355"/>
                    <a:pt x="5835" y="1253"/>
                  </a:cubicBezTo>
                  <a:lnTo>
                    <a:pt x="5501" y="214"/>
                  </a:lnTo>
                  <a:cubicBezTo>
                    <a:pt x="5464" y="75"/>
                    <a:pt x="5325" y="1"/>
                    <a:pt x="5186" y="47"/>
                  </a:cubicBezTo>
                  <a:lnTo>
                    <a:pt x="3581" y="557"/>
                  </a:lnTo>
                  <a:cubicBezTo>
                    <a:pt x="3451" y="594"/>
                    <a:pt x="3377" y="734"/>
                    <a:pt x="3414" y="873"/>
                  </a:cubicBezTo>
                  <a:lnTo>
                    <a:pt x="3748" y="1912"/>
                  </a:lnTo>
                  <a:cubicBezTo>
                    <a:pt x="3776" y="2014"/>
                    <a:pt x="3739" y="2134"/>
                    <a:pt x="3646" y="2190"/>
                  </a:cubicBezTo>
                  <a:cubicBezTo>
                    <a:pt x="3293" y="2422"/>
                    <a:pt x="2978" y="2682"/>
                    <a:pt x="2700" y="2979"/>
                  </a:cubicBezTo>
                  <a:cubicBezTo>
                    <a:pt x="2625" y="3062"/>
                    <a:pt x="2505" y="3081"/>
                    <a:pt x="2403" y="3034"/>
                  </a:cubicBezTo>
                  <a:lnTo>
                    <a:pt x="1438" y="2533"/>
                  </a:lnTo>
                  <a:cubicBezTo>
                    <a:pt x="1317" y="2468"/>
                    <a:pt x="1169" y="2515"/>
                    <a:pt x="1104" y="2635"/>
                  </a:cubicBezTo>
                  <a:lnTo>
                    <a:pt x="325" y="4138"/>
                  </a:lnTo>
                  <a:cubicBezTo>
                    <a:pt x="260" y="4259"/>
                    <a:pt x="306" y="4407"/>
                    <a:pt x="427" y="4472"/>
                  </a:cubicBezTo>
                  <a:lnTo>
                    <a:pt x="1401" y="4973"/>
                  </a:lnTo>
                  <a:cubicBezTo>
                    <a:pt x="1494" y="5029"/>
                    <a:pt x="1549" y="5140"/>
                    <a:pt x="1531" y="5251"/>
                  </a:cubicBezTo>
                  <a:cubicBezTo>
                    <a:pt x="1438" y="5641"/>
                    <a:pt x="1401" y="6058"/>
                    <a:pt x="1419" y="6467"/>
                  </a:cubicBezTo>
                  <a:cubicBezTo>
                    <a:pt x="1429" y="6578"/>
                    <a:pt x="1355" y="6680"/>
                    <a:pt x="1243" y="6717"/>
                  </a:cubicBezTo>
                  <a:lnTo>
                    <a:pt x="204" y="7042"/>
                  </a:lnTo>
                  <a:cubicBezTo>
                    <a:pt x="74" y="7088"/>
                    <a:pt x="0" y="7227"/>
                    <a:pt x="47" y="7357"/>
                  </a:cubicBezTo>
                  <a:lnTo>
                    <a:pt x="557" y="8971"/>
                  </a:lnTo>
                  <a:cubicBezTo>
                    <a:pt x="594" y="9101"/>
                    <a:pt x="733" y="9175"/>
                    <a:pt x="863" y="9129"/>
                  </a:cubicBezTo>
                  <a:lnTo>
                    <a:pt x="1902" y="8804"/>
                  </a:lnTo>
                  <a:cubicBezTo>
                    <a:pt x="2013" y="8767"/>
                    <a:pt x="2134" y="8804"/>
                    <a:pt x="2189" y="8906"/>
                  </a:cubicBezTo>
                  <a:cubicBezTo>
                    <a:pt x="2412" y="9250"/>
                    <a:pt x="2681" y="9565"/>
                    <a:pt x="2978" y="9843"/>
                  </a:cubicBezTo>
                  <a:cubicBezTo>
                    <a:pt x="3061" y="9917"/>
                    <a:pt x="3080" y="10038"/>
                    <a:pt x="3034" y="10140"/>
                  </a:cubicBezTo>
                  <a:lnTo>
                    <a:pt x="2523" y="11105"/>
                  </a:lnTo>
                  <a:cubicBezTo>
                    <a:pt x="2468" y="11225"/>
                    <a:pt x="2514" y="11383"/>
                    <a:pt x="2635" y="11448"/>
                  </a:cubicBezTo>
                  <a:lnTo>
                    <a:pt x="4128" y="12227"/>
                  </a:lnTo>
                  <a:cubicBezTo>
                    <a:pt x="4258" y="12283"/>
                    <a:pt x="4407" y="12237"/>
                    <a:pt x="4472" y="12116"/>
                  </a:cubicBezTo>
                  <a:lnTo>
                    <a:pt x="4972" y="11151"/>
                  </a:lnTo>
                  <a:cubicBezTo>
                    <a:pt x="5028" y="11049"/>
                    <a:pt x="5139" y="10994"/>
                    <a:pt x="5241" y="11021"/>
                  </a:cubicBezTo>
                  <a:cubicBezTo>
                    <a:pt x="5640" y="11105"/>
                    <a:pt x="6049" y="11142"/>
                    <a:pt x="6466" y="11123"/>
                  </a:cubicBezTo>
                  <a:cubicBezTo>
                    <a:pt x="6577" y="11123"/>
                    <a:pt x="6679" y="11198"/>
                    <a:pt x="6716" y="11300"/>
                  </a:cubicBezTo>
                  <a:lnTo>
                    <a:pt x="7041" y="12339"/>
                  </a:lnTo>
                  <a:cubicBezTo>
                    <a:pt x="7078" y="12469"/>
                    <a:pt x="7227" y="12543"/>
                    <a:pt x="7357" y="12506"/>
                  </a:cubicBezTo>
                  <a:lnTo>
                    <a:pt x="8961" y="11995"/>
                  </a:lnTo>
                  <a:cubicBezTo>
                    <a:pt x="9101" y="11949"/>
                    <a:pt x="9166" y="11810"/>
                    <a:pt x="9128" y="11680"/>
                  </a:cubicBezTo>
                  <a:lnTo>
                    <a:pt x="8804" y="10641"/>
                  </a:lnTo>
                  <a:cubicBezTo>
                    <a:pt x="8767" y="10539"/>
                    <a:pt x="8804" y="10418"/>
                    <a:pt x="8896" y="10353"/>
                  </a:cubicBezTo>
                  <a:cubicBezTo>
                    <a:pt x="9249" y="10131"/>
                    <a:pt x="9564" y="9871"/>
                    <a:pt x="9843" y="9565"/>
                  </a:cubicBezTo>
                  <a:cubicBezTo>
                    <a:pt x="9917" y="9481"/>
                    <a:pt x="10038" y="9463"/>
                    <a:pt x="10140" y="9519"/>
                  </a:cubicBezTo>
                  <a:lnTo>
                    <a:pt x="11104" y="10020"/>
                  </a:lnTo>
                  <a:cubicBezTo>
                    <a:pt x="11225" y="10084"/>
                    <a:pt x="11373" y="10038"/>
                    <a:pt x="11438" y="9917"/>
                  </a:cubicBezTo>
                  <a:lnTo>
                    <a:pt x="12218" y="8415"/>
                  </a:lnTo>
                  <a:cubicBezTo>
                    <a:pt x="12282" y="8294"/>
                    <a:pt x="12236" y="8136"/>
                    <a:pt x="12116" y="8081"/>
                  </a:cubicBezTo>
                  <a:lnTo>
                    <a:pt x="11141" y="7570"/>
                  </a:lnTo>
                  <a:cubicBezTo>
                    <a:pt x="11049" y="7524"/>
                    <a:pt x="10993" y="7413"/>
                    <a:pt x="11012" y="7301"/>
                  </a:cubicBezTo>
                  <a:cubicBezTo>
                    <a:pt x="11104" y="6903"/>
                    <a:pt x="11141" y="6494"/>
                    <a:pt x="11123" y="6077"/>
                  </a:cubicBezTo>
                  <a:cubicBezTo>
                    <a:pt x="11114" y="5966"/>
                    <a:pt x="11188" y="5873"/>
                    <a:pt x="11299" y="5836"/>
                  </a:cubicBezTo>
                  <a:lnTo>
                    <a:pt x="12338" y="5511"/>
                  </a:lnTo>
                  <a:cubicBezTo>
                    <a:pt x="12468" y="5465"/>
                    <a:pt x="12542" y="5326"/>
                    <a:pt x="12496" y="5196"/>
                  </a:cubicBezTo>
                  <a:close/>
                  <a:moveTo>
                    <a:pt x="7088" y="8869"/>
                  </a:moveTo>
                  <a:cubicBezTo>
                    <a:pt x="5371" y="9361"/>
                    <a:pt x="3637" y="8211"/>
                    <a:pt x="3423" y="6439"/>
                  </a:cubicBezTo>
                  <a:cubicBezTo>
                    <a:pt x="3247" y="5047"/>
                    <a:pt x="4138" y="3711"/>
                    <a:pt x="5483" y="3331"/>
                  </a:cubicBezTo>
                  <a:cubicBezTo>
                    <a:pt x="7199" y="2839"/>
                    <a:pt x="8934" y="3990"/>
                    <a:pt x="9147" y="5752"/>
                  </a:cubicBezTo>
                  <a:cubicBezTo>
                    <a:pt x="9314" y="7144"/>
                    <a:pt x="8433" y="8480"/>
                    <a:pt x="7088" y="886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3">
              <a:extLst>
                <a:ext uri="{FF2B5EF4-FFF2-40B4-BE49-F238E27FC236}">
                  <a16:creationId xmlns:a16="http://schemas.microsoft.com/office/drawing/2014/main" id="{AE0E615E-0FBB-AAD1-7939-02B1D9328BFC}"/>
                </a:ext>
              </a:extLst>
            </p:cNvPr>
            <p:cNvSpPr/>
            <p:nvPr/>
          </p:nvSpPr>
          <p:spPr>
            <a:xfrm>
              <a:off x="1942250" y="2548100"/>
              <a:ext cx="313575" cy="312075"/>
            </a:xfrm>
            <a:custGeom>
              <a:avLst/>
              <a:gdLst/>
              <a:ahLst/>
              <a:cxnLst/>
              <a:rect l="l" t="t" r="r" b="b"/>
              <a:pathLst>
                <a:path w="12543" h="12483" extrusionOk="0">
                  <a:moveTo>
                    <a:pt x="6281" y="3179"/>
                  </a:moveTo>
                  <a:cubicBezTo>
                    <a:pt x="7703" y="3179"/>
                    <a:pt x="8967" y="4225"/>
                    <a:pt x="9147" y="5720"/>
                  </a:cubicBezTo>
                  <a:cubicBezTo>
                    <a:pt x="9314" y="7112"/>
                    <a:pt x="8433" y="8447"/>
                    <a:pt x="7088" y="8837"/>
                  </a:cubicBezTo>
                  <a:cubicBezTo>
                    <a:pt x="6820" y="8912"/>
                    <a:pt x="6552" y="8948"/>
                    <a:pt x="6289" y="8948"/>
                  </a:cubicBezTo>
                  <a:cubicBezTo>
                    <a:pt x="4867" y="8948"/>
                    <a:pt x="3603" y="7902"/>
                    <a:pt x="3423" y="6406"/>
                  </a:cubicBezTo>
                  <a:cubicBezTo>
                    <a:pt x="3247" y="5015"/>
                    <a:pt x="4138" y="3679"/>
                    <a:pt x="5483" y="3290"/>
                  </a:cubicBezTo>
                  <a:cubicBezTo>
                    <a:pt x="5750" y="3214"/>
                    <a:pt x="6019" y="3179"/>
                    <a:pt x="6281" y="3179"/>
                  </a:cubicBezTo>
                  <a:close/>
                  <a:moveTo>
                    <a:pt x="5270" y="1"/>
                  </a:moveTo>
                  <a:cubicBezTo>
                    <a:pt x="5242" y="1"/>
                    <a:pt x="5214" y="5"/>
                    <a:pt x="5186" y="15"/>
                  </a:cubicBezTo>
                  <a:lnTo>
                    <a:pt x="3581" y="525"/>
                  </a:lnTo>
                  <a:cubicBezTo>
                    <a:pt x="3451" y="562"/>
                    <a:pt x="3377" y="701"/>
                    <a:pt x="3414" y="840"/>
                  </a:cubicBezTo>
                  <a:lnTo>
                    <a:pt x="3748" y="1879"/>
                  </a:lnTo>
                  <a:cubicBezTo>
                    <a:pt x="3776" y="1982"/>
                    <a:pt x="3739" y="2102"/>
                    <a:pt x="3646" y="2158"/>
                  </a:cubicBezTo>
                  <a:cubicBezTo>
                    <a:pt x="3293" y="2380"/>
                    <a:pt x="2978" y="2649"/>
                    <a:pt x="2700" y="2946"/>
                  </a:cubicBezTo>
                  <a:cubicBezTo>
                    <a:pt x="2652" y="3000"/>
                    <a:pt x="2585" y="3027"/>
                    <a:pt x="2516" y="3027"/>
                  </a:cubicBezTo>
                  <a:cubicBezTo>
                    <a:pt x="2478" y="3027"/>
                    <a:pt x="2439" y="3019"/>
                    <a:pt x="2403" y="3002"/>
                  </a:cubicBezTo>
                  <a:lnTo>
                    <a:pt x="1438" y="2501"/>
                  </a:lnTo>
                  <a:cubicBezTo>
                    <a:pt x="1401" y="2481"/>
                    <a:pt x="1361" y="2472"/>
                    <a:pt x="1322" y="2472"/>
                  </a:cubicBezTo>
                  <a:cubicBezTo>
                    <a:pt x="1234" y="2472"/>
                    <a:pt x="1149" y="2520"/>
                    <a:pt x="1104" y="2603"/>
                  </a:cubicBezTo>
                  <a:lnTo>
                    <a:pt x="325" y="4106"/>
                  </a:lnTo>
                  <a:cubicBezTo>
                    <a:pt x="260" y="4226"/>
                    <a:pt x="306" y="4375"/>
                    <a:pt x="427" y="4440"/>
                  </a:cubicBezTo>
                  <a:lnTo>
                    <a:pt x="1401" y="4941"/>
                  </a:lnTo>
                  <a:cubicBezTo>
                    <a:pt x="1494" y="4996"/>
                    <a:pt x="1549" y="5108"/>
                    <a:pt x="1531" y="5210"/>
                  </a:cubicBezTo>
                  <a:cubicBezTo>
                    <a:pt x="1438" y="5609"/>
                    <a:pt x="1401" y="6026"/>
                    <a:pt x="1419" y="6434"/>
                  </a:cubicBezTo>
                  <a:cubicBezTo>
                    <a:pt x="1429" y="6546"/>
                    <a:pt x="1355" y="6648"/>
                    <a:pt x="1243" y="6685"/>
                  </a:cubicBezTo>
                  <a:lnTo>
                    <a:pt x="204" y="7009"/>
                  </a:lnTo>
                  <a:cubicBezTo>
                    <a:pt x="74" y="7056"/>
                    <a:pt x="0" y="7195"/>
                    <a:pt x="47" y="7325"/>
                  </a:cubicBezTo>
                  <a:lnTo>
                    <a:pt x="557" y="8930"/>
                  </a:lnTo>
                  <a:cubicBezTo>
                    <a:pt x="587" y="9043"/>
                    <a:pt x="685" y="9107"/>
                    <a:pt x="790" y="9107"/>
                  </a:cubicBezTo>
                  <a:cubicBezTo>
                    <a:pt x="814" y="9107"/>
                    <a:pt x="839" y="9104"/>
                    <a:pt x="863" y="9097"/>
                  </a:cubicBezTo>
                  <a:lnTo>
                    <a:pt x="1902" y="8772"/>
                  </a:lnTo>
                  <a:cubicBezTo>
                    <a:pt x="1931" y="8762"/>
                    <a:pt x="1960" y="8758"/>
                    <a:pt x="1989" y="8758"/>
                  </a:cubicBezTo>
                  <a:cubicBezTo>
                    <a:pt x="2071" y="8758"/>
                    <a:pt x="2148" y="8796"/>
                    <a:pt x="2189" y="8865"/>
                  </a:cubicBezTo>
                  <a:cubicBezTo>
                    <a:pt x="2412" y="9217"/>
                    <a:pt x="2681" y="9533"/>
                    <a:pt x="2978" y="9811"/>
                  </a:cubicBezTo>
                  <a:cubicBezTo>
                    <a:pt x="3061" y="9885"/>
                    <a:pt x="3080" y="10006"/>
                    <a:pt x="3034" y="10108"/>
                  </a:cubicBezTo>
                  <a:lnTo>
                    <a:pt x="2523" y="11073"/>
                  </a:lnTo>
                  <a:cubicBezTo>
                    <a:pt x="2468" y="11193"/>
                    <a:pt x="2514" y="11351"/>
                    <a:pt x="2635" y="11407"/>
                  </a:cubicBezTo>
                  <a:lnTo>
                    <a:pt x="4128" y="12186"/>
                  </a:lnTo>
                  <a:cubicBezTo>
                    <a:pt x="4168" y="12206"/>
                    <a:pt x="4210" y="12215"/>
                    <a:pt x="4250" y="12215"/>
                  </a:cubicBezTo>
                  <a:cubicBezTo>
                    <a:pt x="4342" y="12215"/>
                    <a:pt x="4427" y="12167"/>
                    <a:pt x="4472" y="12084"/>
                  </a:cubicBezTo>
                  <a:lnTo>
                    <a:pt x="4972" y="11119"/>
                  </a:lnTo>
                  <a:cubicBezTo>
                    <a:pt x="5018" y="11035"/>
                    <a:pt x="5103" y="10982"/>
                    <a:pt x="5188" y="10982"/>
                  </a:cubicBezTo>
                  <a:cubicBezTo>
                    <a:pt x="5206" y="10982"/>
                    <a:pt x="5224" y="10984"/>
                    <a:pt x="5241" y="10989"/>
                  </a:cubicBezTo>
                  <a:cubicBezTo>
                    <a:pt x="5573" y="11059"/>
                    <a:pt x="5911" y="11096"/>
                    <a:pt x="6255" y="11096"/>
                  </a:cubicBezTo>
                  <a:cubicBezTo>
                    <a:pt x="6325" y="11096"/>
                    <a:pt x="6395" y="11094"/>
                    <a:pt x="6466" y="11091"/>
                  </a:cubicBezTo>
                  <a:cubicBezTo>
                    <a:pt x="6577" y="11091"/>
                    <a:pt x="6679" y="11156"/>
                    <a:pt x="6716" y="11267"/>
                  </a:cubicBezTo>
                  <a:lnTo>
                    <a:pt x="7041" y="12306"/>
                  </a:lnTo>
                  <a:cubicBezTo>
                    <a:pt x="7072" y="12414"/>
                    <a:pt x="7178" y="12483"/>
                    <a:pt x="7288" y="12483"/>
                  </a:cubicBezTo>
                  <a:cubicBezTo>
                    <a:pt x="7311" y="12483"/>
                    <a:pt x="7334" y="12480"/>
                    <a:pt x="7357" y="12473"/>
                  </a:cubicBezTo>
                  <a:lnTo>
                    <a:pt x="8961" y="11963"/>
                  </a:lnTo>
                  <a:cubicBezTo>
                    <a:pt x="9101" y="11917"/>
                    <a:pt x="9166" y="11778"/>
                    <a:pt x="9128" y="11648"/>
                  </a:cubicBezTo>
                  <a:lnTo>
                    <a:pt x="8804" y="10609"/>
                  </a:lnTo>
                  <a:cubicBezTo>
                    <a:pt x="8767" y="10497"/>
                    <a:pt x="8804" y="10386"/>
                    <a:pt x="8896" y="10321"/>
                  </a:cubicBezTo>
                  <a:cubicBezTo>
                    <a:pt x="9249" y="10099"/>
                    <a:pt x="9564" y="9830"/>
                    <a:pt x="9843" y="9533"/>
                  </a:cubicBezTo>
                  <a:cubicBezTo>
                    <a:pt x="9888" y="9481"/>
                    <a:pt x="9952" y="9455"/>
                    <a:pt x="10017" y="9455"/>
                  </a:cubicBezTo>
                  <a:cubicBezTo>
                    <a:pt x="10058" y="9455"/>
                    <a:pt x="10100" y="9465"/>
                    <a:pt x="10140" y="9486"/>
                  </a:cubicBezTo>
                  <a:lnTo>
                    <a:pt x="11104" y="9987"/>
                  </a:lnTo>
                  <a:cubicBezTo>
                    <a:pt x="11141" y="10007"/>
                    <a:pt x="11180" y="10016"/>
                    <a:pt x="11219" y="10016"/>
                  </a:cubicBezTo>
                  <a:cubicBezTo>
                    <a:pt x="11307" y="10016"/>
                    <a:pt x="11393" y="9966"/>
                    <a:pt x="11438" y="9876"/>
                  </a:cubicBezTo>
                  <a:lnTo>
                    <a:pt x="12218" y="8382"/>
                  </a:lnTo>
                  <a:cubicBezTo>
                    <a:pt x="12282" y="8262"/>
                    <a:pt x="12236" y="8104"/>
                    <a:pt x="12116" y="8039"/>
                  </a:cubicBezTo>
                  <a:lnTo>
                    <a:pt x="11141" y="7538"/>
                  </a:lnTo>
                  <a:cubicBezTo>
                    <a:pt x="11049" y="7492"/>
                    <a:pt x="10993" y="7381"/>
                    <a:pt x="11012" y="7269"/>
                  </a:cubicBezTo>
                  <a:cubicBezTo>
                    <a:pt x="11104" y="6870"/>
                    <a:pt x="11141" y="6462"/>
                    <a:pt x="11123" y="6045"/>
                  </a:cubicBezTo>
                  <a:cubicBezTo>
                    <a:pt x="11114" y="5933"/>
                    <a:pt x="11188" y="5831"/>
                    <a:pt x="11299" y="5804"/>
                  </a:cubicBezTo>
                  <a:lnTo>
                    <a:pt x="12338" y="5470"/>
                  </a:lnTo>
                  <a:cubicBezTo>
                    <a:pt x="12468" y="5432"/>
                    <a:pt x="12542" y="5293"/>
                    <a:pt x="12496" y="5154"/>
                  </a:cubicBezTo>
                  <a:lnTo>
                    <a:pt x="11995" y="3549"/>
                  </a:lnTo>
                  <a:cubicBezTo>
                    <a:pt x="11957" y="3442"/>
                    <a:pt x="11855" y="3373"/>
                    <a:pt x="11748" y="3373"/>
                  </a:cubicBezTo>
                  <a:cubicBezTo>
                    <a:pt x="11725" y="3373"/>
                    <a:pt x="11702" y="3376"/>
                    <a:pt x="11680" y="3382"/>
                  </a:cubicBezTo>
                  <a:lnTo>
                    <a:pt x="10641" y="3716"/>
                  </a:lnTo>
                  <a:cubicBezTo>
                    <a:pt x="10616" y="3722"/>
                    <a:pt x="10592" y="3725"/>
                    <a:pt x="10568" y="3725"/>
                  </a:cubicBezTo>
                  <a:cubicBezTo>
                    <a:pt x="10483" y="3725"/>
                    <a:pt x="10404" y="3687"/>
                    <a:pt x="10353" y="3614"/>
                  </a:cubicBezTo>
                  <a:cubicBezTo>
                    <a:pt x="10130" y="3262"/>
                    <a:pt x="9861" y="2946"/>
                    <a:pt x="9564" y="2677"/>
                  </a:cubicBezTo>
                  <a:cubicBezTo>
                    <a:pt x="9481" y="2594"/>
                    <a:pt x="9462" y="2473"/>
                    <a:pt x="9518" y="2380"/>
                  </a:cubicBezTo>
                  <a:lnTo>
                    <a:pt x="10019" y="1406"/>
                  </a:lnTo>
                  <a:cubicBezTo>
                    <a:pt x="10084" y="1286"/>
                    <a:pt x="10028" y="1137"/>
                    <a:pt x="9908" y="1072"/>
                  </a:cubicBezTo>
                  <a:lnTo>
                    <a:pt x="8414" y="293"/>
                  </a:lnTo>
                  <a:cubicBezTo>
                    <a:pt x="8374" y="273"/>
                    <a:pt x="8333" y="264"/>
                    <a:pt x="8292" y="264"/>
                  </a:cubicBezTo>
                  <a:cubicBezTo>
                    <a:pt x="8201" y="264"/>
                    <a:pt x="8116" y="312"/>
                    <a:pt x="8071" y="395"/>
                  </a:cubicBezTo>
                  <a:lnTo>
                    <a:pt x="7570" y="1369"/>
                  </a:lnTo>
                  <a:cubicBezTo>
                    <a:pt x="7530" y="1450"/>
                    <a:pt x="7440" y="1503"/>
                    <a:pt x="7344" y="1503"/>
                  </a:cubicBezTo>
                  <a:cubicBezTo>
                    <a:pt x="7330" y="1503"/>
                    <a:pt x="7315" y="1502"/>
                    <a:pt x="7301" y="1499"/>
                  </a:cubicBezTo>
                  <a:cubicBezTo>
                    <a:pt x="6950" y="1417"/>
                    <a:pt x="6591" y="1386"/>
                    <a:pt x="6226" y="1386"/>
                  </a:cubicBezTo>
                  <a:cubicBezTo>
                    <a:pt x="6176" y="1386"/>
                    <a:pt x="6126" y="1387"/>
                    <a:pt x="6076" y="1388"/>
                  </a:cubicBezTo>
                  <a:cubicBezTo>
                    <a:pt x="6070" y="1388"/>
                    <a:pt x="6064" y="1389"/>
                    <a:pt x="6058" y="1389"/>
                  </a:cubicBezTo>
                  <a:cubicBezTo>
                    <a:pt x="5954" y="1389"/>
                    <a:pt x="5861" y="1317"/>
                    <a:pt x="5835" y="1212"/>
                  </a:cubicBezTo>
                  <a:lnTo>
                    <a:pt x="5501" y="173"/>
                  </a:lnTo>
                  <a:cubicBezTo>
                    <a:pt x="5472" y="69"/>
                    <a:pt x="5377" y="1"/>
                    <a:pt x="5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3">
              <a:extLst>
                <a:ext uri="{FF2B5EF4-FFF2-40B4-BE49-F238E27FC236}">
                  <a16:creationId xmlns:a16="http://schemas.microsoft.com/office/drawing/2014/main" id="{2CBAD194-0BC5-2AF4-BE39-6D749ACDD910}"/>
                </a:ext>
              </a:extLst>
            </p:cNvPr>
            <p:cNvSpPr/>
            <p:nvPr/>
          </p:nvSpPr>
          <p:spPr>
            <a:xfrm>
              <a:off x="1942925" y="2533050"/>
              <a:ext cx="313600" cy="311950"/>
            </a:xfrm>
            <a:custGeom>
              <a:avLst/>
              <a:gdLst/>
              <a:ahLst/>
              <a:cxnLst/>
              <a:rect l="l" t="t" r="r" b="b"/>
              <a:pathLst>
                <a:path w="12544" h="12478" extrusionOk="0">
                  <a:moveTo>
                    <a:pt x="6287" y="3341"/>
                  </a:moveTo>
                  <a:cubicBezTo>
                    <a:pt x="7702" y="3341"/>
                    <a:pt x="8968" y="4392"/>
                    <a:pt x="9148" y="5877"/>
                  </a:cubicBezTo>
                  <a:cubicBezTo>
                    <a:pt x="9315" y="7268"/>
                    <a:pt x="8433" y="8604"/>
                    <a:pt x="7088" y="8994"/>
                  </a:cubicBezTo>
                  <a:cubicBezTo>
                    <a:pt x="6818" y="9071"/>
                    <a:pt x="6548" y="9108"/>
                    <a:pt x="6283" y="9108"/>
                  </a:cubicBezTo>
                  <a:cubicBezTo>
                    <a:pt x="4864" y="9108"/>
                    <a:pt x="3604" y="8056"/>
                    <a:pt x="3424" y="6563"/>
                  </a:cubicBezTo>
                  <a:cubicBezTo>
                    <a:pt x="3248" y="5172"/>
                    <a:pt x="4138" y="3836"/>
                    <a:pt x="5484" y="3456"/>
                  </a:cubicBezTo>
                  <a:cubicBezTo>
                    <a:pt x="5752" y="3378"/>
                    <a:pt x="6022" y="3341"/>
                    <a:pt x="6287" y="3341"/>
                  </a:cubicBezTo>
                  <a:close/>
                  <a:moveTo>
                    <a:pt x="5271" y="0"/>
                  </a:moveTo>
                  <a:cubicBezTo>
                    <a:pt x="5243" y="0"/>
                    <a:pt x="5215" y="4"/>
                    <a:pt x="5187" y="14"/>
                  </a:cubicBezTo>
                  <a:lnTo>
                    <a:pt x="3582" y="524"/>
                  </a:lnTo>
                  <a:cubicBezTo>
                    <a:pt x="3452" y="561"/>
                    <a:pt x="3378" y="700"/>
                    <a:pt x="3415" y="840"/>
                  </a:cubicBezTo>
                  <a:lnTo>
                    <a:pt x="3749" y="1879"/>
                  </a:lnTo>
                  <a:cubicBezTo>
                    <a:pt x="3777" y="1981"/>
                    <a:pt x="3739" y="2101"/>
                    <a:pt x="3647" y="2157"/>
                  </a:cubicBezTo>
                  <a:cubicBezTo>
                    <a:pt x="3294" y="2379"/>
                    <a:pt x="2979" y="2648"/>
                    <a:pt x="2700" y="2945"/>
                  </a:cubicBezTo>
                  <a:cubicBezTo>
                    <a:pt x="2653" y="2999"/>
                    <a:pt x="2586" y="3026"/>
                    <a:pt x="2517" y="3026"/>
                  </a:cubicBezTo>
                  <a:cubicBezTo>
                    <a:pt x="2479" y="3026"/>
                    <a:pt x="2440" y="3018"/>
                    <a:pt x="2404" y="3001"/>
                  </a:cubicBezTo>
                  <a:lnTo>
                    <a:pt x="1439" y="2500"/>
                  </a:lnTo>
                  <a:cubicBezTo>
                    <a:pt x="1402" y="2480"/>
                    <a:pt x="1362" y="2471"/>
                    <a:pt x="1323" y="2471"/>
                  </a:cubicBezTo>
                  <a:cubicBezTo>
                    <a:pt x="1235" y="2471"/>
                    <a:pt x="1150" y="2519"/>
                    <a:pt x="1105" y="2602"/>
                  </a:cubicBezTo>
                  <a:lnTo>
                    <a:pt x="326" y="4096"/>
                  </a:lnTo>
                  <a:cubicBezTo>
                    <a:pt x="261" y="4225"/>
                    <a:pt x="307" y="4374"/>
                    <a:pt x="428" y="4439"/>
                  </a:cubicBezTo>
                  <a:lnTo>
                    <a:pt x="1402" y="4940"/>
                  </a:lnTo>
                  <a:cubicBezTo>
                    <a:pt x="1495" y="4995"/>
                    <a:pt x="1550" y="5107"/>
                    <a:pt x="1532" y="5209"/>
                  </a:cubicBezTo>
                  <a:cubicBezTo>
                    <a:pt x="1439" y="5608"/>
                    <a:pt x="1402" y="6016"/>
                    <a:pt x="1420" y="6433"/>
                  </a:cubicBezTo>
                  <a:cubicBezTo>
                    <a:pt x="1430" y="6545"/>
                    <a:pt x="1355" y="6647"/>
                    <a:pt x="1244" y="6684"/>
                  </a:cubicBezTo>
                  <a:lnTo>
                    <a:pt x="205" y="7008"/>
                  </a:lnTo>
                  <a:cubicBezTo>
                    <a:pt x="75" y="7046"/>
                    <a:pt x="1" y="7194"/>
                    <a:pt x="47" y="7324"/>
                  </a:cubicBezTo>
                  <a:lnTo>
                    <a:pt x="558" y="8929"/>
                  </a:lnTo>
                  <a:cubicBezTo>
                    <a:pt x="588" y="9042"/>
                    <a:pt x="685" y="9106"/>
                    <a:pt x="791" y="9106"/>
                  </a:cubicBezTo>
                  <a:cubicBezTo>
                    <a:pt x="815" y="9106"/>
                    <a:pt x="839" y="9103"/>
                    <a:pt x="864" y="9096"/>
                  </a:cubicBezTo>
                  <a:lnTo>
                    <a:pt x="1903" y="8771"/>
                  </a:lnTo>
                  <a:cubicBezTo>
                    <a:pt x="1931" y="8761"/>
                    <a:pt x="1961" y="8757"/>
                    <a:pt x="1990" y="8757"/>
                  </a:cubicBezTo>
                  <a:cubicBezTo>
                    <a:pt x="2072" y="8757"/>
                    <a:pt x="2149" y="8795"/>
                    <a:pt x="2190" y="8864"/>
                  </a:cubicBezTo>
                  <a:cubicBezTo>
                    <a:pt x="2413" y="9216"/>
                    <a:pt x="2682" y="9532"/>
                    <a:pt x="2979" y="9810"/>
                  </a:cubicBezTo>
                  <a:cubicBezTo>
                    <a:pt x="3062" y="9884"/>
                    <a:pt x="3081" y="10005"/>
                    <a:pt x="3034" y="10107"/>
                  </a:cubicBezTo>
                  <a:lnTo>
                    <a:pt x="2524" y="11072"/>
                  </a:lnTo>
                  <a:cubicBezTo>
                    <a:pt x="2469" y="11192"/>
                    <a:pt x="2515" y="11341"/>
                    <a:pt x="2636" y="11406"/>
                  </a:cubicBezTo>
                  <a:lnTo>
                    <a:pt x="4129" y="12185"/>
                  </a:lnTo>
                  <a:cubicBezTo>
                    <a:pt x="4169" y="12205"/>
                    <a:pt x="4211" y="12214"/>
                    <a:pt x="4251" y="12214"/>
                  </a:cubicBezTo>
                  <a:cubicBezTo>
                    <a:pt x="4342" y="12214"/>
                    <a:pt x="4427" y="12166"/>
                    <a:pt x="4472" y="12083"/>
                  </a:cubicBezTo>
                  <a:lnTo>
                    <a:pt x="4973" y="11109"/>
                  </a:lnTo>
                  <a:cubicBezTo>
                    <a:pt x="5022" y="11028"/>
                    <a:pt x="5112" y="10975"/>
                    <a:pt x="5202" y="10975"/>
                  </a:cubicBezTo>
                  <a:cubicBezTo>
                    <a:pt x="5216" y="10975"/>
                    <a:pt x="5229" y="10976"/>
                    <a:pt x="5242" y="10979"/>
                  </a:cubicBezTo>
                  <a:cubicBezTo>
                    <a:pt x="5575" y="11056"/>
                    <a:pt x="5914" y="11095"/>
                    <a:pt x="6259" y="11095"/>
                  </a:cubicBezTo>
                  <a:cubicBezTo>
                    <a:pt x="6328" y="11095"/>
                    <a:pt x="6397" y="11093"/>
                    <a:pt x="6467" y="11090"/>
                  </a:cubicBezTo>
                  <a:cubicBezTo>
                    <a:pt x="6473" y="11090"/>
                    <a:pt x="6479" y="11089"/>
                    <a:pt x="6486" y="11089"/>
                  </a:cubicBezTo>
                  <a:cubicBezTo>
                    <a:pt x="6589" y="11089"/>
                    <a:pt x="6682" y="11161"/>
                    <a:pt x="6717" y="11266"/>
                  </a:cubicBezTo>
                  <a:lnTo>
                    <a:pt x="7042" y="12305"/>
                  </a:lnTo>
                  <a:cubicBezTo>
                    <a:pt x="7072" y="12409"/>
                    <a:pt x="7172" y="12477"/>
                    <a:pt x="7277" y="12477"/>
                  </a:cubicBezTo>
                  <a:cubicBezTo>
                    <a:pt x="7304" y="12477"/>
                    <a:pt x="7331" y="12473"/>
                    <a:pt x="7357" y="12463"/>
                  </a:cubicBezTo>
                  <a:lnTo>
                    <a:pt x="8962" y="11962"/>
                  </a:lnTo>
                  <a:cubicBezTo>
                    <a:pt x="9101" y="11916"/>
                    <a:pt x="9166" y="11777"/>
                    <a:pt x="9129" y="11647"/>
                  </a:cubicBezTo>
                  <a:lnTo>
                    <a:pt x="8805" y="10608"/>
                  </a:lnTo>
                  <a:cubicBezTo>
                    <a:pt x="8767" y="10497"/>
                    <a:pt x="8805" y="10385"/>
                    <a:pt x="8897" y="10320"/>
                  </a:cubicBezTo>
                  <a:cubicBezTo>
                    <a:pt x="9250" y="10098"/>
                    <a:pt x="9565" y="9829"/>
                    <a:pt x="9844" y="9532"/>
                  </a:cubicBezTo>
                  <a:cubicBezTo>
                    <a:pt x="9889" y="9480"/>
                    <a:pt x="9953" y="9454"/>
                    <a:pt x="10018" y="9454"/>
                  </a:cubicBezTo>
                  <a:cubicBezTo>
                    <a:pt x="10059" y="9454"/>
                    <a:pt x="10101" y="9464"/>
                    <a:pt x="10140" y="9485"/>
                  </a:cubicBezTo>
                  <a:lnTo>
                    <a:pt x="11105" y="9986"/>
                  </a:lnTo>
                  <a:cubicBezTo>
                    <a:pt x="11142" y="10006"/>
                    <a:pt x="11181" y="10015"/>
                    <a:pt x="11219" y="10015"/>
                  </a:cubicBezTo>
                  <a:cubicBezTo>
                    <a:pt x="11308" y="10015"/>
                    <a:pt x="11394" y="9965"/>
                    <a:pt x="11439" y="9875"/>
                  </a:cubicBezTo>
                  <a:lnTo>
                    <a:pt x="12218" y="8381"/>
                  </a:lnTo>
                  <a:cubicBezTo>
                    <a:pt x="12283" y="8252"/>
                    <a:pt x="12237" y="8103"/>
                    <a:pt x="12116" y="8038"/>
                  </a:cubicBezTo>
                  <a:lnTo>
                    <a:pt x="11142" y="7537"/>
                  </a:lnTo>
                  <a:cubicBezTo>
                    <a:pt x="11050" y="7491"/>
                    <a:pt x="10994" y="7380"/>
                    <a:pt x="11012" y="7268"/>
                  </a:cubicBezTo>
                  <a:cubicBezTo>
                    <a:pt x="11105" y="6869"/>
                    <a:pt x="11142" y="6461"/>
                    <a:pt x="11124" y="6044"/>
                  </a:cubicBezTo>
                  <a:cubicBezTo>
                    <a:pt x="11114" y="5932"/>
                    <a:pt x="11189" y="5830"/>
                    <a:pt x="11300" y="5803"/>
                  </a:cubicBezTo>
                  <a:lnTo>
                    <a:pt x="12339" y="5469"/>
                  </a:lnTo>
                  <a:cubicBezTo>
                    <a:pt x="12469" y="5431"/>
                    <a:pt x="12543" y="5292"/>
                    <a:pt x="12497" y="5153"/>
                  </a:cubicBezTo>
                  <a:lnTo>
                    <a:pt x="11996" y="3548"/>
                  </a:lnTo>
                  <a:cubicBezTo>
                    <a:pt x="11957" y="3441"/>
                    <a:pt x="11856" y="3372"/>
                    <a:pt x="11749" y="3372"/>
                  </a:cubicBezTo>
                  <a:cubicBezTo>
                    <a:pt x="11726" y="3372"/>
                    <a:pt x="11703" y="3375"/>
                    <a:pt x="11680" y="3381"/>
                  </a:cubicBezTo>
                  <a:lnTo>
                    <a:pt x="10641" y="3715"/>
                  </a:lnTo>
                  <a:cubicBezTo>
                    <a:pt x="10617" y="3721"/>
                    <a:pt x="10593" y="3724"/>
                    <a:pt x="10569" y="3724"/>
                  </a:cubicBezTo>
                  <a:cubicBezTo>
                    <a:pt x="10484" y="3724"/>
                    <a:pt x="10405" y="3686"/>
                    <a:pt x="10354" y="3613"/>
                  </a:cubicBezTo>
                  <a:cubicBezTo>
                    <a:pt x="10131" y="3261"/>
                    <a:pt x="9862" y="2945"/>
                    <a:pt x="9565" y="2676"/>
                  </a:cubicBezTo>
                  <a:cubicBezTo>
                    <a:pt x="9482" y="2593"/>
                    <a:pt x="9463" y="2472"/>
                    <a:pt x="9519" y="2379"/>
                  </a:cubicBezTo>
                  <a:lnTo>
                    <a:pt x="10020" y="1405"/>
                  </a:lnTo>
                  <a:cubicBezTo>
                    <a:pt x="10085" y="1285"/>
                    <a:pt x="10029" y="1136"/>
                    <a:pt x="9908" y="1071"/>
                  </a:cubicBezTo>
                  <a:lnTo>
                    <a:pt x="8415" y="292"/>
                  </a:lnTo>
                  <a:cubicBezTo>
                    <a:pt x="8376" y="273"/>
                    <a:pt x="8334" y="263"/>
                    <a:pt x="8295" y="263"/>
                  </a:cubicBezTo>
                  <a:cubicBezTo>
                    <a:pt x="8203" y="263"/>
                    <a:pt x="8117" y="313"/>
                    <a:pt x="8072" y="404"/>
                  </a:cubicBezTo>
                  <a:lnTo>
                    <a:pt x="7571" y="1368"/>
                  </a:lnTo>
                  <a:cubicBezTo>
                    <a:pt x="7530" y="1449"/>
                    <a:pt x="7441" y="1502"/>
                    <a:pt x="7345" y="1502"/>
                  </a:cubicBezTo>
                  <a:cubicBezTo>
                    <a:pt x="7330" y="1502"/>
                    <a:pt x="7316" y="1501"/>
                    <a:pt x="7302" y="1498"/>
                  </a:cubicBezTo>
                  <a:cubicBezTo>
                    <a:pt x="6951" y="1416"/>
                    <a:pt x="6592" y="1385"/>
                    <a:pt x="6227" y="1385"/>
                  </a:cubicBezTo>
                  <a:cubicBezTo>
                    <a:pt x="6177" y="1385"/>
                    <a:pt x="6127" y="1386"/>
                    <a:pt x="6077" y="1387"/>
                  </a:cubicBezTo>
                  <a:cubicBezTo>
                    <a:pt x="6071" y="1387"/>
                    <a:pt x="6065" y="1388"/>
                    <a:pt x="6058" y="1388"/>
                  </a:cubicBezTo>
                  <a:cubicBezTo>
                    <a:pt x="5955" y="1388"/>
                    <a:pt x="5862" y="1316"/>
                    <a:pt x="5836" y="1211"/>
                  </a:cubicBezTo>
                  <a:lnTo>
                    <a:pt x="5502" y="172"/>
                  </a:lnTo>
                  <a:cubicBezTo>
                    <a:pt x="5473" y="68"/>
                    <a:pt x="5378" y="0"/>
                    <a:pt x="52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3">
              <a:extLst>
                <a:ext uri="{FF2B5EF4-FFF2-40B4-BE49-F238E27FC236}">
                  <a16:creationId xmlns:a16="http://schemas.microsoft.com/office/drawing/2014/main" id="{1927CAC9-87BE-D65A-212E-622902F82579}"/>
                </a:ext>
              </a:extLst>
            </p:cNvPr>
            <p:cNvSpPr/>
            <p:nvPr/>
          </p:nvSpPr>
          <p:spPr>
            <a:xfrm>
              <a:off x="1941325" y="2531675"/>
              <a:ext cx="316800" cy="314825"/>
            </a:xfrm>
            <a:custGeom>
              <a:avLst/>
              <a:gdLst/>
              <a:ahLst/>
              <a:cxnLst/>
              <a:rect l="l" t="t" r="r" b="b"/>
              <a:pathLst>
                <a:path w="12672" h="12593" extrusionOk="0">
                  <a:moveTo>
                    <a:pt x="6345" y="3455"/>
                  </a:moveTo>
                  <a:cubicBezTo>
                    <a:pt x="6902" y="3455"/>
                    <a:pt x="7440" y="3613"/>
                    <a:pt x="7904" y="3928"/>
                  </a:cubicBezTo>
                  <a:cubicBezTo>
                    <a:pt x="8600" y="4383"/>
                    <a:pt x="9054" y="5115"/>
                    <a:pt x="9156" y="5941"/>
                  </a:cubicBezTo>
                  <a:cubicBezTo>
                    <a:pt x="9323" y="7305"/>
                    <a:pt x="8451" y="8613"/>
                    <a:pt x="7134" y="8993"/>
                  </a:cubicBezTo>
                  <a:cubicBezTo>
                    <a:pt x="6875" y="9068"/>
                    <a:pt x="6610" y="9105"/>
                    <a:pt x="6347" y="9105"/>
                  </a:cubicBezTo>
                  <a:cubicBezTo>
                    <a:pt x="5799" y="9105"/>
                    <a:pt x="5257" y="8945"/>
                    <a:pt x="4787" y="8631"/>
                  </a:cubicBezTo>
                  <a:cubicBezTo>
                    <a:pt x="4100" y="8177"/>
                    <a:pt x="3646" y="7444"/>
                    <a:pt x="3544" y="6618"/>
                  </a:cubicBezTo>
                  <a:cubicBezTo>
                    <a:pt x="3377" y="5255"/>
                    <a:pt x="4249" y="3937"/>
                    <a:pt x="5566" y="3566"/>
                  </a:cubicBezTo>
                  <a:cubicBezTo>
                    <a:pt x="5826" y="3492"/>
                    <a:pt x="6086" y="3455"/>
                    <a:pt x="6345" y="3455"/>
                  </a:cubicBezTo>
                  <a:close/>
                  <a:moveTo>
                    <a:pt x="6349" y="3339"/>
                  </a:moveTo>
                  <a:cubicBezTo>
                    <a:pt x="6075" y="3339"/>
                    <a:pt x="5799" y="3377"/>
                    <a:pt x="5529" y="3455"/>
                  </a:cubicBezTo>
                  <a:cubicBezTo>
                    <a:pt x="4156" y="3844"/>
                    <a:pt x="3256" y="5208"/>
                    <a:pt x="3423" y="6627"/>
                  </a:cubicBezTo>
                  <a:cubicBezTo>
                    <a:pt x="3534" y="7490"/>
                    <a:pt x="4008" y="8251"/>
                    <a:pt x="4722" y="8733"/>
                  </a:cubicBezTo>
                  <a:cubicBezTo>
                    <a:pt x="5214" y="9049"/>
                    <a:pt x="5770" y="9216"/>
                    <a:pt x="6345" y="9216"/>
                  </a:cubicBezTo>
                  <a:cubicBezTo>
                    <a:pt x="6624" y="9216"/>
                    <a:pt x="6893" y="9179"/>
                    <a:pt x="7162" y="9104"/>
                  </a:cubicBezTo>
                  <a:cubicBezTo>
                    <a:pt x="8535" y="8715"/>
                    <a:pt x="9444" y="7342"/>
                    <a:pt x="9267" y="5932"/>
                  </a:cubicBezTo>
                  <a:cubicBezTo>
                    <a:pt x="9165" y="5069"/>
                    <a:pt x="8692" y="4299"/>
                    <a:pt x="7969" y="3826"/>
                  </a:cubicBezTo>
                  <a:cubicBezTo>
                    <a:pt x="7485" y="3506"/>
                    <a:pt x="6922" y="3339"/>
                    <a:pt x="6349" y="3339"/>
                  </a:cubicBezTo>
                  <a:close/>
                  <a:moveTo>
                    <a:pt x="5334" y="113"/>
                  </a:moveTo>
                  <a:cubicBezTo>
                    <a:pt x="5415" y="113"/>
                    <a:pt x="5488" y="165"/>
                    <a:pt x="5510" y="245"/>
                  </a:cubicBezTo>
                  <a:lnTo>
                    <a:pt x="5844" y="1284"/>
                  </a:lnTo>
                  <a:cubicBezTo>
                    <a:pt x="5881" y="1423"/>
                    <a:pt x="6011" y="1507"/>
                    <a:pt x="6141" y="1507"/>
                  </a:cubicBezTo>
                  <a:cubicBezTo>
                    <a:pt x="6210" y="1504"/>
                    <a:pt x="6279" y="1502"/>
                    <a:pt x="6348" y="1502"/>
                  </a:cubicBezTo>
                  <a:cubicBezTo>
                    <a:pt x="6687" y="1502"/>
                    <a:pt x="7025" y="1539"/>
                    <a:pt x="7356" y="1609"/>
                  </a:cubicBezTo>
                  <a:cubicBezTo>
                    <a:pt x="7377" y="1613"/>
                    <a:pt x="7397" y="1615"/>
                    <a:pt x="7417" y="1615"/>
                  </a:cubicBezTo>
                  <a:cubicBezTo>
                    <a:pt x="7528" y="1615"/>
                    <a:pt x="7636" y="1553"/>
                    <a:pt x="7690" y="1451"/>
                  </a:cubicBezTo>
                  <a:lnTo>
                    <a:pt x="8191" y="477"/>
                  </a:lnTo>
                  <a:cubicBezTo>
                    <a:pt x="8223" y="414"/>
                    <a:pt x="8289" y="377"/>
                    <a:pt x="8357" y="377"/>
                  </a:cubicBezTo>
                  <a:cubicBezTo>
                    <a:pt x="8389" y="377"/>
                    <a:pt x="8421" y="385"/>
                    <a:pt x="8451" y="403"/>
                  </a:cubicBezTo>
                  <a:lnTo>
                    <a:pt x="9945" y="1173"/>
                  </a:lnTo>
                  <a:cubicBezTo>
                    <a:pt x="10047" y="1228"/>
                    <a:pt x="10084" y="1340"/>
                    <a:pt x="10028" y="1433"/>
                  </a:cubicBezTo>
                  <a:lnTo>
                    <a:pt x="9527" y="2407"/>
                  </a:lnTo>
                  <a:cubicBezTo>
                    <a:pt x="9462" y="2527"/>
                    <a:pt x="9490" y="2676"/>
                    <a:pt x="9592" y="2768"/>
                  </a:cubicBezTo>
                  <a:cubicBezTo>
                    <a:pt x="9889" y="3047"/>
                    <a:pt x="10149" y="3353"/>
                    <a:pt x="10371" y="3696"/>
                  </a:cubicBezTo>
                  <a:cubicBezTo>
                    <a:pt x="10429" y="3790"/>
                    <a:pt x="10525" y="3838"/>
                    <a:pt x="10626" y="3838"/>
                  </a:cubicBezTo>
                  <a:cubicBezTo>
                    <a:pt x="10656" y="3838"/>
                    <a:pt x="10685" y="3834"/>
                    <a:pt x="10715" y="3826"/>
                  </a:cubicBezTo>
                  <a:lnTo>
                    <a:pt x="11763" y="3492"/>
                  </a:lnTo>
                  <a:cubicBezTo>
                    <a:pt x="11780" y="3489"/>
                    <a:pt x="11797" y="3486"/>
                    <a:pt x="11814" y="3486"/>
                  </a:cubicBezTo>
                  <a:cubicBezTo>
                    <a:pt x="11843" y="3486"/>
                    <a:pt x="11873" y="3493"/>
                    <a:pt x="11902" y="3511"/>
                  </a:cubicBezTo>
                  <a:cubicBezTo>
                    <a:pt x="11948" y="3529"/>
                    <a:pt x="11986" y="3575"/>
                    <a:pt x="12004" y="3622"/>
                  </a:cubicBezTo>
                  <a:lnTo>
                    <a:pt x="12505" y="5227"/>
                  </a:lnTo>
                  <a:cubicBezTo>
                    <a:pt x="12542" y="5329"/>
                    <a:pt x="12486" y="5440"/>
                    <a:pt x="12384" y="5468"/>
                  </a:cubicBezTo>
                  <a:lnTo>
                    <a:pt x="11345" y="5793"/>
                  </a:lnTo>
                  <a:cubicBezTo>
                    <a:pt x="11206" y="5839"/>
                    <a:pt x="11123" y="5960"/>
                    <a:pt x="11123" y="6099"/>
                  </a:cubicBezTo>
                  <a:cubicBezTo>
                    <a:pt x="11141" y="6507"/>
                    <a:pt x="11104" y="6915"/>
                    <a:pt x="11021" y="7305"/>
                  </a:cubicBezTo>
                  <a:cubicBezTo>
                    <a:pt x="10993" y="7444"/>
                    <a:pt x="11058" y="7583"/>
                    <a:pt x="11178" y="7648"/>
                  </a:cubicBezTo>
                  <a:lnTo>
                    <a:pt x="12153" y="8149"/>
                  </a:lnTo>
                  <a:cubicBezTo>
                    <a:pt x="12245" y="8195"/>
                    <a:pt x="12282" y="8316"/>
                    <a:pt x="12236" y="8409"/>
                  </a:cubicBezTo>
                  <a:lnTo>
                    <a:pt x="11457" y="9902"/>
                  </a:lnTo>
                  <a:cubicBezTo>
                    <a:pt x="11429" y="9949"/>
                    <a:pt x="11392" y="9986"/>
                    <a:pt x="11345" y="10004"/>
                  </a:cubicBezTo>
                  <a:cubicBezTo>
                    <a:pt x="11325" y="10008"/>
                    <a:pt x="11306" y="10010"/>
                    <a:pt x="11288" y="10010"/>
                  </a:cubicBezTo>
                  <a:cubicBezTo>
                    <a:pt x="11256" y="10010"/>
                    <a:pt x="11226" y="10003"/>
                    <a:pt x="11197" y="9986"/>
                  </a:cubicBezTo>
                  <a:lnTo>
                    <a:pt x="10232" y="9485"/>
                  </a:lnTo>
                  <a:cubicBezTo>
                    <a:pt x="10185" y="9461"/>
                    <a:pt x="10135" y="9450"/>
                    <a:pt x="10087" y="9450"/>
                  </a:cubicBezTo>
                  <a:cubicBezTo>
                    <a:pt x="10002" y="9450"/>
                    <a:pt x="9920" y="9485"/>
                    <a:pt x="9861" y="9550"/>
                  </a:cubicBezTo>
                  <a:cubicBezTo>
                    <a:pt x="9583" y="9846"/>
                    <a:pt x="9277" y="10106"/>
                    <a:pt x="8933" y="10329"/>
                  </a:cubicBezTo>
                  <a:cubicBezTo>
                    <a:pt x="8822" y="10403"/>
                    <a:pt x="8767" y="10542"/>
                    <a:pt x="8813" y="10681"/>
                  </a:cubicBezTo>
                  <a:lnTo>
                    <a:pt x="9138" y="11720"/>
                  </a:lnTo>
                  <a:cubicBezTo>
                    <a:pt x="9165" y="11813"/>
                    <a:pt x="9110" y="11924"/>
                    <a:pt x="9008" y="11952"/>
                  </a:cubicBezTo>
                  <a:lnTo>
                    <a:pt x="7403" y="12462"/>
                  </a:lnTo>
                  <a:cubicBezTo>
                    <a:pt x="7381" y="12470"/>
                    <a:pt x="7359" y="12474"/>
                    <a:pt x="7338" y="12474"/>
                  </a:cubicBezTo>
                  <a:cubicBezTo>
                    <a:pt x="7258" y="12474"/>
                    <a:pt x="7184" y="12422"/>
                    <a:pt x="7162" y="12342"/>
                  </a:cubicBezTo>
                  <a:lnTo>
                    <a:pt x="6837" y="11303"/>
                  </a:lnTo>
                  <a:cubicBezTo>
                    <a:pt x="6791" y="11173"/>
                    <a:pt x="6670" y="11090"/>
                    <a:pt x="6540" y="11090"/>
                  </a:cubicBezTo>
                  <a:lnTo>
                    <a:pt x="6531" y="11090"/>
                  </a:lnTo>
                  <a:cubicBezTo>
                    <a:pt x="6463" y="11093"/>
                    <a:pt x="6395" y="11094"/>
                    <a:pt x="6327" y="11094"/>
                  </a:cubicBezTo>
                  <a:cubicBezTo>
                    <a:pt x="5987" y="11094"/>
                    <a:pt x="5650" y="11056"/>
                    <a:pt x="5325" y="10978"/>
                  </a:cubicBezTo>
                  <a:cubicBezTo>
                    <a:pt x="5304" y="10974"/>
                    <a:pt x="5282" y="10972"/>
                    <a:pt x="5261" y="10972"/>
                  </a:cubicBezTo>
                  <a:cubicBezTo>
                    <a:pt x="5145" y="10972"/>
                    <a:pt x="5038" y="11035"/>
                    <a:pt x="4991" y="11145"/>
                  </a:cubicBezTo>
                  <a:lnTo>
                    <a:pt x="4481" y="12110"/>
                  </a:lnTo>
                  <a:cubicBezTo>
                    <a:pt x="4462" y="12156"/>
                    <a:pt x="4425" y="12193"/>
                    <a:pt x="4369" y="12203"/>
                  </a:cubicBezTo>
                  <a:cubicBezTo>
                    <a:pt x="4352" y="12210"/>
                    <a:pt x="4333" y="12213"/>
                    <a:pt x="4314" y="12213"/>
                  </a:cubicBezTo>
                  <a:cubicBezTo>
                    <a:pt x="4283" y="12213"/>
                    <a:pt x="4253" y="12205"/>
                    <a:pt x="4230" y="12193"/>
                  </a:cubicBezTo>
                  <a:lnTo>
                    <a:pt x="2727" y="11414"/>
                  </a:lnTo>
                  <a:cubicBezTo>
                    <a:pt x="2681" y="11386"/>
                    <a:pt x="2644" y="11349"/>
                    <a:pt x="2635" y="11303"/>
                  </a:cubicBezTo>
                  <a:cubicBezTo>
                    <a:pt x="2616" y="11247"/>
                    <a:pt x="2625" y="11201"/>
                    <a:pt x="2644" y="11154"/>
                  </a:cubicBezTo>
                  <a:lnTo>
                    <a:pt x="3145" y="10190"/>
                  </a:lnTo>
                  <a:cubicBezTo>
                    <a:pt x="3210" y="10060"/>
                    <a:pt x="3191" y="9911"/>
                    <a:pt x="3089" y="9819"/>
                  </a:cubicBezTo>
                  <a:cubicBezTo>
                    <a:pt x="2783" y="9550"/>
                    <a:pt x="2523" y="9234"/>
                    <a:pt x="2310" y="8891"/>
                  </a:cubicBezTo>
                  <a:cubicBezTo>
                    <a:pt x="2254" y="8806"/>
                    <a:pt x="2154" y="8754"/>
                    <a:pt x="2053" y="8754"/>
                  </a:cubicBezTo>
                  <a:cubicBezTo>
                    <a:pt x="2021" y="8754"/>
                    <a:pt x="1989" y="8759"/>
                    <a:pt x="1957" y="8770"/>
                  </a:cubicBezTo>
                  <a:lnTo>
                    <a:pt x="918" y="9095"/>
                  </a:lnTo>
                  <a:cubicBezTo>
                    <a:pt x="898" y="9102"/>
                    <a:pt x="878" y="9106"/>
                    <a:pt x="858" y="9106"/>
                  </a:cubicBezTo>
                  <a:cubicBezTo>
                    <a:pt x="776" y="9106"/>
                    <a:pt x="700" y="9049"/>
                    <a:pt x="677" y="8974"/>
                  </a:cubicBezTo>
                  <a:lnTo>
                    <a:pt x="167" y="7360"/>
                  </a:lnTo>
                  <a:cubicBezTo>
                    <a:pt x="130" y="7258"/>
                    <a:pt x="195" y="7156"/>
                    <a:pt x="288" y="7119"/>
                  </a:cubicBezTo>
                  <a:lnTo>
                    <a:pt x="1327" y="6794"/>
                  </a:lnTo>
                  <a:cubicBezTo>
                    <a:pt x="1466" y="6748"/>
                    <a:pt x="1549" y="6627"/>
                    <a:pt x="1549" y="6488"/>
                  </a:cubicBezTo>
                  <a:cubicBezTo>
                    <a:pt x="1531" y="6080"/>
                    <a:pt x="1568" y="5672"/>
                    <a:pt x="1651" y="5282"/>
                  </a:cubicBezTo>
                  <a:cubicBezTo>
                    <a:pt x="1679" y="5143"/>
                    <a:pt x="1614" y="5004"/>
                    <a:pt x="1494" y="4948"/>
                  </a:cubicBezTo>
                  <a:lnTo>
                    <a:pt x="520" y="4438"/>
                  </a:lnTo>
                  <a:cubicBezTo>
                    <a:pt x="473" y="4420"/>
                    <a:pt x="445" y="4383"/>
                    <a:pt x="427" y="4327"/>
                  </a:cubicBezTo>
                  <a:cubicBezTo>
                    <a:pt x="417" y="4280"/>
                    <a:pt x="417" y="4225"/>
                    <a:pt x="445" y="4178"/>
                  </a:cubicBezTo>
                  <a:lnTo>
                    <a:pt x="1215" y="2685"/>
                  </a:lnTo>
                  <a:cubicBezTo>
                    <a:pt x="1243" y="2639"/>
                    <a:pt x="1280" y="2601"/>
                    <a:pt x="1336" y="2592"/>
                  </a:cubicBezTo>
                  <a:cubicBezTo>
                    <a:pt x="1354" y="2585"/>
                    <a:pt x="1371" y="2582"/>
                    <a:pt x="1389" y="2582"/>
                  </a:cubicBezTo>
                  <a:cubicBezTo>
                    <a:pt x="1418" y="2582"/>
                    <a:pt x="1446" y="2590"/>
                    <a:pt x="1475" y="2601"/>
                  </a:cubicBezTo>
                  <a:lnTo>
                    <a:pt x="2449" y="3102"/>
                  </a:lnTo>
                  <a:cubicBezTo>
                    <a:pt x="2494" y="3126"/>
                    <a:pt x="2542" y="3138"/>
                    <a:pt x="2590" y="3138"/>
                  </a:cubicBezTo>
                  <a:cubicBezTo>
                    <a:pt x="2672" y="3138"/>
                    <a:pt x="2752" y="3105"/>
                    <a:pt x="2811" y="3047"/>
                  </a:cubicBezTo>
                  <a:cubicBezTo>
                    <a:pt x="3089" y="2741"/>
                    <a:pt x="3395" y="2481"/>
                    <a:pt x="3739" y="2258"/>
                  </a:cubicBezTo>
                  <a:cubicBezTo>
                    <a:pt x="3859" y="2184"/>
                    <a:pt x="3906" y="2045"/>
                    <a:pt x="3868" y="1915"/>
                  </a:cubicBezTo>
                  <a:lnTo>
                    <a:pt x="3534" y="876"/>
                  </a:lnTo>
                  <a:cubicBezTo>
                    <a:pt x="3525" y="820"/>
                    <a:pt x="3525" y="774"/>
                    <a:pt x="3553" y="728"/>
                  </a:cubicBezTo>
                  <a:cubicBezTo>
                    <a:pt x="3572" y="681"/>
                    <a:pt x="3609" y="644"/>
                    <a:pt x="3664" y="635"/>
                  </a:cubicBezTo>
                  <a:lnTo>
                    <a:pt x="5269" y="125"/>
                  </a:lnTo>
                  <a:cubicBezTo>
                    <a:pt x="5291" y="117"/>
                    <a:pt x="5313" y="113"/>
                    <a:pt x="5334" y="113"/>
                  </a:cubicBezTo>
                  <a:close/>
                  <a:moveTo>
                    <a:pt x="5330" y="1"/>
                  </a:moveTo>
                  <a:cubicBezTo>
                    <a:pt x="5300" y="1"/>
                    <a:pt x="5270" y="5"/>
                    <a:pt x="5241" y="13"/>
                  </a:cubicBezTo>
                  <a:lnTo>
                    <a:pt x="3627" y="523"/>
                  </a:lnTo>
                  <a:cubicBezTo>
                    <a:pt x="3553" y="551"/>
                    <a:pt x="3488" y="598"/>
                    <a:pt x="3451" y="672"/>
                  </a:cubicBezTo>
                  <a:cubicBezTo>
                    <a:pt x="3405" y="746"/>
                    <a:pt x="3405" y="830"/>
                    <a:pt x="3423" y="913"/>
                  </a:cubicBezTo>
                  <a:lnTo>
                    <a:pt x="3757" y="1952"/>
                  </a:lnTo>
                  <a:cubicBezTo>
                    <a:pt x="3785" y="2036"/>
                    <a:pt x="3748" y="2119"/>
                    <a:pt x="3683" y="2165"/>
                  </a:cubicBezTo>
                  <a:cubicBezTo>
                    <a:pt x="3330" y="2388"/>
                    <a:pt x="3006" y="2657"/>
                    <a:pt x="2727" y="2963"/>
                  </a:cubicBezTo>
                  <a:cubicBezTo>
                    <a:pt x="2693" y="3003"/>
                    <a:pt x="2645" y="3022"/>
                    <a:pt x="2596" y="3022"/>
                  </a:cubicBezTo>
                  <a:cubicBezTo>
                    <a:pt x="2565" y="3022"/>
                    <a:pt x="2533" y="3015"/>
                    <a:pt x="2505" y="3000"/>
                  </a:cubicBezTo>
                  <a:lnTo>
                    <a:pt x="1531" y="2499"/>
                  </a:lnTo>
                  <a:cubicBezTo>
                    <a:pt x="1486" y="2477"/>
                    <a:pt x="1437" y="2465"/>
                    <a:pt x="1390" y="2465"/>
                  </a:cubicBezTo>
                  <a:cubicBezTo>
                    <a:pt x="1359" y="2465"/>
                    <a:pt x="1328" y="2470"/>
                    <a:pt x="1299" y="2481"/>
                  </a:cubicBezTo>
                  <a:cubicBezTo>
                    <a:pt x="1225" y="2499"/>
                    <a:pt x="1160" y="2555"/>
                    <a:pt x="1123" y="2629"/>
                  </a:cubicBezTo>
                  <a:lnTo>
                    <a:pt x="343" y="4132"/>
                  </a:lnTo>
                  <a:cubicBezTo>
                    <a:pt x="306" y="4206"/>
                    <a:pt x="297" y="4290"/>
                    <a:pt x="315" y="4364"/>
                  </a:cubicBezTo>
                  <a:cubicBezTo>
                    <a:pt x="343" y="4447"/>
                    <a:pt x="399" y="4503"/>
                    <a:pt x="473" y="4550"/>
                  </a:cubicBezTo>
                  <a:lnTo>
                    <a:pt x="1438" y="5050"/>
                  </a:lnTo>
                  <a:cubicBezTo>
                    <a:pt x="1512" y="5088"/>
                    <a:pt x="1559" y="5171"/>
                    <a:pt x="1540" y="5255"/>
                  </a:cubicBezTo>
                  <a:cubicBezTo>
                    <a:pt x="1447" y="5663"/>
                    <a:pt x="1410" y="6080"/>
                    <a:pt x="1429" y="6498"/>
                  </a:cubicBezTo>
                  <a:cubicBezTo>
                    <a:pt x="1438" y="6581"/>
                    <a:pt x="1382" y="6655"/>
                    <a:pt x="1299" y="6683"/>
                  </a:cubicBezTo>
                  <a:lnTo>
                    <a:pt x="260" y="7008"/>
                  </a:lnTo>
                  <a:cubicBezTo>
                    <a:pt x="93" y="7063"/>
                    <a:pt x="0" y="7230"/>
                    <a:pt x="56" y="7397"/>
                  </a:cubicBezTo>
                  <a:lnTo>
                    <a:pt x="566" y="9002"/>
                  </a:lnTo>
                  <a:cubicBezTo>
                    <a:pt x="604" y="9138"/>
                    <a:pt x="728" y="9219"/>
                    <a:pt x="863" y="9219"/>
                  </a:cubicBezTo>
                  <a:cubicBezTo>
                    <a:pt x="894" y="9219"/>
                    <a:pt x="925" y="9215"/>
                    <a:pt x="956" y="9206"/>
                  </a:cubicBezTo>
                  <a:lnTo>
                    <a:pt x="1995" y="8882"/>
                  </a:lnTo>
                  <a:cubicBezTo>
                    <a:pt x="2016" y="8875"/>
                    <a:pt x="2037" y="8871"/>
                    <a:pt x="2058" y="8871"/>
                  </a:cubicBezTo>
                  <a:cubicBezTo>
                    <a:pt x="2118" y="8871"/>
                    <a:pt x="2173" y="8901"/>
                    <a:pt x="2208" y="8956"/>
                  </a:cubicBezTo>
                  <a:cubicBezTo>
                    <a:pt x="2431" y="9299"/>
                    <a:pt x="2700" y="9624"/>
                    <a:pt x="3006" y="9902"/>
                  </a:cubicBezTo>
                  <a:cubicBezTo>
                    <a:pt x="3071" y="9958"/>
                    <a:pt x="3080" y="10051"/>
                    <a:pt x="3043" y="10134"/>
                  </a:cubicBezTo>
                  <a:lnTo>
                    <a:pt x="2542" y="11099"/>
                  </a:lnTo>
                  <a:cubicBezTo>
                    <a:pt x="2505" y="11173"/>
                    <a:pt x="2495" y="11257"/>
                    <a:pt x="2523" y="11331"/>
                  </a:cubicBezTo>
                  <a:cubicBezTo>
                    <a:pt x="2542" y="11414"/>
                    <a:pt x="2598" y="11479"/>
                    <a:pt x="2672" y="11516"/>
                  </a:cubicBezTo>
                  <a:lnTo>
                    <a:pt x="4175" y="12296"/>
                  </a:lnTo>
                  <a:cubicBezTo>
                    <a:pt x="4218" y="12317"/>
                    <a:pt x="4265" y="12326"/>
                    <a:pt x="4311" y="12326"/>
                  </a:cubicBezTo>
                  <a:cubicBezTo>
                    <a:pt x="4343" y="12326"/>
                    <a:pt x="4376" y="12322"/>
                    <a:pt x="4406" y="12314"/>
                  </a:cubicBezTo>
                  <a:cubicBezTo>
                    <a:pt x="4490" y="12286"/>
                    <a:pt x="4546" y="12231"/>
                    <a:pt x="4592" y="12156"/>
                  </a:cubicBezTo>
                  <a:lnTo>
                    <a:pt x="5093" y="11192"/>
                  </a:lnTo>
                  <a:cubicBezTo>
                    <a:pt x="5125" y="11128"/>
                    <a:pt x="5190" y="11085"/>
                    <a:pt x="5260" y="11085"/>
                  </a:cubicBezTo>
                  <a:cubicBezTo>
                    <a:pt x="5272" y="11085"/>
                    <a:pt x="5285" y="11087"/>
                    <a:pt x="5297" y="11090"/>
                  </a:cubicBezTo>
                  <a:cubicBezTo>
                    <a:pt x="5637" y="11167"/>
                    <a:pt x="5984" y="11206"/>
                    <a:pt x="6331" y="11206"/>
                  </a:cubicBezTo>
                  <a:cubicBezTo>
                    <a:pt x="6401" y="11206"/>
                    <a:pt x="6471" y="11204"/>
                    <a:pt x="6540" y="11201"/>
                  </a:cubicBezTo>
                  <a:cubicBezTo>
                    <a:pt x="6624" y="11201"/>
                    <a:pt x="6698" y="11257"/>
                    <a:pt x="6726" y="11340"/>
                  </a:cubicBezTo>
                  <a:lnTo>
                    <a:pt x="7050" y="12379"/>
                  </a:lnTo>
                  <a:cubicBezTo>
                    <a:pt x="7097" y="12509"/>
                    <a:pt x="7217" y="12592"/>
                    <a:pt x="7347" y="12592"/>
                  </a:cubicBezTo>
                  <a:cubicBezTo>
                    <a:pt x="7375" y="12592"/>
                    <a:pt x="7403" y="12583"/>
                    <a:pt x="7440" y="12583"/>
                  </a:cubicBezTo>
                  <a:lnTo>
                    <a:pt x="9045" y="12073"/>
                  </a:lnTo>
                  <a:cubicBezTo>
                    <a:pt x="9212" y="12017"/>
                    <a:pt x="9295" y="11850"/>
                    <a:pt x="9249" y="11683"/>
                  </a:cubicBezTo>
                  <a:lnTo>
                    <a:pt x="8924" y="10644"/>
                  </a:lnTo>
                  <a:cubicBezTo>
                    <a:pt x="8896" y="10561"/>
                    <a:pt x="8924" y="10477"/>
                    <a:pt x="8998" y="10431"/>
                  </a:cubicBezTo>
                  <a:cubicBezTo>
                    <a:pt x="9342" y="10208"/>
                    <a:pt x="9666" y="9939"/>
                    <a:pt x="9945" y="9633"/>
                  </a:cubicBezTo>
                  <a:cubicBezTo>
                    <a:pt x="9979" y="9593"/>
                    <a:pt x="10032" y="9570"/>
                    <a:pt x="10085" y="9570"/>
                  </a:cubicBezTo>
                  <a:cubicBezTo>
                    <a:pt x="10117" y="9570"/>
                    <a:pt x="10149" y="9578"/>
                    <a:pt x="10177" y="9596"/>
                  </a:cubicBezTo>
                  <a:lnTo>
                    <a:pt x="11141" y="10097"/>
                  </a:lnTo>
                  <a:cubicBezTo>
                    <a:pt x="11186" y="10119"/>
                    <a:pt x="11235" y="10132"/>
                    <a:pt x="11282" y="10132"/>
                  </a:cubicBezTo>
                  <a:cubicBezTo>
                    <a:pt x="11313" y="10132"/>
                    <a:pt x="11344" y="10126"/>
                    <a:pt x="11373" y="10115"/>
                  </a:cubicBezTo>
                  <a:cubicBezTo>
                    <a:pt x="11457" y="10088"/>
                    <a:pt x="11522" y="10032"/>
                    <a:pt x="11559" y="9967"/>
                  </a:cubicBezTo>
                  <a:lnTo>
                    <a:pt x="12338" y="8464"/>
                  </a:lnTo>
                  <a:cubicBezTo>
                    <a:pt x="12412" y="8316"/>
                    <a:pt x="12357" y="8130"/>
                    <a:pt x="12208" y="8047"/>
                  </a:cubicBezTo>
                  <a:lnTo>
                    <a:pt x="11234" y="7546"/>
                  </a:lnTo>
                  <a:cubicBezTo>
                    <a:pt x="11160" y="7509"/>
                    <a:pt x="11123" y="7416"/>
                    <a:pt x="11141" y="7342"/>
                  </a:cubicBezTo>
                  <a:cubicBezTo>
                    <a:pt x="11225" y="6934"/>
                    <a:pt x="11262" y="6516"/>
                    <a:pt x="11243" y="6099"/>
                  </a:cubicBezTo>
                  <a:cubicBezTo>
                    <a:pt x="11243" y="6015"/>
                    <a:pt x="11299" y="5941"/>
                    <a:pt x="11383" y="5913"/>
                  </a:cubicBezTo>
                  <a:lnTo>
                    <a:pt x="12422" y="5588"/>
                  </a:lnTo>
                  <a:cubicBezTo>
                    <a:pt x="12579" y="5533"/>
                    <a:pt x="12672" y="5357"/>
                    <a:pt x="12616" y="5199"/>
                  </a:cubicBezTo>
                  <a:lnTo>
                    <a:pt x="12115" y="3585"/>
                  </a:lnTo>
                  <a:cubicBezTo>
                    <a:pt x="12088" y="3511"/>
                    <a:pt x="12032" y="3446"/>
                    <a:pt x="11958" y="3408"/>
                  </a:cubicBezTo>
                  <a:cubicBezTo>
                    <a:pt x="11913" y="3386"/>
                    <a:pt x="11864" y="3374"/>
                    <a:pt x="11817" y="3374"/>
                  </a:cubicBezTo>
                  <a:cubicBezTo>
                    <a:pt x="11786" y="3374"/>
                    <a:pt x="11755" y="3379"/>
                    <a:pt x="11726" y="3390"/>
                  </a:cubicBezTo>
                  <a:lnTo>
                    <a:pt x="10687" y="3715"/>
                  </a:lnTo>
                  <a:cubicBezTo>
                    <a:pt x="10668" y="3721"/>
                    <a:pt x="10648" y="3724"/>
                    <a:pt x="10629" y="3724"/>
                  </a:cubicBezTo>
                  <a:cubicBezTo>
                    <a:pt x="10563" y="3724"/>
                    <a:pt x="10500" y="3690"/>
                    <a:pt x="10464" y="3640"/>
                  </a:cubicBezTo>
                  <a:cubicBezTo>
                    <a:pt x="10242" y="3288"/>
                    <a:pt x="9972" y="2972"/>
                    <a:pt x="9666" y="2685"/>
                  </a:cubicBezTo>
                  <a:cubicBezTo>
                    <a:pt x="9611" y="2629"/>
                    <a:pt x="9592" y="2536"/>
                    <a:pt x="9629" y="2462"/>
                  </a:cubicBezTo>
                  <a:lnTo>
                    <a:pt x="10130" y="1488"/>
                  </a:lnTo>
                  <a:cubicBezTo>
                    <a:pt x="10214" y="1340"/>
                    <a:pt x="10158" y="1154"/>
                    <a:pt x="10000" y="1080"/>
                  </a:cubicBezTo>
                  <a:lnTo>
                    <a:pt x="8507" y="301"/>
                  </a:lnTo>
                  <a:cubicBezTo>
                    <a:pt x="8459" y="276"/>
                    <a:pt x="8409" y="264"/>
                    <a:pt x="8361" y="264"/>
                  </a:cubicBezTo>
                  <a:cubicBezTo>
                    <a:pt x="8247" y="264"/>
                    <a:pt x="8141" y="327"/>
                    <a:pt x="8089" y="431"/>
                  </a:cubicBezTo>
                  <a:lnTo>
                    <a:pt x="7588" y="1395"/>
                  </a:lnTo>
                  <a:cubicBezTo>
                    <a:pt x="7549" y="1459"/>
                    <a:pt x="7483" y="1502"/>
                    <a:pt x="7412" y="1502"/>
                  </a:cubicBezTo>
                  <a:cubicBezTo>
                    <a:pt x="7400" y="1502"/>
                    <a:pt x="7387" y="1500"/>
                    <a:pt x="7375" y="1497"/>
                  </a:cubicBezTo>
                  <a:cubicBezTo>
                    <a:pt x="7043" y="1420"/>
                    <a:pt x="6697" y="1382"/>
                    <a:pt x="6350" y="1382"/>
                  </a:cubicBezTo>
                  <a:cubicBezTo>
                    <a:pt x="6280" y="1382"/>
                    <a:pt x="6211" y="1383"/>
                    <a:pt x="6141" y="1386"/>
                  </a:cubicBezTo>
                  <a:cubicBezTo>
                    <a:pt x="6058" y="1386"/>
                    <a:pt x="5974" y="1340"/>
                    <a:pt x="5956" y="1256"/>
                  </a:cubicBezTo>
                  <a:lnTo>
                    <a:pt x="5622" y="217"/>
                  </a:lnTo>
                  <a:cubicBezTo>
                    <a:pt x="5584" y="81"/>
                    <a:pt x="5460" y="1"/>
                    <a:pt x="5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3">
              <a:extLst>
                <a:ext uri="{FF2B5EF4-FFF2-40B4-BE49-F238E27FC236}">
                  <a16:creationId xmlns:a16="http://schemas.microsoft.com/office/drawing/2014/main" id="{7182F0FD-24C6-58A5-275E-9F475D0D8A53}"/>
                </a:ext>
              </a:extLst>
            </p:cNvPr>
            <p:cNvSpPr/>
            <p:nvPr/>
          </p:nvSpPr>
          <p:spPr>
            <a:xfrm>
              <a:off x="2050775" y="2414100"/>
              <a:ext cx="126425" cy="126275"/>
            </a:xfrm>
            <a:custGeom>
              <a:avLst/>
              <a:gdLst/>
              <a:ahLst/>
              <a:cxnLst/>
              <a:rect l="l" t="t" r="r" b="b"/>
              <a:pathLst>
                <a:path w="5057" h="5051" extrusionOk="0">
                  <a:moveTo>
                    <a:pt x="2540" y="1452"/>
                  </a:moveTo>
                  <a:cubicBezTo>
                    <a:pt x="2602" y="1452"/>
                    <a:pt x="2665" y="1458"/>
                    <a:pt x="2728" y="1469"/>
                  </a:cubicBezTo>
                  <a:cubicBezTo>
                    <a:pt x="3034" y="1534"/>
                    <a:pt x="3303" y="1720"/>
                    <a:pt x="3452" y="1989"/>
                  </a:cubicBezTo>
                  <a:cubicBezTo>
                    <a:pt x="3609" y="2258"/>
                    <a:pt x="3637" y="2583"/>
                    <a:pt x="3535" y="2879"/>
                  </a:cubicBezTo>
                  <a:cubicBezTo>
                    <a:pt x="3382" y="3306"/>
                    <a:pt x="2971" y="3586"/>
                    <a:pt x="2537" y="3586"/>
                  </a:cubicBezTo>
                  <a:cubicBezTo>
                    <a:pt x="2471" y="3586"/>
                    <a:pt x="2405" y="3579"/>
                    <a:pt x="2338" y="3566"/>
                  </a:cubicBezTo>
                  <a:cubicBezTo>
                    <a:pt x="2032" y="3510"/>
                    <a:pt x="1763" y="3325"/>
                    <a:pt x="1606" y="3046"/>
                  </a:cubicBezTo>
                  <a:cubicBezTo>
                    <a:pt x="1448" y="2777"/>
                    <a:pt x="1420" y="2453"/>
                    <a:pt x="1531" y="2156"/>
                  </a:cubicBezTo>
                  <a:cubicBezTo>
                    <a:pt x="1678" y="1733"/>
                    <a:pt x="2095" y="1452"/>
                    <a:pt x="2540" y="1452"/>
                  </a:cubicBezTo>
                  <a:close/>
                  <a:moveTo>
                    <a:pt x="2538" y="1339"/>
                  </a:moveTo>
                  <a:cubicBezTo>
                    <a:pt x="2047" y="1339"/>
                    <a:pt x="1591" y="1647"/>
                    <a:pt x="1420" y="2119"/>
                  </a:cubicBezTo>
                  <a:cubicBezTo>
                    <a:pt x="1299" y="2443"/>
                    <a:pt x="1336" y="2805"/>
                    <a:pt x="1503" y="3111"/>
                  </a:cubicBezTo>
                  <a:cubicBezTo>
                    <a:pt x="1680" y="3408"/>
                    <a:pt x="1977" y="3622"/>
                    <a:pt x="2320" y="3687"/>
                  </a:cubicBezTo>
                  <a:cubicBezTo>
                    <a:pt x="2385" y="3696"/>
                    <a:pt x="2459" y="3705"/>
                    <a:pt x="2533" y="3705"/>
                  </a:cubicBezTo>
                  <a:cubicBezTo>
                    <a:pt x="3016" y="3705"/>
                    <a:pt x="3470" y="3390"/>
                    <a:pt x="3646" y="2917"/>
                  </a:cubicBezTo>
                  <a:cubicBezTo>
                    <a:pt x="3758" y="2592"/>
                    <a:pt x="3730" y="2230"/>
                    <a:pt x="3554" y="1933"/>
                  </a:cubicBezTo>
                  <a:cubicBezTo>
                    <a:pt x="3387" y="1636"/>
                    <a:pt x="3090" y="1423"/>
                    <a:pt x="2747" y="1358"/>
                  </a:cubicBezTo>
                  <a:cubicBezTo>
                    <a:pt x="2677" y="1346"/>
                    <a:pt x="2607" y="1339"/>
                    <a:pt x="2538" y="1339"/>
                  </a:cubicBezTo>
                  <a:close/>
                  <a:moveTo>
                    <a:pt x="2580" y="115"/>
                  </a:moveTo>
                  <a:lnTo>
                    <a:pt x="3229" y="226"/>
                  </a:lnTo>
                  <a:cubicBezTo>
                    <a:pt x="3247" y="226"/>
                    <a:pt x="3266" y="245"/>
                    <a:pt x="3257" y="273"/>
                  </a:cubicBezTo>
                  <a:lnTo>
                    <a:pt x="3192" y="690"/>
                  </a:lnTo>
                  <a:cubicBezTo>
                    <a:pt x="3183" y="755"/>
                    <a:pt x="3220" y="829"/>
                    <a:pt x="3275" y="857"/>
                  </a:cubicBezTo>
                  <a:cubicBezTo>
                    <a:pt x="3424" y="922"/>
                    <a:pt x="3554" y="996"/>
                    <a:pt x="3674" y="1098"/>
                  </a:cubicBezTo>
                  <a:cubicBezTo>
                    <a:pt x="3702" y="1122"/>
                    <a:pt x="3735" y="1133"/>
                    <a:pt x="3767" y="1133"/>
                  </a:cubicBezTo>
                  <a:cubicBezTo>
                    <a:pt x="3799" y="1133"/>
                    <a:pt x="3832" y="1122"/>
                    <a:pt x="3860" y="1098"/>
                  </a:cubicBezTo>
                  <a:lnTo>
                    <a:pt x="4212" y="848"/>
                  </a:lnTo>
                  <a:lnTo>
                    <a:pt x="4240" y="848"/>
                  </a:lnTo>
                  <a:cubicBezTo>
                    <a:pt x="4249" y="848"/>
                    <a:pt x="4259" y="857"/>
                    <a:pt x="4259" y="857"/>
                  </a:cubicBezTo>
                  <a:lnTo>
                    <a:pt x="4648" y="1395"/>
                  </a:lnTo>
                  <a:cubicBezTo>
                    <a:pt x="4658" y="1404"/>
                    <a:pt x="4658" y="1414"/>
                    <a:pt x="4658" y="1423"/>
                  </a:cubicBezTo>
                  <a:cubicBezTo>
                    <a:pt x="4658" y="1432"/>
                    <a:pt x="4648" y="1442"/>
                    <a:pt x="4639" y="1451"/>
                  </a:cubicBezTo>
                  <a:lnTo>
                    <a:pt x="4296" y="1701"/>
                  </a:lnTo>
                  <a:cubicBezTo>
                    <a:pt x="4240" y="1738"/>
                    <a:pt x="4212" y="1813"/>
                    <a:pt x="4240" y="1878"/>
                  </a:cubicBezTo>
                  <a:cubicBezTo>
                    <a:pt x="4296" y="2026"/>
                    <a:pt x="4333" y="2174"/>
                    <a:pt x="4351" y="2332"/>
                  </a:cubicBezTo>
                  <a:cubicBezTo>
                    <a:pt x="4351" y="2397"/>
                    <a:pt x="4407" y="2453"/>
                    <a:pt x="4481" y="2462"/>
                  </a:cubicBezTo>
                  <a:lnTo>
                    <a:pt x="4899" y="2536"/>
                  </a:lnTo>
                  <a:cubicBezTo>
                    <a:pt x="4917" y="2536"/>
                    <a:pt x="4936" y="2555"/>
                    <a:pt x="4927" y="2573"/>
                  </a:cubicBezTo>
                  <a:lnTo>
                    <a:pt x="4825" y="3223"/>
                  </a:lnTo>
                  <a:cubicBezTo>
                    <a:pt x="4825" y="3241"/>
                    <a:pt x="4815" y="3251"/>
                    <a:pt x="4806" y="3251"/>
                  </a:cubicBezTo>
                  <a:cubicBezTo>
                    <a:pt x="4797" y="3260"/>
                    <a:pt x="4787" y="3260"/>
                    <a:pt x="4778" y="3260"/>
                  </a:cubicBezTo>
                  <a:lnTo>
                    <a:pt x="4361" y="3195"/>
                  </a:lnTo>
                  <a:cubicBezTo>
                    <a:pt x="4349" y="3192"/>
                    <a:pt x="4338" y="3190"/>
                    <a:pt x="4326" y="3190"/>
                  </a:cubicBezTo>
                  <a:cubicBezTo>
                    <a:pt x="4271" y="3190"/>
                    <a:pt x="4217" y="3225"/>
                    <a:pt x="4194" y="3278"/>
                  </a:cubicBezTo>
                  <a:cubicBezTo>
                    <a:pt x="4129" y="3418"/>
                    <a:pt x="4045" y="3557"/>
                    <a:pt x="3953" y="3677"/>
                  </a:cubicBezTo>
                  <a:cubicBezTo>
                    <a:pt x="3906" y="3733"/>
                    <a:pt x="3906" y="3807"/>
                    <a:pt x="3953" y="3863"/>
                  </a:cubicBezTo>
                  <a:lnTo>
                    <a:pt x="4194" y="4206"/>
                  </a:lnTo>
                  <a:cubicBezTo>
                    <a:pt x="4212" y="4225"/>
                    <a:pt x="4203" y="4252"/>
                    <a:pt x="4184" y="4262"/>
                  </a:cubicBezTo>
                  <a:lnTo>
                    <a:pt x="3656" y="4651"/>
                  </a:lnTo>
                  <a:cubicBezTo>
                    <a:pt x="3648" y="4655"/>
                    <a:pt x="3639" y="4657"/>
                    <a:pt x="3630" y="4657"/>
                  </a:cubicBezTo>
                  <a:cubicBezTo>
                    <a:pt x="3617" y="4657"/>
                    <a:pt x="3605" y="4653"/>
                    <a:pt x="3600" y="4642"/>
                  </a:cubicBezTo>
                  <a:lnTo>
                    <a:pt x="3350" y="4299"/>
                  </a:lnTo>
                  <a:cubicBezTo>
                    <a:pt x="3324" y="4253"/>
                    <a:pt x="3279" y="4231"/>
                    <a:pt x="3233" y="4231"/>
                  </a:cubicBezTo>
                  <a:cubicBezTo>
                    <a:pt x="3213" y="4231"/>
                    <a:pt x="3193" y="4235"/>
                    <a:pt x="3173" y="4243"/>
                  </a:cubicBezTo>
                  <a:cubicBezTo>
                    <a:pt x="3025" y="4299"/>
                    <a:pt x="2876" y="4336"/>
                    <a:pt x="2719" y="4345"/>
                  </a:cubicBezTo>
                  <a:cubicBezTo>
                    <a:pt x="2654" y="4354"/>
                    <a:pt x="2598" y="4410"/>
                    <a:pt x="2580" y="4475"/>
                  </a:cubicBezTo>
                  <a:lnTo>
                    <a:pt x="2515" y="4902"/>
                  </a:lnTo>
                  <a:cubicBezTo>
                    <a:pt x="2515" y="4911"/>
                    <a:pt x="2505" y="4920"/>
                    <a:pt x="2496" y="4920"/>
                  </a:cubicBezTo>
                  <a:cubicBezTo>
                    <a:pt x="2496" y="4930"/>
                    <a:pt x="2478" y="4930"/>
                    <a:pt x="2468" y="4930"/>
                  </a:cubicBezTo>
                  <a:lnTo>
                    <a:pt x="1819" y="4828"/>
                  </a:lnTo>
                  <a:cubicBezTo>
                    <a:pt x="1810" y="4828"/>
                    <a:pt x="1800" y="4818"/>
                    <a:pt x="1800" y="4809"/>
                  </a:cubicBezTo>
                  <a:cubicBezTo>
                    <a:pt x="1791" y="4800"/>
                    <a:pt x="1791" y="4790"/>
                    <a:pt x="1791" y="4781"/>
                  </a:cubicBezTo>
                  <a:lnTo>
                    <a:pt x="1856" y="4364"/>
                  </a:lnTo>
                  <a:cubicBezTo>
                    <a:pt x="1865" y="4290"/>
                    <a:pt x="1828" y="4225"/>
                    <a:pt x="1772" y="4197"/>
                  </a:cubicBezTo>
                  <a:cubicBezTo>
                    <a:pt x="1624" y="4132"/>
                    <a:pt x="1494" y="4048"/>
                    <a:pt x="1374" y="3956"/>
                  </a:cubicBezTo>
                  <a:cubicBezTo>
                    <a:pt x="1346" y="3928"/>
                    <a:pt x="1309" y="3918"/>
                    <a:pt x="1281" y="3918"/>
                  </a:cubicBezTo>
                  <a:cubicBezTo>
                    <a:pt x="1244" y="3918"/>
                    <a:pt x="1216" y="3928"/>
                    <a:pt x="1188" y="3946"/>
                  </a:cubicBezTo>
                  <a:lnTo>
                    <a:pt x="845" y="4197"/>
                  </a:lnTo>
                  <a:cubicBezTo>
                    <a:pt x="836" y="4206"/>
                    <a:pt x="817" y="4206"/>
                    <a:pt x="808" y="4206"/>
                  </a:cubicBezTo>
                  <a:cubicBezTo>
                    <a:pt x="798" y="4206"/>
                    <a:pt x="789" y="4197"/>
                    <a:pt x="789" y="4187"/>
                  </a:cubicBezTo>
                  <a:lnTo>
                    <a:pt x="400" y="3659"/>
                  </a:lnTo>
                  <a:cubicBezTo>
                    <a:pt x="390" y="3649"/>
                    <a:pt x="390" y="3640"/>
                    <a:pt x="390" y="3631"/>
                  </a:cubicBezTo>
                  <a:cubicBezTo>
                    <a:pt x="390" y="3612"/>
                    <a:pt x="400" y="3603"/>
                    <a:pt x="409" y="3603"/>
                  </a:cubicBezTo>
                  <a:lnTo>
                    <a:pt x="752" y="3353"/>
                  </a:lnTo>
                  <a:cubicBezTo>
                    <a:pt x="808" y="3306"/>
                    <a:pt x="836" y="3241"/>
                    <a:pt x="808" y="3176"/>
                  </a:cubicBezTo>
                  <a:cubicBezTo>
                    <a:pt x="752" y="3028"/>
                    <a:pt x="715" y="2879"/>
                    <a:pt x="696" y="2722"/>
                  </a:cubicBezTo>
                  <a:cubicBezTo>
                    <a:pt x="696" y="2657"/>
                    <a:pt x="641" y="2601"/>
                    <a:pt x="567" y="2583"/>
                  </a:cubicBezTo>
                  <a:lnTo>
                    <a:pt x="149" y="2518"/>
                  </a:lnTo>
                  <a:cubicBezTo>
                    <a:pt x="140" y="2518"/>
                    <a:pt x="131" y="2508"/>
                    <a:pt x="121" y="2499"/>
                  </a:cubicBezTo>
                  <a:cubicBezTo>
                    <a:pt x="121" y="2490"/>
                    <a:pt x="121" y="2481"/>
                    <a:pt x="121" y="2471"/>
                  </a:cubicBezTo>
                  <a:lnTo>
                    <a:pt x="223" y="1822"/>
                  </a:lnTo>
                  <a:cubicBezTo>
                    <a:pt x="223" y="1813"/>
                    <a:pt x="233" y="1803"/>
                    <a:pt x="242" y="1794"/>
                  </a:cubicBezTo>
                  <a:lnTo>
                    <a:pt x="270" y="1794"/>
                  </a:lnTo>
                  <a:lnTo>
                    <a:pt x="687" y="1859"/>
                  </a:lnTo>
                  <a:cubicBezTo>
                    <a:pt x="694" y="1860"/>
                    <a:pt x="700" y="1860"/>
                    <a:pt x="707" y="1860"/>
                  </a:cubicBezTo>
                  <a:cubicBezTo>
                    <a:pt x="767" y="1860"/>
                    <a:pt x="829" y="1825"/>
                    <a:pt x="854" y="1766"/>
                  </a:cubicBezTo>
                  <a:cubicBezTo>
                    <a:pt x="919" y="1627"/>
                    <a:pt x="1003" y="1497"/>
                    <a:pt x="1095" y="1377"/>
                  </a:cubicBezTo>
                  <a:cubicBezTo>
                    <a:pt x="1142" y="1321"/>
                    <a:pt x="1142" y="1247"/>
                    <a:pt x="1105" y="1191"/>
                  </a:cubicBezTo>
                  <a:lnTo>
                    <a:pt x="854" y="839"/>
                  </a:lnTo>
                  <a:cubicBezTo>
                    <a:pt x="836" y="820"/>
                    <a:pt x="845" y="801"/>
                    <a:pt x="863" y="783"/>
                  </a:cubicBezTo>
                  <a:lnTo>
                    <a:pt x="1392" y="403"/>
                  </a:lnTo>
                  <a:cubicBezTo>
                    <a:pt x="1399" y="396"/>
                    <a:pt x="1408" y="392"/>
                    <a:pt x="1416" y="392"/>
                  </a:cubicBezTo>
                  <a:cubicBezTo>
                    <a:pt x="1429" y="392"/>
                    <a:pt x="1442" y="400"/>
                    <a:pt x="1448" y="412"/>
                  </a:cubicBezTo>
                  <a:lnTo>
                    <a:pt x="1698" y="755"/>
                  </a:lnTo>
                  <a:cubicBezTo>
                    <a:pt x="1733" y="797"/>
                    <a:pt x="1778" y="818"/>
                    <a:pt x="1826" y="818"/>
                  </a:cubicBezTo>
                  <a:cubicBezTo>
                    <a:pt x="1842" y="818"/>
                    <a:pt x="1858" y="815"/>
                    <a:pt x="1875" y="811"/>
                  </a:cubicBezTo>
                  <a:cubicBezTo>
                    <a:pt x="2023" y="755"/>
                    <a:pt x="2171" y="718"/>
                    <a:pt x="2329" y="699"/>
                  </a:cubicBezTo>
                  <a:cubicBezTo>
                    <a:pt x="2394" y="690"/>
                    <a:pt x="2450" y="644"/>
                    <a:pt x="2468" y="570"/>
                  </a:cubicBezTo>
                  <a:lnTo>
                    <a:pt x="2533" y="152"/>
                  </a:lnTo>
                  <a:cubicBezTo>
                    <a:pt x="2533" y="134"/>
                    <a:pt x="2561" y="115"/>
                    <a:pt x="2580" y="115"/>
                  </a:cubicBezTo>
                  <a:close/>
                  <a:moveTo>
                    <a:pt x="2565" y="0"/>
                  </a:moveTo>
                  <a:cubicBezTo>
                    <a:pt x="2533" y="0"/>
                    <a:pt x="2505" y="11"/>
                    <a:pt x="2478" y="32"/>
                  </a:cubicBezTo>
                  <a:cubicBezTo>
                    <a:pt x="2440" y="50"/>
                    <a:pt x="2422" y="87"/>
                    <a:pt x="2413" y="134"/>
                  </a:cubicBezTo>
                  <a:lnTo>
                    <a:pt x="2348" y="551"/>
                  </a:lnTo>
                  <a:cubicBezTo>
                    <a:pt x="2348" y="570"/>
                    <a:pt x="2329" y="579"/>
                    <a:pt x="2311" y="579"/>
                  </a:cubicBezTo>
                  <a:cubicBezTo>
                    <a:pt x="2153" y="597"/>
                    <a:pt x="1986" y="644"/>
                    <a:pt x="1837" y="699"/>
                  </a:cubicBezTo>
                  <a:cubicBezTo>
                    <a:pt x="1819" y="699"/>
                    <a:pt x="1800" y="699"/>
                    <a:pt x="1791" y="681"/>
                  </a:cubicBezTo>
                  <a:lnTo>
                    <a:pt x="1541" y="338"/>
                  </a:lnTo>
                  <a:cubicBezTo>
                    <a:pt x="1512" y="297"/>
                    <a:pt x="1461" y="275"/>
                    <a:pt x="1412" y="275"/>
                  </a:cubicBezTo>
                  <a:cubicBezTo>
                    <a:pt x="1382" y="275"/>
                    <a:pt x="1352" y="283"/>
                    <a:pt x="1327" y="301"/>
                  </a:cubicBezTo>
                  <a:lnTo>
                    <a:pt x="789" y="690"/>
                  </a:lnTo>
                  <a:cubicBezTo>
                    <a:pt x="724" y="737"/>
                    <a:pt x="706" y="839"/>
                    <a:pt x="752" y="904"/>
                  </a:cubicBezTo>
                  <a:lnTo>
                    <a:pt x="1003" y="1256"/>
                  </a:lnTo>
                  <a:cubicBezTo>
                    <a:pt x="1021" y="1265"/>
                    <a:pt x="1021" y="1284"/>
                    <a:pt x="1003" y="1302"/>
                  </a:cubicBezTo>
                  <a:cubicBezTo>
                    <a:pt x="900" y="1423"/>
                    <a:pt x="817" y="1571"/>
                    <a:pt x="743" y="1720"/>
                  </a:cubicBezTo>
                  <a:cubicBezTo>
                    <a:pt x="743" y="1729"/>
                    <a:pt x="724" y="1738"/>
                    <a:pt x="706" y="1738"/>
                  </a:cubicBezTo>
                  <a:lnTo>
                    <a:pt x="288" y="1673"/>
                  </a:lnTo>
                  <a:cubicBezTo>
                    <a:pt x="277" y="1671"/>
                    <a:pt x="266" y="1670"/>
                    <a:pt x="255" y="1670"/>
                  </a:cubicBezTo>
                  <a:cubicBezTo>
                    <a:pt x="223" y="1670"/>
                    <a:pt x="195" y="1680"/>
                    <a:pt x="168" y="1701"/>
                  </a:cubicBezTo>
                  <a:cubicBezTo>
                    <a:pt x="140" y="1720"/>
                    <a:pt x="112" y="1757"/>
                    <a:pt x="103" y="1803"/>
                  </a:cubicBezTo>
                  <a:lnTo>
                    <a:pt x="1" y="2453"/>
                  </a:lnTo>
                  <a:cubicBezTo>
                    <a:pt x="1" y="2490"/>
                    <a:pt x="10" y="2536"/>
                    <a:pt x="28" y="2564"/>
                  </a:cubicBezTo>
                  <a:cubicBezTo>
                    <a:pt x="56" y="2601"/>
                    <a:pt x="93" y="2620"/>
                    <a:pt x="131" y="2629"/>
                  </a:cubicBezTo>
                  <a:lnTo>
                    <a:pt x="548" y="2694"/>
                  </a:lnTo>
                  <a:cubicBezTo>
                    <a:pt x="567" y="2703"/>
                    <a:pt x="585" y="2712"/>
                    <a:pt x="585" y="2731"/>
                  </a:cubicBezTo>
                  <a:cubicBezTo>
                    <a:pt x="604" y="2898"/>
                    <a:pt x="641" y="3056"/>
                    <a:pt x="696" y="3213"/>
                  </a:cubicBezTo>
                  <a:cubicBezTo>
                    <a:pt x="706" y="3223"/>
                    <a:pt x="696" y="3241"/>
                    <a:pt x="687" y="3251"/>
                  </a:cubicBezTo>
                  <a:lnTo>
                    <a:pt x="344" y="3501"/>
                  </a:lnTo>
                  <a:cubicBezTo>
                    <a:pt x="307" y="3529"/>
                    <a:pt x="288" y="3566"/>
                    <a:pt x="279" y="3603"/>
                  </a:cubicBezTo>
                  <a:cubicBezTo>
                    <a:pt x="270" y="3649"/>
                    <a:pt x="279" y="3687"/>
                    <a:pt x="307" y="3724"/>
                  </a:cubicBezTo>
                  <a:lnTo>
                    <a:pt x="696" y="4252"/>
                  </a:lnTo>
                  <a:cubicBezTo>
                    <a:pt x="715" y="4290"/>
                    <a:pt x="752" y="4308"/>
                    <a:pt x="798" y="4317"/>
                  </a:cubicBezTo>
                  <a:cubicBezTo>
                    <a:pt x="808" y="4320"/>
                    <a:pt x="817" y="4321"/>
                    <a:pt x="826" y="4321"/>
                  </a:cubicBezTo>
                  <a:cubicBezTo>
                    <a:pt x="854" y="4321"/>
                    <a:pt x="882" y="4310"/>
                    <a:pt x="910" y="4290"/>
                  </a:cubicBezTo>
                  <a:lnTo>
                    <a:pt x="1253" y="4039"/>
                  </a:lnTo>
                  <a:cubicBezTo>
                    <a:pt x="1262" y="4034"/>
                    <a:pt x="1272" y="4032"/>
                    <a:pt x="1280" y="4032"/>
                  </a:cubicBezTo>
                  <a:cubicBezTo>
                    <a:pt x="1288" y="4032"/>
                    <a:pt x="1295" y="4034"/>
                    <a:pt x="1299" y="4039"/>
                  </a:cubicBezTo>
                  <a:cubicBezTo>
                    <a:pt x="1429" y="4141"/>
                    <a:pt x="1568" y="4234"/>
                    <a:pt x="1726" y="4299"/>
                  </a:cubicBezTo>
                  <a:cubicBezTo>
                    <a:pt x="1735" y="4308"/>
                    <a:pt x="1745" y="4327"/>
                    <a:pt x="1745" y="4345"/>
                  </a:cubicBezTo>
                  <a:lnTo>
                    <a:pt x="1670" y="4763"/>
                  </a:lnTo>
                  <a:cubicBezTo>
                    <a:pt x="1670" y="4800"/>
                    <a:pt x="1680" y="4846"/>
                    <a:pt x="1698" y="4874"/>
                  </a:cubicBezTo>
                  <a:cubicBezTo>
                    <a:pt x="1726" y="4911"/>
                    <a:pt x="1763" y="4930"/>
                    <a:pt x="1800" y="4939"/>
                  </a:cubicBezTo>
                  <a:lnTo>
                    <a:pt x="2450" y="5041"/>
                  </a:lnTo>
                  <a:cubicBezTo>
                    <a:pt x="2459" y="5041"/>
                    <a:pt x="2468" y="5050"/>
                    <a:pt x="2478" y="5050"/>
                  </a:cubicBezTo>
                  <a:cubicBezTo>
                    <a:pt x="2515" y="5050"/>
                    <a:pt x="2542" y="5041"/>
                    <a:pt x="2570" y="5013"/>
                  </a:cubicBezTo>
                  <a:cubicBezTo>
                    <a:pt x="2598" y="4995"/>
                    <a:pt x="2626" y="4957"/>
                    <a:pt x="2635" y="4911"/>
                  </a:cubicBezTo>
                  <a:lnTo>
                    <a:pt x="2700" y="4494"/>
                  </a:lnTo>
                  <a:cubicBezTo>
                    <a:pt x="2700" y="4475"/>
                    <a:pt x="2719" y="4466"/>
                    <a:pt x="2728" y="4466"/>
                  </a:cubicBezTo>
                  <a:cubicBezTo>
                    <a:pt x="2895" y="4447"/>
                    <a:pt x="3062" y="4401"/>
                    <a:pt x="3210" y="4345"/>
                  </a:cubicBezTo>
                  <a:cubicBezTo>
                    <a:pt x="3229" y="4345"/>
                    <a:pt x="3247" y="4345"/>
                    <a:pt x="3257" y="4364"/>
                  </a:cubicBezTo>
                  <a:lnTo>
                    <a:pt x="3507" y="4707"/>
                  </a:lnTo>
                  <a:cubicBezTo>
                    <a:pt x="3536" y="4747"/>
                    <a:pt x="3587" y="4770"/>
                    <a:pt x="3636" y="4770"/>
                  </a:cubicBezTo>
                  <a:cubicBezTo>
                    <a:pt x="3666" y="4770"/>
                    <a:pt x="3696" y="4762"/>
                    <a:pt x="3721" y="4744"/>
                  </a:cubicBezTo>
                  <a:lnTo>
                    <a:pt x="4259" y="4354"/>
                  </a:lnTo>
                  <a:cubicBezTo>
                    <a:pt x="4324" y="4299"/>
                    <a:pt x="4342" y="4206"/>
                    <a:pt x="4286" y="4132"/>
                  </a:cubicBezTo>
                  <a:lnTo>
                    <a:pt x="4036" y="3789"/>
                  </a:lnTo>
                  <a:cubicBezTo>
                    <a:pt x="4027" y="3779"/>
                    <a:pt x="4027" y="3761"/>
                    <a:pt x="4036" y="3742"/>
                  </a:cubicBezTo>
                  <a:cubicBezTo>
                    <a:pt x="4147" y="3622"/>
                    <a:pt x="4231" y="3473"/>
                    <a:pt x="4296" y="3325"/>
                  </a:cubicBezTo>
                  <a:cubicBezTo>
                    <a:pt x="4303" y="3311"/>
                    <a:pt x="4314" y="3303"/>
                    <a:pt x="4327" y="3303"/>
                  </a:cubicBezTo>
                  <a:cubicBezTo>
                    <a:pt x="4332" y="3303"/>
                    <a:pt x="4337" y="3304"/>
                    <a:pt x="4342" y="3306"/>
                  </a:cubicBezTo>
                  <a:lnTo>
                    <a:pt x="4760" y="3371"/>
                  </a:lnTo>
                  <a:cubicBezTo>
                    <a:pt x="4771" y="3373"/>
                    <a:pt x="4782" y="3375"/>
                    <a:pt x="4793" y="3375"/>
                  </a:cubicBezTo>
                  <a:cubicBezTo>
                    <a:pt x="4825" y="3375"/>
                    <a:pt x="4852" y="3364"/>
                    <a:pt x="4880" y="3343"/>
                  </a:cubicBezTo>
                  <a:cubicBezTo>
                    <a:pt x="4908" y="3315"/>
                    <a:pt x="4936" y="3278"/>
                    <a:pt x="4936" y="3241"/>
                  </a:cubicBezTo>
                  <a:lnTo>
                    <a:pt x="5047" y="2592"/>
                  </a:lnTo>
                  <a:cubicBezTo>
                    <a:pt x="5056" y="2508"/>
                    <a:pt x="5001" y="2425"/>
                    <a:pt x="4917" y="2416"/>
                  </a:cubicBezTo>
                  <a:lnTo>
                    <a:pt x="4491" y="2351"/>
                  </a:lnTo>
                  <a:cubicBezTo>
                    <a:pt x="4481" y="2341"/>
                    <a:pt x="4463" y="2332"/>
                    <a:pt x="4463" y="2314"/>
                  </a:cubicBezTo>
                  <a:cubicBezTo>
                    <a:pt x="4444" y="2147"/>
                    <a:pt x="4407" y="1989"/>
                    <a:pt x="4351" y="1831"/>
                  </a:cubicBezTo>
                  <a:cubicBezTo>
                    <a:pt x="4342" y="1822"/>
                    <a:pt x="4351" y="1803"/>
                    <a:pt x="4361" y="1794"/>
                  </a:cubicBezTo>
                  <a:lnTo>
                    <a:pt x="4704" y="1544"/>
                  </a:lnTo>
                  <a:cubicBezTo>
                    <a:pt x="4741" y="1516"/>
                    <a:pt x="4760" y="1479"/>
                    <a:pt x="4769" y="1442"/>
                  </a:cubicBezTo>
                  <a:cubicBezTo>
                    <a:pt x="4778" y="1395"/>
                    <a:pt x="4769" y="1358"/>
                    <a:pt x="4741" y="1321"/>
                  </a:cubicBezTo>
                  <a:lnTo>
                    <a:pt x="4351" y="792"/>
                  </a:lnTo>
                  <a:cubicBezTo>
                    <a:pt x="4333" y="755"/>
                    <a:pt x="4296" y="737"/>
                    <a:pt x="4249" y="727"/>
                  </a:cubicBezTo>
                  <a:cubicBezTo>
                    <a:pt x="4240" y="725"/>
                    <a:pt x="4230" y="724"/>
                    <a:pt x="4220" y="724"/>
                  </a:cubicBezTo>
                  <a:cubicBezTo>
                    <a:pt x="4190" y="724"/>
                    <a:pt x="4159" y="734"/>
                    <a:pt x="4138" y="755"/>
                  </a:cubicBezTo>
                  <a:lnTo>
                    <a:pt x="3795" y="1006"/>
                  </a:lnTo>
                  <a:cubicBezTo>
                    <a:pt x="3786" y="1010"/>
                    <a:pt x="3776" y="1013"/>
                    <a:pt x="3768" y="1013"/>
                  </a:cubicBezTo>
                  <a:cubicBezTo>
                    <a:pt x="3760" y="1013"/>
                    <a:pt x="3753" y="1010"/>
                    <a:pt x="3748" y="1006"/>
                  </a:cubicBezTo>
                  <a:cubicBezTo>
                    <a:pt x="3619" y="904"/>
                    <a:pt x="3479" y="811"/>
                    <a:pt x="3322" y="746"/>
                  </a:cubicBezTo>
                  <a:cubicBezTo>
                    <a:pt x="3312" y="737"/>
                    <a:pt x="3303" y="718"/>
                    <a:pt x="3303" y="709"/>
                  </a:cubicBezTo>
                  <a:lnTo>
                    <a:pt x="3368" y="282"/>
                  </a:lnTo>
                  <a:cubicBezTo>
                    <a:pt x="3387" y="199"/>
                    <a:pt x="3331" y="124"/>
                    <a:pt x="3247" y="106"/>
                  </a:cubicBezTo>
                  <a:lnTo>
                    <a:pt x="2598" y="4"/>
                  </a:lnTo>
                  <a:cubicBezTo>
                    <a:pt x="2587" y="1"/>
                    <a:pt x="2576" y="0"/>
                    <a:pt x="2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3">
              <a:extLst>
                <a:ext uri="{FF2B5EF4-FFF2-40B4-BE49-F238E27FC236}">
                  <a16:creationId xmlns:a16="http://schemas.microsoft.com/office/drawing/2014/main" id="{A6D0913C-F676-6769-FA31-EF0FF0702705}"/>
                </a:ext>
              </a:extLst>
            </p:cNvPr>
            <p:cNvSpPr/>
            <p:nvPr/>
          </p:nvSpPr>
          <p:spPr>
            <a:xfrm>
              <a:off x="2058200" y="2676025"/>
              <a:ext cx="27400" cy="28550"/>
            </a:xfrm>
            <a:custGeom>
              <a:avLst/>
              <a:gdLst/>
              <a:ahLst/>
              <a:cxnLst/>
              <a:rect l="l" t="t" r="r" b="b"/>
              <a:pathLst>
                <a:path w="1096" h="1142" extrusionOk="0">
                  <a:moveTo>
                    <a:pt x="956" y="0"/>
                  </a:moveTo>
                  <a:cubicBezTo>
                    <a:pt x="937" y="0"/>
                    <a:pt x="910" y="9"/>
                    <a:pt x="891" y="19"/>
                  </a:cubicBezTo>
                  <a:lnTo>
                    <a:pt x="75" y="445"/>
                  </a:lnTo>
                  <a:cubicBezTo>
                    <a:pt x="28" y="473"/>
                    <a:pt x="0" y="520"/>
                    <a:pt x="0" y="566"/>
                  </a:cubicBezTo>
                  <a:cubicBezTo>
                    <a:pt x="0" y="612"/>
                    <a:pt x="38" y="659"/>
                    <a:pt x="75" y="687"/>
                  </a:cubicBezTo>
                  <a:lnTo>
                    <a:pt x="84" y="687"/>
                  </a:lnTo>
                  <a:lnTo>
                    <a:pt x="891" y="1132"/>
                  </a:lnTo>
                  <a:cubicBezTo>
                    <a:pt x="910" y="1141"/>
                    <a:pt x="937" y="1141"/>
                    <a:pt x="956" y="1141"/>
                  </a:cubicBezTo>
                  <a:cubicBezTo>
                    <a:pt x="1030" y="1141"/>
                    <a:pt x="1086" y="1085"/>
                    <a:pt x="1086" y="1011"/>
                  </a:cubicBezTo>
                  <a:cubicBezTo>
                    <a:pt x="1086" y="956"/>
                    <a:pt x="1067" y="909"/>
                    <a:pt x="1021" y="891"/>
                  </a:cubicBezTo>
                  <a:lnTo>
                    <a:pt x="427" y="566"/>
                  </a:lnTo>
                  <a:lnTo>
                    <a:pt x="1021" y="260"/>
                  </a:lnTo>
                  <a:cubicBezTo>
                    <a:pt x="1067" y="232"/>
                    <a:pt x="1095" y="186"/>
                    <a:pt x="1095" y="139"/>
                  </a:cubicBezTo>
                  <a:cubicBezTo>
                    <a:pt x="1095" y="65"/>
                    <a:pt x="1030" y="0"/>
                    <a:pt x="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3">
              <a:extLst>
                <a:ext uri="{FF2B5EF4-FFF2-40B4-BE49-F238E27FC236}">
                  <a16:creationId xmlns:a16="http://schemas.microsoft.com/office/drawing/2014/main" id="{58331F70-F8F0-6A98-B14F-44FD3241D663}"/>
                </a:ext>
              </a:extLst>
            </p:cNvPr>
            <p:cNvSpPr/>
            <p:nvPr/>
          </p:nvSpPr>
          <p:spPr>
            <a:xfrm>
              <a:off x="2088825" y="2662325"/>
              <a:ext cx="22975" cy="53375"/>
            </a:xfrm>
            <a:custGeom>
              <a:avLst/>
              <a:gdLst/>
              <a:ahLst/>
              <a:cxnLst/>
              <a:rect l="l" t="t" r="r" b="b"/>
              <a:pathLst>
                <a:path w="919" h="2135" extrusionOk="0">
                  <a:moveTo>
                    <a:pt x="751" y="1"/>
                  </a:moveTo>
                  <a:cubicBezTo>
                    <a:pt x="677" y="1"/>
                    <a:pt x="612" y="47"/>
                    <a:pt x="584" y="121"/>
                  </a:cubicBezTo>
                  <a:lnTo>
                    <a:pt x="9" y="1921"/>
                  </a:lnTo>
                  <a:cubicBezTo>
                    <a:pt x="0" y="1930"/>
                    <a:pt x="0" y="1949"/>
                    <a:pt x="0" y="1967"/>
                  </a:cubicBezTo>
                  <a:cubicBezTo>
                    <a:pt x="0" y="2042"/>
                    <a:pt x="46" y="2107"/>
                    <a:pt x="121" y="2134"/>
                  </a:cubicBezTo>
                  <a:lnTo>
                    <a:pt x="167" y="2134"/>
                  </a:lnTo>
                  <a:cubicBezTo>
                    <a:pt x="241" y="2134"/>
                    <a:pt x="306" y="2088"/>
                    <a:pt x="325" y="2023"/>
                  </a:cubicBezTo>
                  <a:lnTo>
                    <a:pt x="909" y="242"/>
                  </a:lnTo>
                  <a:cubicBezTo>
                    <a:pt x="909" y="223"/>
                    <a:pt x="918" y="205"/>
                    <a:pt x="918" y="186"/>
                  </a:cubicBezTo>
                  <a:cubicBezTo>
                    <a:pt x="918" y="84"/>
                    <a:pt x="844" y="1"/>
                    <a:pt x="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3">
              <a:extLst>
                <a:ext uri="{FF2B5EF4-FFF2-40B4-BE49-F238E27FC236}">
                  <a16:creationId xmlns:a16="http://schemas.microsoft.com/office/drawing/2014/main" id="{5C16BE7E-1248-7772-8730-334F27D919EB}"/>
                </a:ext>
              </a:extLst>
            </p:cNvPr>
            <p:cNvSpPr/>
            <p:nvPr/>
          </p:nvSpPr>
          <p:spPr>
            <a:xfrm>
              <a:off x="2114100" y="2676025"/>
              <a:ext cx="27150" cy="28550"/>
            </a:xfrm>
            <a:custGeom>
              <a:avLst/>
              <a:gdLst/>
              <a:ahLst/>
              <a:cxnLst/>
              <a:rect l="l" t="t" r="r" b="b"/>
              <a:pathLst>
                <a:path w="1086" h="1142" extrusionOk="0">
                  <a:moveTo>
                    <a:pt x="130" y="0"/>
                  </a:moveTo>
                  <a:cubicBezTo>
                    <a:pt x="56" y="0"/>
                    <a:pt x="0" y="65"/>
                    <a:pt x="0" y="139"/>
                  </a:cubicBezTo>
                  <a:cubicBezTo>
                    <a:pt x="0" y="186"/>
                    <a:pt x="19" y="232"/>
                    <a:pt x="65" y="260"/>
                  </a:cubicBezTo>
                  <a:lnTo>
                    <a:pt x="659" y="566"/>
                  </a:lnTo>
                  <a:lnTo>
                    <a:pt x="74" y="891"/>
                  </a:lnTo>
                  <a:cubicBezTo>
                    <a:pt x="28" y="909"/>
                    <a:pt x="0" y="956"/>
                    <a:pt x="0" y="1011"/>
                  </a:cubicBezTo>
                  <a:cubicBezTo>
                    <a:pt x="0" y="1076"/>
                    <a:pt x="56" y="1141"/>
                    <a:pt x="130" y="1141"/>
                  </a:cubicBezTo>
                  <a:cubicBezTo>
                    <a:pt x="158" y="1141"/>
                    <a:pt x="176" y="1141"/>
                    <a:pt x="195" y="1132"/>
                  </a:cubicBezTo>
                  <a:lnTo>
                    <a:pt x="1002" y="687"/>
                  </a:lnTo>
                  <a:lnTo>
                    <a:pt x="1011" y="687"/>
                  </a:lnTo>
                  <a:cubicBezTo>
                    <a:pt x="1058" y="659"/>
                    <a:pt x="1086" y="612"/>
                    <a:pt x="1086" y="566"/>
                  </a:cubicBezTo>
                  <a:cubicBezTo>
                    <a:pt x="1086" y="520"/>
                    <a:pt x="1058" y="473"/>
                    <a:pt x="1011" y="445"/>
                  </a:cubicBezTo>
                  <a:lnTo>
                    <a:pt x="195" y="19"/>
                  </a:lnTo>
                  <a:cubicBezTo>
                    <a:pt x="176" y="9"/>
                    <a:pt x="158"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3">
              <a:extLst>
                <a:ext uri="{FF2B5EF4-FFF2-40B4-BE49-F238E27FC236}">
                  <a16:creationId xmlns:a16="http://schemas.microsoft.com/office/drawing/2014/main" id="{8EBD4014-B617-8103-EA9D-BD423F7C1661}"/>
                </a:ext>
              </a:extLst>
            </p:cNvPr>
            <p:cNvSpPr/>
            <p:nvPr/>
          </p:nvSpPr>
          <p:spPr>
            <a:xfrm>
              <a:off x="2002300" y="2589050"/>
              <a:ext cx="99050" cy="81425"/>
            </a:xfrm>
            <a:custGeom>
              <a:avLst/>
              <a:gdLst/>
              <a:ahLst/>
              <a:cxnLst/>
              <a:rect l="l" t="t" r="r" b="b"/>
              <a:pathLst>
                <a:path w="3962" h="3257" extrusionOk="0">
                  <a:moveTo>
                    <a:pt x="3906" y="0"/>
                  </a:moveTo>
                  <a:cubicBezTo>
                    <a:pt x="3535" y="0"/>
                    <a:pt x="3164" y="56"/>
                    <a:pt x="2802" y="158"/>
                  </a:cubicBezTo>
                  <a:cubicBezTo>
                    <a:pt x="1402" y="557"/>
                    <a:pt x="307" y="1744"/>
                    <a:pt x="1" y="3182"/>
                  </a:cubicBezTo>
                  <a:cubicBezTo>
                    <a:pt x="1" y="3219"/>
                    <a:pt x="19" y="3247"/>
                    <a:pt x="47" y="3256"/>
                  </a:cubicBezTo>
                  <a:lnTo>
                    <a:pt x="66" y="3256"/>
                  </a:lnTo>
                  <a:cubicBezTo>
                    <a:pt x="94" y="3256"/>
                    <a:pt x="112" y="3238"/>
                    <a:pt x="121" y="3210"/>
                  </a:cubicBezTo>
                  <a:cubicBezTo>
                    <a:pt x="409" y="1809"/>
                    <a:pt x="1476" y="659"/>
                    <a:pt x="2830" y="269"/>
                  </a:cubicBezTo>
                  <a:cubicBezTo>
                    <a:pt x="3183" y="167"/>
                    <a:pt x="3545" y="112"/>
                    <a:pt x="3906" y="112"/>
                  </a:cubicBezTo>
                  <a:cubicBezTo>
                    <a:pt x="3943" y="112"/>
                    <a:pt x="3962" y="93"/>
                    <a:pt x="3962" y="56"/>
                  </a:cubicBezTo>
                  <a:cubicBezTo>
                    <a:pt x="3962" y="28"/>
                    <a:pt x="3943" y="0"/>
                    <a:pt x="3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3">
              <a:extLst>
                <a:ext uri="{FF2B5EF4-FFF2-40B4-BE49-F238E27FC236}">
                  <a16:creationId xmlns:a16="http://schemas.microsoft.com/office/drawing/2014/main" id="{0AC783B7-EC4B-F1C6-0362-EAA278D1516E}"/>
                </a:ext>
              </a:extLst>
            </p:cNvPr>
            <p:cNvSpPr/>
            <p:nvPr/>
          </p:nvSpPr>
          <p:spPr>
            <a:xfrm>
              <a:off x="2000925" y="2593400"/>
              <a:ext cx="203875" cy="194875"/>
            </a:xfrm>
            <a:custGeom>
              <a:avLst/>
              <a:gdLst/>
              <a:ahLst/>
              <a:cxnLst/>
              <a:rect l="l" t="t" r="r" b="b"/>
              <a:pathLst>
                <a:path w="8155" h="7795" extrusionOk="0">
                  <a:moveTo>
                    <a:pt x="5133" y="0"/>
                  </a:moveTo>
                  <a:cubicBezTo>
                    <a:pt x="5109" y="0"/>
                    <a:pt x="5082" y="17"/>
                    <a:pt x="5075" y="40"/>
                  </a:cubicBezTo>
                  <a:cubicBezTo>
                    <a:pt x="5065" y="77"/>
                    <a:pt x="5084" y="105"/>
                    <a:pt x="5112" y="114"/>
                  </a:cubicBezTo>
                  <a:cubicBezTo>
                    <a:pt x="6568" y="568"/>
                    <a:pt x="7626" y="1839"/>
                    <a:pt x="7802" y="3351"/>
                  </a:cubicBezTo>
                  <a:cubicBezTo>
                    <a:pt x="8034" y="5216"/>
                    <a:pt x="6846" y="7006"/>
                    <a:pt x="5037" y="7526"/>
                  </a:cubicBezTo>
                  <a:cubicBezTo>
                    <a:pt x="4682" y="7628"/>
                    <a:pt x="4319" y="7679"/>
                    <a:pt x="3958" y="7679"/>
                  </a:cubicBezTo>
                  <a:cubicBezTo>
                    <a:pt x="3207" y="7679"/>
                    <a:pt x="2467" y="7460"/>
                    <a:pt x="1828" y="7034"/>
                  </a:cubicBezTo>
                  <a:cubicBezTo>
                    <a:pt x="881" y="6413"/>
                    <a:pt x="260" y="5402"/>
                    <a:pt x="121" y="4270"/>
                  </a:cubicBezTo>
                  <a:cubicBezTo>
                    <a:pt x="121" y="4233"/>
                    <a:pt x="93" y="4214"/>
                    <a:pt x="56" y="4214"/>
                  </a:cubicBezTo>
                  <a:cubicBezTo>
                    <a:pt x="28" y="4223"/>
                    <a:pt x="0" y="4251"/>
                    <a:pt x="9" y="4279"/>
                  </a:cubicBezTo>
                  <a:cubicBezTo>
                    <a:pt x="149" y="5448"/>
                    <a:pt x="789" y="6487"/>
                    <a:pt x="1763" y="7136"/>
                  </a:cubicBezTo>
                  <a:cubicBezTo>
                    <a:pt x="2421" y="7572"/>
                    <a:pt x="3182" y="7795"/>
                    <a:pt x="3961" y="7795"/>
                  </a:cubicBezTo>
                  <a:cubicBezTo>
                    <a:pt x="4332" y="7795"/>
                    <a:pt x="4703" y="7739"/>
                    <a:pt x="5075" y="7637"/>
                  </a:cubicBezTo>
                  <a:cubicBezTo>
                    <a:pt x="6930" y="7108"/>
                    <a:pt x="8154" y="5253"/>
                    <a:pt x="7922" y="3333"/>
                  </a:cubicBezTo>
                  <a:cubicBezTo>
                    <a:pt x="7728" y="1774"/>
                    <a:pt x="6642" y="476"/>
                    <a:pt x="5149" y="3"/>
                  </a:cubicBezTo>
                  <a:cubicBezTo>
                    <a:pt x="5144" y="1"/>
                    <a:pt x="5139" y="0"/>
                    <a:pt x="51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3">
              <a:extLst>
                <a:ext uri="{FF2B5EF4-FFF2-40B4-BE49-F238E27FC236}">
                  <a16:creationId xmlns:a16="http://schemas.microsoft.com/office/drawing/2014/main" id="{AE537A8C-70A6-7A94-C15E-08DE13375A62}"/>
                </a:ext>
              </a:extLst>
            </p:cNvPr>
            <p:cNvSpPr/>
            <p:nvPr/>
          </p:nvSpPr>
          <p:spPr>
            <a:xfrm>
              <a:off x="2012975" y="2606000"/>
              <a:ext cx="173975" cy="165350"/>
            </a:xfrm>
            <a:custGeom>
              <a:avLst/>
              <a:gdLst/>
              <a:ahLst/>
              <a:cxnLst/>
              <a:rect l="l" t="t" r="r" b="b"/>
              <a:pathLst>
                <a:path w="6959" h="6614" extrusionOk="0">
                  <a:moveTo>
                    <a:pt x="3479" y="83"/>
                  </a:moveTo>
                  <a:cubicBezTo>
                    <a:pt x="4110" y="83"/>
                    <a:pt x="4732" y="269"/>
                    <a:pt x="5260" y="621"/>
                  </a:cubicBezTo>
                  <a:cubicBezTo>
                    <a:pt x="6049" y="1141"/>
                    <a:pt x="6559" y="1985"/>
                    <a:pt x="6680" y="2922"/>
                  </a:cubicBezTo>
                  <a:cubicBezTo>
                    <a:pt x="6865" y="4480"/>
                    <a:pt x="5882" y="5974"/>
                    <a:pt x="4379" y="6400"/>
                  </a:cubicBezTo>
                  <a:cubicBezTo>
                    <a:pt x="4083" y="6484"/>
                    <a:pt x="3780" y="6526"/>
                    <a:pt x="3480" y="6526"/>
                  </a:cubicBezTo>
                  <a:cubicBezTo>
                    <a:pt x="2851" y="6526"/>
                    <a:pt x="2232" y="6344"/>
                    <a:pt x="1698" y="5992"/>
                  </a:cubicBezTo>
                  <a:cubicBezTo>
                    <a:pt x="919" y="5473"/>
                    <a:pt x="399" y="4629"/>
                    <a:pt x="279" y="3692"/>
                  </a:cubicBezTo>
                  <a:cubicBezTo>
                    <a:pt x="93" y="2133"/>
                    <a:pt x="1086" y="640"/>
                    <a:pt x="2589" y="213"/>
                  </a:cubicBezTo>
                  <a:cubicBezTo>
                    <a:pt x="2886" y="129"/>
                    <a:pt x="3182" y="83"/>
                    <a:pt x="3479" y="83"/>
                  </a:cubicBezTo>
                  <a:close/>
                  <a:moveTo>
                    <a:pt x="3477" y="0"/>
                  </a:moveTo>
                  <a:cubicBezTo>
                    <a:pt x="3171" y="0"/>
                    <a:pt x="2863" y="43"/>
                    <a:pt x="2561" y="129"/>
                  </a:cubicBezTo>
                  <a:cubicBezTo>
                    <a:pt x="1021" y="575"/>
                    <a:pt x="1" y="2105"/>
                    <a:pt x="195" y="3701"/>
                  </a:cubicBezTo>
                  <a:cubicBezTo>
                    <a:pt x="316" y="4666"/>
                    <a:pt x="845" y="5528"/>
                    <a:pt x="1652" y="6066"/>
                  </a:cubicBezTo>
                  <a:cubicBezTo>
                    <a:pt x="2199" y="6428"/>
                    <a:pt x="2839" y="6614"/>
                    <a:pt x="3479" y="6614"/>
                  </a:cubicBezTo>
                  <a:cubicBezTo>
                    <a:pt x="3785" y="6614"/>
                    <a:pt x="4101" y="6567"/>
                    <a:pt x="4398" y="6484"/>
                  </a:cubicBezTo>
                  <a:cubicBezTo>
                    <a:pt x="5938" y="6039"/>
                    <a:pt x="6958" y="4508"/>
                    <a:pt x="6763" y="2912"/>
                  </a:cubicBezTo>
                  <a:cubicBezTo>
                    <a:pt x="6643" y="1948"/>
                    <a:pt x="6114" y="1085"/>
                    <a:pt x="5307" y="547"/>
                  </a:cubicBezTo>
                  <a:cubicBezTo>
                    <a:pt x="4760" y="188"/>
                    <a:pt x="4123" y="0"/>
                    <a:pt x="34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3">
              <a:extLst>
                <a:ext uri="{FF2B5EF4-FFF2-40B4-BE49-F238E27FC236}">
                  <a16:creationId xmlns:a16="http://schemas.microsoft.com/office/drawing/2014/main" id="{5008729A-82D3-57F6-BCC7-617E9319324F}"/>
                </a:ext>
              </a:extLst>
            </p:cNvPr>
            <p:cNvSpPr/>
            <p:nvPr/>
          </p:nvSpPr>
          <p:spPr>
            <a:xfrm>
              <a:off x="2033850" y="2508575"/>
              <a:ext cx="13250" cy="56600"/>
            </a:xfrm>
            <a:custGeom>
              <a:avLst/>
              <a:gdLst/>
              <a:ahLst/>
              <a:cxnLst/>
              <a:rect l="l" t="t" r="r" b="b"/>
              <a:pathLst>
                <a:path w="530" h="2264" extrusionOk="0">
                  <a:moveTo>
                    <a:pt x="232" y="0"/>
                  </a:moveTo>
                  <a:cubicBezTo>
                    <a:pt x="102" y="0"/>
                    <a:pt x="0" y="102"/>
                    <a:pt x="0" y="232"/>
                  </a:cubicBezTo>
                  <a:lnTo>
                    <a:pt x="0" y="2023"/>
                  </a:lnTo>
                  <a:cubicBezTo>
                    <a:pt x="0" y="2152"/>
                    <a:pt x="102" y="2264"/>
                    <a:pt x="232" y="2264"/>
                  </a:cubicBezTo>
                  <a:lnTo>
                    <a:pt x="288" y="2264"/>
                  </a:lnTo>
                  <a:cubicBezTo>
                    <a:pt x="418" y="2264"/>
                    <a:pt x="529" y="2152"/>
                    <a:pt x="520" y="2023"/>
                  </a:cubicBezTo>
                  <a:lnTo>
                    <a:pt x="520" y="232"/>
                  </a:lnTo>
                  <a:cubicBezTo>
                    <a:pt x="520" y="102"/>
                    <a:pt x="418"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3">
              <a:extLst>
                <a:ext uri="{FF2B5EF4-FFF2-40B4-BE49-F238E27FC236}">
                  <a16:creationId xmlns:a16="http://schemas.microsoft.com/office/drawing/2014/main" id="{0E9CA3F9-F56C-4F59-49D4-A4D23D314DC3}"/>
                </a:ext>
              </a:extLst>
            </p:cNvPr>
            <p:cNvSpPr/>
            <p:nvPr/>
          </p:nvSpPr>
          <p:spPr>
            <a:xfrm>
              <a:off x="2032450" y="2507175"/>
              <a:ext cx="16025" cy="59400"/>
            </a:xfrm>
            <a:custGeom>
              <a:avLst/>
              <a:gdLst/>
              <a:ahLst/>
              <a:cxnLst/>
              <a:rect l="l" t="t" r="r" b="b"/>
              <a:pathLst>
                <a:path w="641" h="2376" extrusionOk="0">
                  <a:moveTo>
                    <a:pt x="344" y="112"/>
                  </a:moveTo>
                  <a:cubicBezTo>
                    <a:pt x="446" y="112"/>
                    <a:pt x="520" y="195"/>
                    <a:pt x="520" y="288"/>
                  </a:cubicBezTo>
                  <a:lnTo>
                    <a:pt x="520" y="2079"/>
                  </a:lnTo>
                  <a:cubicBezTo>
                    <a:pt x="520" y="2181"/>
                    <a:pt x="446" y="2255"/>
                    <a:pt x="344" y="2255"/>
                  </a:cubicBezTo>
                  <a:lnTo>
                    <a:pt x="298" y="2255"/>
                  </a:lnTo>
                  <a:cubicBezTo>
                    <a:pt x="196" y="2255"/>
                    <a:pt x="121" y="2181"/>
                    <a:pt x="121" y="2079"/>
                  </a:cubicBezTo>
                  <a:lnTo>
                    <a:pt x="121" y="288"/>
                  </a:lnTo>
                  <a:cubicBezTo>
                    <a:pt x="121" y="195"/>
                    <a:pt x="196" y="112"/>
                    <a:pt x="298" y="112"/>
                  </a:cubicBezTo>
                  <a:close/>
                  <a:moveTo>
                    <a:pt x="288" y="1"/>
                  </a:moveTo>
                  <a:cubicBezTo>
                    <a:pt x="131" y="1"/>
                    <a:pt x="1" y="131"/>
                    <a:pt x="1" y="288"/>
                  </a:cubicBezTo>
                  <a:lnTo>
                    <a:pt x="1" y="2079"/>
                  </a:lnTo>
                  <a:cubicBezTo>
                    <a:pt x="1" y="2246"/>
                    <a:pt x="131" y="2375"/>
                    <a:pt x="288" y="2375"/>
                  </a:cubicBezTo>
                  <a:lnTo>
                    <a:pt x="344" y="2375"/>
                  </a:lnTo>
                  <a:cubicBezTo>
                    <a:pt x="511" y="2375"/>
                    <a:pt x="641" y="2246"/>
                    <a:pt x="641" y="2079"/>
                  </a:cubicBezTo>
                  <a:lnTo>
                    <a:pt x="641" y="288"/>
                  </a:lnTo>
                  <a:cubicBezTo>
                    <a:pt x="641" y="131"/>
                    <a:pt x="502" y="1"/>
                    <a:pt x="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3">
              <a:extLst>
                <a:ext uri="{FF2B5EF4-FFF2-40B4-BE49-F238E27FC236}">
                  <a16:creationId xmlns:a16="http://schemas.microsoft.com/office/drawing/2014/main" id="{73F5B7F4-C1B5-C3A0-316B-2C7CC4788AD0}"/>
                </a:ext>
              </a:extLst>
            </p:cNvPr>
            <p:cNvSpPr/>
            <p:nvPr/>
          </p:nvSpPr>
          <p:spPr>
            <a:xfrm>
              <a:off x="1764350" y="2410475"/>
              <a:ext cx="53850" cy="477775"/>
            </a:xfrm>
            <a:custGeom>
              <a:avLst/>
              <a:gdLst/>
              <a:ahLst/>
              <a:cxnLst/>
              <a:rect l="l" t="t" r="r" b="b"/>
              <a:pathLst>
                <a:path w="2154" h="19111" extrusionOk="0">
                  <a:moveTo>
                    <a:pt x="1615" y="0"/>
                  </a:moveTo>
                  <a:cubicBezTo>
                    <a:pt x="725" y="0"/>
                    <a:pt x="1" y="724"/>
                    <a:pt x="1" y="1614"/>
                  </a:cubicBezTo>
                  <a:lnTo>
                    <a:pt x="1" y="17496"/>
                  </a:lnTo>
                  <a:cubicBezTo>
                    <a:pt x="1" y="18387"/>
                    <a:pt x="725" y="19110"/>
                    <a:pt x="1615" y="19110"/>
                  </a:cubicBezTo>
                  <a:lnTo>
                    <a:pt x="2153" y="19110"/>
                  </a:lnTo>
                  <a:cubicBezTo>
                    <a:pt x="1272" y="19110"/>
                    <a:pt x="558" y="18396"/>
                    <a:pt x="558" y="17505"/>
                  </a:cubicBezTo>
                  <a:lnTo>
                    <a:pt x="558" y="1605"/>
                  </a:lnTo>
                  <a:cubicBezTo>
                    <a:pt x="558" y="724"/>
                    <a:pt x="1272" y="0"/>
                    <a:pt x="2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3">
              <a:extLst>
                <a:ext uri="{FF2B5EF4-FFF2-40B4-BE49-F238E27FC236}">
                  <a16:creationId xmlns:a16="http://schemas.microsoft.com/office/drawing/2014/main" id="{3FDF8C27-A738-AD9C-3E79-6527BCB9E0A2}"/>
                </a:ext>
              </a:extLst>
            </p:cNvPr>
            <p:cNvSpPr/>
            <p:nvPr/>
          </p:nvSpPr>
          <p:spPr>
            <a:xfrm>
              <a:off x="1762975" y="2409075"/>
              <a:ext cx="55225" cy="480550"/>
            </a:xfrm>
            <a:custGeom>
              <a:avLst/>
              <a:gdLst/>
              <a:ahLst/>
              <a:cxnLst/>
              <a:rect l="l" t="t" r="r" b="b"/>
              <a:pathLst>
                <a:path w="2209" h="19222" extrusionOk="0">
                  <a:moveTo>
                    <a:pt x="1596" y="121"/>
                  </a:moveTo>
                  <a:lnTo>
                    <a:pt x="1596" y="121"/>
                  </a:lnTo>
                  <a:cubicBezTo>
                    <a:pt x="984" y="362"/>
                    <a:pt x="548" y="965"/>
                    <a:pt x="548" y="1661"/>
                  </a:cubicBezTo>
                  <a:lnTo>
                    <a:pt x="548" y="17561"/>
                  </a:lnTo>
                  <a:cubicBezTo>
                    <a:pt x="548" y="18266"/>
                    <a:pt x="984" y="18860"/>
                    <a:pt x="1596" y="19110"/>
                  </a:cubicBezTo>
                  <a:cubicBezTo>
                    <a:pt x="770" y="19073"/>
                    <a:pt x="112" y="18387"/>
                    <a:pt x="112" y="17552"/>
                  </a:cubicBezTo>
                  <a:lnTo>
                    <a:pt x="112" y="1670"/>
                  </a:lnTo>
                  <a:cubicBezTo>
                    <a:pt x="112" y="836"/>
                    <a:pt x="770" y="158"/>
                    <a:pt x="1596" y="121"/>
                  </a:cubicBezTo>
                  <a:close/>
                  <a:moveTo>
                    <a:pt x="1670" y="1"/>
                  </a:moveTo>
                  <a:cubicBezTo>
                    <a:pt x="742" y="1"/>
                    <a:pt x="0" y="752"/>
                    <a:pt x="0" y="1670"/>
                  </a:cubicBezTo>
                  <a:lnTo>
                    <a:pt x="0" y="17552"/>
                  </a:lnTo>
                  <a:cubicBezTo>
                    <a:pt x="0" y="18480"/>
                    <a:pt x="742" y="19222"/>
                    <a:pt x="1670" y="19222"/>
                  </a:cubicBezTo>
                  <a:lnTo>
                    <a:pt x="2208" y="19222"/>
                  </a:lnTo>
                  <a:lnTo>
                    <a:pt x="2208" y="19110"/>
                  </a:lnTo>
                  <a:cubicBezTo>
                    <a:pt x="1364" y="19110"/>
                    <a:pt x="668" y="18415"/>
                    <a:pt x="668" y="17561"/>
                  </a:cubicBezTo>
                  <a:lnTo>
                    <a:pt x="668" y="1661"/>
                  </a:lnTo>
                  <a:cubicBezTo>
                    <a:pt x="668" y="808"/>
                    <a:pt x="1364" y="121"/>
                    <a:pt x="2208" y="121"/>
                  </a:cubicBezTo>
                  <a:lnTo>
                    <a:pt x="2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3">
              <a:extLst>
                <a:ext uri="{FF2B5EF4-FFF2-40B4-BE49-F238E27FC236}">
                  <a16:creationId xmlns:a16="http://schemas.microsoft.com/office/drawing/2014/main" id="{CCFC70C7-5F2F-EFC4-4DF1-532629BF2D65}"/>
                </a:ext>
              </a:extLst>
            </p:cNvPr>
            <p:cNvSpPr/>
            <p:nvPr/>
          </p:nvSpPr>
          <p:spPr>
            <a:xfrm>
              <a:off x="1768300" y="2473550"/>
              <a:ext cx="6750" cy="56375"/>
            </a:xfrm>
            <a:custGeom>
              <a:avLst/>
              <a:gdLst/>
              <a:ahLst/>
              <a:cxnLst/>
              <a:rect l="l" t="t" r="r" b="b"/>
              <a:pathLst>
                <a:path w="270" h="2255" extrusionOk="0">
                  <a:moveTo>
                    <a:pt x="140" y="1"/>
                  </a:moveTo>
                  <a:cubicBezTo>
                    <a:pt x="56" y="1"/>
                    <a:pt x="1" y="56"/>
                    <a:pt x="1" y="130"/>
                  </a:cubicBezTo>
                  <a:lnTo>
                    <a:pt x="1" y="2125"/>
                  </a:lnTo>
                  <a:cubicBezTo>
                    <a:pt x="1" y="2199"/>
                    <a:pt x="56" y="2255"/>
                    <a:pt x="140" y="2255"/>
                  </a:cubicBezTo>
                  <a:cubicBezTo>
                    <a:pt x="214" y="2255"/>
                    <a:pt x="270" y="2199"/>
                    <a:pt x="270" y="2125"/>
                  </a:cubicBezTo>
                  <a:lnTo>
                    <a:pt x="270" y="130"/>
                  </a:lnTo>
                  <a:cubicBezTo>
                    <a:pt x="270" y="5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3">
              <a:extLst>
                <a:ext uri="{FF2B5EF4-FFF2-40B4-BE49-F238E27FC236}">
                  <a16:creationId xmlns:a16="http://schemas.microsoft.com/office/drawing/2014/main" id="{7806C958-E195-8578-2F81-42A76D630A20}"/>
                </a:ext>
              </a:extLst>
            </p:cNvPr>
            <p:cNvSpPr/>
            <p:nvPr/>
          </p:nvSpPr>
          <p:spPr>
            <a:xfrm>
              <a:off x="1766088" y="2471511"/>
              <a:ext cx="9550" cy="59625"/>
            </a:xfrm>
            <a:custGeom>
              <a:avLst/>
              <a:gdLst/>
              <a:ahLst/>
              <a:cxnLst/>
              <a:rect l="l" t="t" r="r" b="b"/>
              <a:pathLst>
                <a:path w="382" h="2385" extrusionOk="0">
                  <a:moveTo>
                    <a:pt x="196" y="121"/>
                  </a:moveTo>
                  <a:cubicBezTo>
                    <a:pt x="233" y="121"/>
                    <a:pt x="270" y="158"/>
                    <a:pt x="270" y="205"/>
                  </a:cubicBezTo>
                  <a:lnTo>
                    <a:pt x="270" y="2190"/>
                  </a:lnTo>
                  <a:cubicBezTo>
                    <a:pt x="270" y="2227"/>
                    <a:pt x="233" y="2264"/>
                    <a:pt x="196" y="2264"/>
                  </a:cubicBezTo>
                  <a:cubicBezTo>
                    <a:pt x="149" y="2264"/>
                    <a:pt x="112" y="2227"/>
                    <a:pt x="112" y="2190"/>
                  </a:cubicBezTo>
                  <a:lnTo>
                    <a:pt x="112" y="205"/>
                  </a:lnTo>
                  <a:cubicBezTo>
                    <a:pt x="112" y="158"/>
                    <a:pt x="149" y="121"/>
                    <a:pt x="196" y="121"/>
                  </a:cubicBezTo>
                  <a:close/>
                  <a:moveTo>
                    <a:pt x="196" y="1"/>
                  </a:moveTo>
                  <a:cubicBezTo>
                    <a:pt x="84" y="1"/>
                    <a:pt x="1" y="93"/>
                    <a:pt x="1" y="195"/>
                  </a:cubicBezTo>
                  <a:lnTo>
                    <a:pt x="1" y="2190"/>
                  </a:lnTo>
                  <a:cubicBezTo>
                    <a:pt x="1" y="2292"/>
                    <a:pt x="84" y="2385"/>
                    <a:pt x="196" y="2385"/>
                  </a:cubicBezTo>
                  <a:cubicBezTo>
                    <a:pt x="298" y="2385"/>
                    <a:pt x="381" y="2292"/>
                    <a:pt x="381" y="2190"/>
                  </a:cubicBezTo>
                  <a:lnTo>
                    <a:pt x="381" y="195"/>
                  </a:lnTo>
                  <a:cubicBezTo>
                    <a:pt x="381" y="93"/>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3">
              <a:extLst>
                <a:ext uri="{FF2B5EF4-FFF2-40B4-BE49-F238E27FC236}">
                  <a16:creationId xmlns:a16="http://schemas.microsoft.com/office/drawing/2014/main" id="{CD9FDCD3-7EAE-4E5F-C38A-3A282A2D4344}"/>
                </a:ext>
              </a:extLst>
            </p:cNvPr>
            <p:cNvSpPr/>
            <p:nvPr/>
          </p:nvSpPr>
          <p:spPr>
            <a:xfrm>
              <a:off x="1768300" y="2548225"/>
              <a:ext cx="6750" cy="56625"/>
            </a:xfrm>
            <a:custGeom>
              <a:avLst/>
              <a:gdLst/>
              <a:ahLst/>
              <a:cxnLst/>
              <a:rect l="l" t="t" r="r" b="b"/>
              <a:pathLst>
                <a:path w="270" h="2265" extrusionOk="0">
                  <a:moveTo>
                    <a:pt x="140" y="1"/>
                  </a:moveTo>
                  <a:cubicBezTo>
                    <a:pt x="56" y="1"/>
                    <a:pt x="1" y="66"/>
                    <a:pt x="1" y="140"/>
                  </a:cubicBezTo>
                  <a:lnTo>
                    <a:pt x="1" y="2125"/>
                  </a:lnTo>
                  <a:cubicBezTo>
                    <a:pt x="1" y="2199"/>
                    <a:pt x="56" y="2264"/>
                    <a:pt x="140" y="2264"/>
                  </a:cubicBezTo>
                  <a:cubicBezTo>
                    <a:pt x="214" y="2264"/>
                    <a:pt x="270" y="2199"/>
                    <a:pt x="270" y="2125"/>
                  </a:cubicBezTo>
                  <a:lnTo>
                    <a:pt x="270" y="140"/>
                  </a:lnTo>
                  <a:cubicBezTo>
                    <a:pt x="270" y="6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3">
              <a:extLst>
                <a:ext uri="{FF2B5EF4-FFF2-40B4-BE49-F238E27FC236}">
                  <a16:creationId xmlns:a16="http://schemas.microsoft.com/office/drawing/2014/main" id="{EB0BA6C3-5FB6-8F0A-E8B2-93ECE99073B5}"/>
                </a:ext>
              </a:extLst>
            </p:cNvPr>
            <p:cNvSpPr/>
            <p:nvPr/>
          </p:nvSpPr>
          <p:spPr>
            <a:xfrm>
              <a:off x="1766088" y="2546411"/>
              <a:ext cx="9550" cy="59400"/>
            </a:xfrm>
            <a:custGeom>
              <a:avLst/>
              <a:gdLst/>
              <a:ahLst/>
              <a:cxnLst/>
              <a:rect l="l" t="t" r="r" b="b"/>
              <a:pathLst>
                <a:path w="382" h="2376" extrusionOk="0">
                  <a:moveTo>
                    <a:pt x="196" y="122"/>
                  </a:moveTo>
                  <a:cubicBezTo>
                    <a:pt x="233" y="122"/>
                    <a:pt x="270" y="149"/>
                    <a:pt x="270" y="196"/>
                  </a:cubicBezTo>
                  <a:lnTo>
                    <a:pt x="270" y="2181"/>
                  </a:lnTo>
                  <a:cubicBezTo>
                    <a:pt x="270" y="2227"/>
                    <a:pt x="233" y="2264"/>
                    <a:pt x="196" y="2264"/>
                  </a:cubicBezTo>
                  <a:cubicBezTo>
                    <a:pt x="149" y="2264"/>
                    <a:pt x="112" y="2227"/>
                    <a:pt x="112" y="2181"/>
                  </a:cubicBezTo>
                  <a:lnTo>
                    <a:pt x="112" y="196"/>
                  </a:lnTo>
                  <a:cubicBezTo>
                    <a:pt x="112" y="149"/>
                    <a:pt x="149" y="122"/>
                    <a:pt x="196" y="122"/>
                  </a:cubicBezTo>
                  <a:close/>
                  <a:moveTo>
                    <a:pt x="196" y="1"/>
                  </a:moveTo>
                  <a:cubicBezTo>
                    <a:pt x="84" y="1"/>
                    <a:pt x="1" y="84"/>
                    <a:pt x="1" y="196"/>
                  </a:cubicBezTo>
                  <a:lnTo>
                    <a:pt x="1" y="2181"/>
                  </a:lnTo>
                  <a:cubicBezTo>
                    <a:pt x="1" y="2292"/>
                    <a:pt x="84" y="2376"/>
                    <a:pt x="196" y="2376"/>
                  </a:cubicBezTo>
                  <a:cubicBezTo>
                    <a:pt x="298" y="2376"/>
                    <a:pt x="381" y="2292"/>
                    <a:pt x="381" y="2181"/>
                  </a:cubicBezTo>
                  <a:lnTo>
                    <a:pt x="381" y="196"/>
                  </a:ln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3">
              <a:extLst>
                <a:ext uri="{FF2B5EF4-FFF2-40B4-BE49-F238E27FC236}">
                  <a16:creationId xmlns:a16="http://schemas.microsoft.com/office/drawing/2014/main" id="{21FA2F69-56CF-3D4B-C1BD-BE47FFA9D738}"/>
                </a:ext>
              </a:extLst>
            </p:cNvPr>
            <p:cNvSpPr/>
            <p:nvPr/>
          </p:nvSpPr>
          <p:spPr>
            <a:xfrm>
              <a:off x="1778275" y="2410475"/>
              <a:ext cx="261400" cy="477775"/>
            </a:xfrm>
            <a:custGeom>
              <a:avLst/>
              <a:gdLst/>
              <a:ahLst/>
              <a:cxnLst/>
              <a:rect l="l" t="t" r="r" b="b"/>
              <a:pathLst>
                <a:path w="10456" h="19111" extrusionOk="0">
                  <a:moveTo>
                    <a:pt x="1596" y="0"/>
                  </a:moveTo>
                  <a:cubicBezTo>
                    <a:pt x="715" y="0"/>
                    <a:pt x="1" y="724"/>
                    <a:pt x="1" y="1605"/>
                  </a:cubicBezTo>
                  <a:lnTo>
                    <a:pt x="1" y="17505"/>
                  </a:lnTo>
                  <a:cubicBezTo>
                    <a:pt x="1" y="18396"/>
                    <a:pt x="715" y="19110"/>
                    <a:pt x="1596" y="19110"/>
                  </a:cubicBezTo>
                  <a:lnTo>
                    <a:pt x="8850" y="19110"/>
                  </a:lnTo>
                  <a:cubicBezTo>
                    <a:pt x="9732" y="19110"/>
                    <a:pt x="10455" y="18396"/>
                    <a:pt x="10455" y="17505"/>
                  </a:cubicBezTo>
                  <a:lnTo>
                    <a:pt x="10455" y="1605"/>
                  </a:lnTo>
                  <a:cubicBezTo>
                    <a:pt x="10455" y="724"/>
                    <a:pt x="9732" y="0"/>
                    <a:pt x="88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3">
              <a:extLst>
                <a:ext uri="{FF2B5EF4-FFF2-40B4-BE49-F238E27FC236}">
                  <a16:creationId xmlns:a16="http://schemas.microsoft.com/office/drawing/2014/main" id="{2F7AC1CD-1ACB-AA90-0BB8-B3EB04EB5582}"/>
                </a:ext>
              </a:extLst>
            </p:cNvPr>
            <p:cNvSpPr/>
            <p:nvPr/>
          </p:nvSpPr>
          <p:spPr>
            <a:xfrm>
              <a:off x="1776650" y="2409075"/>
              <a:ext cx="264425" cy="480550"/>
            </a:xfrm>
            <a:custGeom>
              <a:avLst/>
              <a:gdLst/>
              <a:ahLst/>
              <a:cxnLst/>
              <a:rect l="l" t="t" r="r" b="b"/>
              <a:pathLst>
                <a:path w="10577" h="19222" extrusionOk="0">
                  <a:moveTo>
                    <a:pt x="8915" y="112"/>
                  </a:moveTo>
                  <a:cubicBezTo>
                    <a:pt x="9769" y="112"/>
                    <a:pt x="10455" y="808"/>
                    <a:pt x="10455" y="1661"/>
                  </a:cubicBezTo>
                  <a:lnTo>
                    <a:pt x="10455" y="17561"/>
                  </a:lnTo>
                  <a:cubicBezTo>
                    <a:pt x="10455" y="18415"/>
                    <a:pt x="9769" y="19110"/>
                    <a:pt x="8915" y="19110"/>
                  </a:cubicBezTo>
                  <a:lnTo>
                    <a:pt x="1661" y="19110"/>
                  </a:lnTo>
                  <a:cubicBezTo>
                    <a:pt x="817" y="19110"/>
                    <a:pt x="121" y="18415"/>
                    <a:pt x="121" y="17561"/>
                  </a:cubicBezTo>
                  <a:lnTo>
                    <a:pt x="121" y="1661"/>
                  </a:lnTo>
                  <a:cubicBezTo>
                    <a:pt x="121" y="808"/>
                    <a:pt x="817" y="112"/>
                    <a:pt x="1661" y="112"/>
                  </a:cubicBezTo>
                  <a:close/>
                  <a:moveTo>
                    <a:pt x="1661" y="1"/>
                  </a:moveTo>
                  <a:cubicBezTo>
                    <a:pt x="752" y="1"/>
                    <a:pt x="1" y="743"/>
                    <a:pt x="1" y="1661"/>
                  </a:cubicBezTo>
                  <a:lnTo>
                    <a:pt x="1" y="17561"/>
                  </a:lnTo>
                  <a:cubicBezTo>
                    <a:pt x="1" y="18480"/>
                    <a:pt x="752" y="19222"/>
                    <a:pt x="1661" y="19222"/>
                  </a:cubicBezTo>
                  <a:lnTo>
                    <a:pt x="8915" y="19222"/>
                  </a:lnTo>
                  <a:cubicBezTo>
                    <a:pt x="9834" y="19222"/>
                    <a:pt x="10576" y="18480"/>
                    <a:pt x="10576" y="17561"/>
                  </a:cubicBezTo>
                  <a:lnTo>
                    <a:pt x="10576" y="1661"/>
                  </a:lnTo>
                  <a:cubicBezTo>
                    <a:pt x="10576" y="743"/>
                    <a:pt x="9834" y="1"/>
                    <a:pt x="89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3">
              <a:extLst>
                <a:ext uri="{FF2B5EF4-FFF2-40B4-BE49-F238E27FC236}">
                  <a16:creationId xmlns:a16="http://schemas.microsoft.com/office/drawing/2014/main" id="{81AF6DF7-3F4D-DC89-4518-0278AC89CF59}"/>
                </a:ext>
              </a:extLst>
            </p:cNvPr>
            <p:cNvSpPr/>
            <p:nvPr/>
          </p:nvSpPr>
          <p:spPr>
            <a:xfrm>
              <a:off x="1902125" y="2430650"/>
              <a:ext cx="13700" cy="13700"/>
            </a:xfrm>
            <a:custGeom>
              <a:avLst/>
              <a:gdLst/>
              <a:ahLst/>
              <a:cxnLst/>
              <a:rect l="l" t="t" r="r" b="b"/>
              <a:pathLst>
                <a:path w="548" h="548" extrusionOk="0">
                  <a:moveTo>
                    <a:pt x="269" y="84"/>
                  </a:moveTo>
                  <a:cubicBezTo>
                    <a:pt x="371" y="84"/>
                    <a:pt x="455" y="167"/>
                    <a:pt x="455" y="269"/>
                  </a:cubicBezTo>
                  <a:cubicBezTo>
                    <a:pt x="455" y="371"/>
                    <a:pt x="371" y="455"/>
                    <a:pt x="269" y="455"/>
                  </a:cubicBezTo>
                  <a:cubicBezTo>
                    <a:pt x="167" y="455"/>
                    <a:pt x="84" y="371"/>
                    <a:pt x="84" y="269"/>
                  </a:cubicBezTo>
                  <a:cubicBezTo>
                    <a:pt x="84" y="167"/>
                    <a:pt x="167" y="84"/>
                    <a:pt x="269" y="84"/>
                  </a:cubicBezTo>
                  <a:close/>
                  <a:moveTo>
                    <a:pt x="269" y="0"/>
                  </a:moveTo>
                  <a:cubicBezTo>
                    <a:pt x="121" y="0"/>
                    <a:pt x="0" y="121"/>
                    <a:pt x="0" y="269"/>
                  </a:cubicBezTo>
                  <a:cubicBezTo>
                    <a:pt x="0" y="418"/>
                    <a:pt x="121" y="548"/>
                    <a:pt x="269" y="548"/>
                  </a:cubicBezTo>
                  <a:cubicBezTo>
                    <a:pt x="418" y="548"/>
                    <a:pt x="548" y="418"/>
                    <a:pt x="548" y="269"/>
                  </a:cubicBezTo>
                  <a:cubicBezTo>
                    <a:pt x="54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3">
              <a:extLst>
                <a:ext uri="{FF2B5EF4-FFF2-40B4-BE49-F238E27FC236}">
                  <a16:creationId xmlns:a16="http://schemas.microsoft.com/office/drawing/2014/main" id="{2E8EF44C-5AE0-A875-07ED-E5C1D763EDFC}"/>
                </a:ext>
              </a:extLst>
            </p:cNvPr>
            <p:cNvSpPr/>
            <p:nvPr/>
          </p:nvSpPr>
          <p:spPr>
            <a:xfrm>
              <a:off x="1859900" y="2433900"/>
              <a:ext cx="33900" cy="7200"/>
            </a:xfrm>
            <a:custGeom>
              <a:avLst/>
              <a:gdLst/>
              <a:ahLst/>
              <a:cxnLst/>
              <a:rect l="l" t="t" r="r" b="b"/>
              <a:pathLst>
                <a:path w="1356" h="288" extrusionOk="0">
                  <a:moveTo>
                    <a:pt x="1207" y="84"/>
                  </a:moveTo>
                  <a:cubicBezTo>
                    <a:pt x="1244" y="84"/>
                    <a:pt x="1263" y="112"/>
                    <a:pt x="1263" y="139"/>
                  </a:cubicBezTo>
                  <a:cubicBezTo>
                    <a:pt x="1263" y="176"/>
                    <a:pt x="1244" y="195"/>
                    <a:pt x="1207" y="195"/>
                  </a:cubicBezTo>
                  <a:lnTo>
                    <a:pt x="140" y="195"/>
                  </a:lnTo>
                  <a:cubicBezTo>
                    <a:pt x="112" y="195"/>
                    <a:pt x="84" y="176"/>
                    <a:pt x="84" y="139"/>
                  </a:cubicBezTo>
                  <a:cubicBezTo>
                    <a:pt x="84" y="112"/>
                    <a:pt x="112" y="84"/>
                    <a:pt x="140" y="84"/>
                  </a:cubicBezTo>
                  <a:close/>
                  <a:moveTo>
                    <a:pt x="140" y="0"/>
                  </a:moveTo>
                  <a:cubicBezTo>
                    <a:pt x="57" y="0"/>
                    <a:pt x="1" y="65"/>
                    <a:pt x="1" y="149"/>
                  </a:cubicBezTo>
                  <a:cubicBezTo>
                    <a:pt x="1" y="223"/>
                    <a:pt x="66" y="288"/>
                    <a:pt x="140" y="288"/>
                  </a:cubicBezTo>
                  <a:lnTo>
                    <a:pt x="1207" y="288"/>
                  </a:lnTo>
                  <a:cubicBezTo>
                    <a:pt x="1290" y="288"/>
                    <a:pt x="1355" y="223"/>
                    <a:pt x="1355" y="149"/>
                  </a:cubicBezTo>
                  <a:cubicBezTo>
                    <a:pt x="1355" y="65"/>
                    <a:pt x="1290" y="0"/>
                    <a:pt x="12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3">
              <a:extLst>
                <a:ext uri="{FF2B5EF4-FFF2-40B4-BE49-F238E27FC236}">
                  <a16:creationId xmlns:a16="http://schemas.microsoft.com/office/drawing/2014/main" id="{7834C06B-C8BF-FFEE-E890-F5C0BBA4FF85}"/>
                </a:ext>
              </a:extLst>
            </p:cNvPr>
            <p:cNvSpPr/>
            <p:nvPr/>
          </p:nvSpPr>
          <p:spPr>
            <a:xfrm>
              <a:off x="1924625" y="2433900"/>
              <a:ext cx="33875" cy="7200"/>
            </a:xfrm>
            <a:custGeom>
              <a:avLst/>
              <a:gdLst/>
              <a:ahLst/>
              <a:cxnLst/>
              <a:rect l="l" t="t" r="r" b="b"/>
              <a:pathLst>
                <a:path w="1355" h="288" extrusionOk="0">
                  <a:moveTo>
                    <a:pt x="1215" y="84"/>
                  </a:moveTo>
                  <a:cubicBezTo>
                    <a:pt x="1243" y="84"/>
                    <a:pt x="1271" y="112"/>
                    <a:pt x="1271" y="139"/>
                  </a:cubicBezTo>
                  <a:cubicBezTo>
                    <a:pt x="1271" y="176"/>
                    <a:pt x="1243" y="195"/>
                    <a:pt x="1215" y="195"/>
                  </a:cubicBezTo>
                  <a:lnTo>
                    <a:pt x="149" y="195"/>
                  </a:lnTo>
                  <a:cubicBezTo>
                    <a:pt x="111" y="195"/>
                    <a:pt x="93" y="176"/>
                    <a:pt x="93" y="139"/>
                  </a:cubicBezTo>
                  <a:cubicBezTo>
                    <a:pt x="93" y="112"/>
                    <a:pt x="111" y="84"/>
                    <a:pt x="149" y="84"/>
                  </a:cubicBezTo>
                  <a:close/>
                  <a:moveTo>
                    <a:pt x="149" y="0"/>
                  </a:moveTo>
                  <a:cubicBezTo>
                    <a:pt x="65" y="0"/>
                    <a:pt x="0" y="65"/>
                    <a:pt x="0" y="149"/>
                  </a:cubicBezTo>
                  <a:cubicBezTo>
                    <a:pt x="0" y="223"/>
                    <a:pt x="65" y="288"/>
                    <a:pt x="149" y="288"/>
                  </a:cubicBezTo>
                  <a:lnTo>
                    <a:pt x="1215" y="288"/>
                  </a:lnTo>
                  <a:cubicBezTo>
                    <a:pt x="1290" y="288"/>
                    <a:pt x="1355" y="223"/>
                    <a:pt x="1355" y="149"/>
                  </a:cubicBezTo>
                  <a:cubicBezTo>
                    <a:pt x="1355" y="65"/>
                    <a:pt x="1290" y="0"/>
                    <a:pt x="1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3">
              <a:extLst>
                <a:ext uri="{FF2B5EF4-FFF2-40B4-BE49-F238E27FC236}">
                  <a16:creationId xmlns:a16="http://schemas.microsoft.com/office/drawing/2014/main" id="{368E963C-9176-CDF4-71DE-50C11B49727D}"/>
                </a:ext>
              </a:extLst>
            </p:cNvPr>
            <p:cNvSpPr/>
            <p:nvPr/>
          </p:nvSpPr>
          <p:spPr>
            <a:xfrm>
              <a:off x="1798675" y="2455700"/>
              <a:ext cx="220600" cy="392200"/>
            </a:xfrm>
            <a:custGeom>
              <a:avLst/>
              <a:gdLst/>
              <a:ahLst/>
              <a:cxnLst/>
              <a:rect l="l" t="t" r="r" b="b"/>
              <a:pathLst>
                <a:path w="8824" h="15688" extrusionOk="0">
                  <a:moveTo>
                    <a:pt x="1" y="0"/>
                  </a:moveTo>
                  <a:lnTo>
                    <a:pt x="1" y="15687"/>
                  </a:lnTo>
                  <a:lnTo>
                    <a:pt x="8823" y="15687"/>
                  </a:lnTo>
                  <a:lnTo>
                    <a:pt x="882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3">
              <a:extLst>
                <a:ext uri="{FF2B5EF4-FFF2-40B4-BE49-F238E27FC236}">
                  <a16:creationId xmlns:a16="http://schemas.microsoft.com/office/drawing/2014/main" id="{CE543528-FBEE-C359-58A8-898A0E1A26E3}"/>
                </a:ext>
              </a:extLst>
            </p:cNvPr>
            <p:cNvSpPr/>
            <p:nvPr/>
          </p:nvSpPr>
          <p:spPr>
            <a:xfrm>
              <a:off x="1797050" y="2454300"/>
              <a:ext cx="223600" cy="394975"/>
            </a:xfrm>
            <a:custGeom>
              <a:avLst/>
              <a:gdLst/>
              <a:ahLst/>
              <a:cxnLst/>
              <a:rect l="l" t="t" r="r" b="b"/>
              <a:pathLst>
                <a:path w="8944" h="15799" extrusionOk="0">
                  <a:moveTo>
                    <a:pt x="8832" y="112"/>
                  </a:moveTo>
                  <a:lnTo>
                    <a:pt x="8832" y="15678"/>
                  </a:lnTo>
                  <a:lnTo>
                    <a:pt x="122" y="15678"/>
                  </a:lnTo>
                  <a:lnTo>
                    <a:pt x="122" y="112"/>
                  </a:lnTo>
                  <a:close/>
                  <a:moveTo>
                    <a:pt x="57" y="1"/>
                  </a:moveTo>
                  <a:cubicBezTo>
                    <a:pt x="29" y="1"/>
                    <a:pt x="1" y="19"/>
                    <a:pt x="1" y="56"/>
                  </a:cubicBezTo>
                  <a:lnTo>
                    <a:pt x="1" y="15743"/>
                  </a:lnTo>
                  <a:cubicBezTo>
                    <a:pt x="1" y="15771"/>
                    <a:pt x="29" y="15799"/>
                    <a:pt x="57" y="15799"/>
                  </a:cubicBezTo>
                  <a:lnTo>
                    <a:pt x="8888" y="15799"/>
                  </a:lnTo>
                  <a:cubicBezTo>
                    <a:pt x="8916" y="15799"/>
                    <a:pt x="8944" y="15771"/>
                    <a:pt x="8944" y="15743"/>
                  </a:cubicBezTo>
                  <a:lnTo>
                    <a:pt x="8944" y="56"/>
                  </a:lnTo>
                  <a:cubicBezTo>
                    <a:pt x="8944" y="19"/>
                    <a:pt x="8916" y="1"/>
                    <a:pt x="8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3">
              <a:extLst>
                <a:ext uri="{FF2B5EF4-FFF2-40B4-BE49-F238E27FC236}">
                  <a16:creationId xmlns:a16="http://schemas.microsoft.com/office/drawing/2014/main" id="{23E6CF50-2EE2-9D52-D332-A9A8952FD3A2}"/>
                </a:ext>
              </a:extLst>
            </p:cNvPr>
            <p:cNvSpPr/>
            <p:nvPr/>
          </p:nvSpPr>
          <p:spPr>
            <a:xfrm>
              <a:off x="1800075" y="2457075"/>
              <a:ext cx="217575" cy="30175"/>
            </a:xfrm>
            <a:custGeom>
              <a:avLst/>
              <a:gdLst/>
              <a:ahLst/>
              <a:cxnLst/>
              <a:rect l="l" t="t" r="r" b="b"/>
              <a:pathLst>
                <a:path w="8703" h="1207" extrusionOk="0">
                  <a:moveTo>
                    <a:pt x="1" y="1"/>
                  </a:moveTo>
                  <a:lnTo>
                    <a:pt x="1" y="1207"/>
                  </a:lnTo>
                  <a:lnTo>
                    <a:pt x="8702" y="1207"/>
                  </a:lnTo>
                  <a:lnTo>
                    <a:pt x="87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3">
              <a:extLst>
                <a:ext uri="{FF2B5EF4-FFF2-40B4-BE49-F238E27FC236}">
                  <a16:creationId xmlns:a16="http://schemas.microsoft.com/office/drawing/2014/main" id="{2C816F07-B19D-16B6-889D-012F134E8557}"/>
                </a:ext>
              </a:extLst>
            </p:cNvPr>
            <p:cNvSpPr/>
            <p:nvPr/>
          </p:nvSpPr>
          <p:spPr>
            <a:xfrm>
              <a:off x="1959625" y="2467050"/>
              <a:ext cx="9775" cy="9775"/>
            </a:xfrm>
            <a:custGeom>
              <a:avLst/>
              <a:gdLst/>
              <a:ahLst/>
              <a:cxnLst/>
              <a:rect l="l" t="t" r="r" b="b"/>
              <a:pathLst>
                <a:path w="391" h="391" extrusionOk="0">
                  <a:moveTo>
                    <a:pt x="196" y="94"/>
                  </a:moveTo>
                  <a:cubicBezTo>
                    <a:pt x="251" y="94"/>
                    <a:pt x="298" y="140"/>
                    <a:pt x="298" y="196"/>
                  </a:cubicBezTo>
                  <a:cubicBezTo>
                    <a:pt x="298" y="261"/>
                    <a:pt x="251" y="307"/>
                    <a:pt x="196" y="307"/>
                  </a:cubicBezTo>
                  <a:cubicBezTo>
                    <a:pt x="131" y="307"/>
                    <a:pt x="84" y="261"/>
                    <a:pt x="84" y="196"/>
                  </a:cubicBezTo>
                  <a:cubicBezTo>
                    <a:pt x="84" y="140"/>
                    <a:pt x="131" y="94"/>
                    <a:pt x="196" y="94"/>
                  </a:cubicBezTo>
                  <a:close/>
                  <a:moveTo>
                    <a:pt x="196" y="1"/>
                  </a:moveTo>
                  <a:cubicBezTo>
                    <a:pt x="84" y="1"/>
                    <a:pt x="1" y="94"/>
                    <a:pt x="1" y="196"/>
                  </a:cubicBezTo>
                  <a:cubicBezTo>
                    <a:pt x="1" y="307"/>
                    <a:pt x="84" y="390"/>
                    <a:pt x="196" y="390"/>
                  </a:cubicBezTo>
                  <a:cubicBezTo>
                    <a:pt x="298" y="390"/>
                    <a:pt x="391" y="307"/>
                    <a:pt x="391" y="196"/>
                  </a:cubicBezTo>
                  <a:cubicBezTo>
                    <a:pt x="391" y="94"/>
                    <a:pt x="298" y="1"/>
                    <a:pt x="1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3">
              <a:extLst>
                <a:ext uri="{FF2B5EF4-FFF2-40B4-BE49-F238E27FC236}">
                  <a16:creationId xmlns:a16="http://schemas.microsoft.com/office/drawing/2014/main" id="{93F48619-1F6A-1733-37A7-7988FCC90519}"/>
                </a:ext>
              </a:extLst>
            </p:cNvPr>
            <p:cNvSpPr/>
            <p:nvPr/>
          </p:nvSpPr>
          <p:spPr>
            <a:xfrm>
              <a:off x="1979125" y="2467050"/>
              <a:ext cx="9750" cy="9775"/>
            </a:xfrm>
            <a:custGeom>
              <a:avLst/>
              <a:gdLst/>
              <a:ahLst/>
              <a:cxnLst/>
              <a:rect l="l" t="t" r="r" b="b"/>
              <a:pathLst>
                <a:path w="390" h="391" extrusionOk="0">
                  <a:moveTo>
                    <a:pt x="195" y="94"/>
                  </a:moveTo>
                  <a:cubicBezTo>
                    <a:pt x="260" y="94"/>
                    <a:pt x="306" y="140"/>
                    <a:pt x="306" y="196"/>
                  </a:cubicBezTo>
                  <a:cubicBezTo>
                    <a:pt x="306" y="261"/>
                    <a:pt x="260" y="307"/>
                    <a:pt x="195" y="307"/>
                  </a:cubicBezTo>
                  <a:cubicBezTo>
                    <a:pt x="139" y="307"/>
                    <a:pt x="93" y="261"/>
                    <a:pt x="93" y="196"/>
                  </a:cubicBezTo>
                  <a:cubicBezTo>
                    <a:pt x="93" y="140"/>
                    <a:pt x="139" y="94"/>
                    <a:pt x="195" y="94"/>
                  </a:cubicBezTo>
                  <a:close/>
                  <a:moveTo>
                    <a:pt x="195" y="1"/>
                  </a:moveTo>
                  <a:cubicBezTo>
                    <a:pt x="93" y="1"/>
                    <a:pt x="0" y="94"/>
                    <a:pt x="0" y="196"/>
                  </a:cubicBezTo>
                  <a:cubicBezTo>
                    <a:pt x="0" y="307"/>
                    <a:pt x="93" y="390"/>
                    <a:pt x="195" y="390"/>
                  </a:cubicBezTo>
                  <a:cubicBezTo>
                    <a:pt x="306" y="390"/>
                    <a:pt x="390" y="307"/>
                    <a:pt x="390" y="196"/>
                  </a:cubicBezTo>
                  <a:cubicBezTo>
                    <a:pt x="390" y="94"/>
                    <a:pt x="306"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3">
              <a:extLst>
                <a:ext uri="{FF2B5EF4-FFF2-40B4-BE49-F238E27FC236}">
                  <a16:creationId xmlns:a16="http://schemas.microsoft.com/office/drawing/2014/main" id="{C7D0955C-B4BC-AE6D-61F7-831F2F78A366}"/>
                </a:ext>
              </a:extLst>
            </p:cNvPr>
            <p:cNvSpPr/>
            <p:nvPr/>
          </p:nvSpPr>
          <p:spPr>
            <a:xfrm>
              <a:off x="1999300" y="2467050"/>
              <a:ext cx="9750" cy="9775"/>
            </a:xfrm>
            <a:custGeom>
              <a:avLst/>
              <a:gdLst/>
              <a:ahLst/>
              <a:cxnLst/>
              <a:rect l="l" t="t" r="r" b="b"/>
              <a:pathLst>
                <a:path w="390" h="391" extrusionOk="0">
                  <a:moveTo>
                    <a:pt x="195" y="94"/>
                  </a:moveTo>
                  <a:cubicBezTo>
                    <a:pt x="251" y="94"/>
                    <a:pt x="297" y="140"/>
                    <a:pt x="297" y="196"/>
                  </a:cubicBezTo>
                  <a:cubicBezTo>
                    <a:pt x="297" y="261"/>
                    <a:pt x="251" y="307"/>
                    <a:pt x="195" y="307"/>
                  </a:cubicBezTo>
                  <a:cubicBezTo>
                    <a:pt x="130" y="307"/>
                    <a:pt x="84" y="261"/>
                    <a:pt x="84" y="196"/>
                  </a:cubicBezTo>
                  <a:cubicBezTo>
                    <a:pt x="84" y="140"/>
                    <a:pt x="130" y="94"/>
                    <a:pt x="195" y="94"/>
                  </a:cubicBezTo>
                  <a:close/>
                  <a:moveTo>
                    <a:pt x="195" y="1"/>
                  </a:moveTo>
                  <a:cubicBezTo>
                    <a:pt x="84" y="1"/>
                    <a:pt x="0" y="94"/>
                    <a:pt x="0" y="196"/>
                  </a:cubicBezTo>
                  <a:cubicBezTo>
                    <a:pt x="0" y="307"/>
                    <a:pt x="84" y="390"/>
                    <a:pt x="195" y="390"/>
                  </a:cubicBezTo>
                  <a:cubicBezTo>
                    <a:pt x="297" y="390"/>
                    <a:pt x="390" y="307"/>
                    <a:pt x="390" y="196"/>
                  </a:cubicBezTo>
                  <a:cubicBezTo>
                    <a:pt x="390" y="94"/>
                    <a:pt x="297"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3">
              <a:extLst>
                <a:ext uri="{FF2B5EF4-FFF2-40B4-BE49-F238E27FC236}">
                  <a16:creationId xmlns:a16="http://schemas.microsoft.com/office/drawing/2014/main" id="{ED9B1B80-C920-9D43-CE82-1D1F7E8F474E}"/>
                </a:ext>
              </a:extLst>
            </p:cNvPr>
            <p:cNvSpPr/>
            <p:nvPr/>
          </p:nvSpPr>
          <p:spPr>
            <a:xfrm>
              <a:off x="1833700" y="2530600"/>
              <a:ext cx="69825" cy="3050"/>
            </a:xfrm>
            <a:custGeom>
              <a:avLst/>
              <a:gdLst/>
              <a:ahLst/>
              <a:cxnLst/>
              <a:rect l="l" t="t" r="r" b="b"/>
              <a:pathLst>
                <a:path w="2793" h="122" extrusionOk="0">
                  <a:moveTo>
                    <a:pt x="56" y="1"/>
                  </a:moveTo>
                  <a:cubicBezTo>
                    <a:pt x="19" y="1"/>
                    <a:pt x="1" y="28"/>
                    <a:pt x="1" y="66"/>
                  </a:cubicBezTo>
                  <a:cubicBezTo>
                    <a:pt x="1" y="93"/>
                    <a:pt x="19" y="121"/>
                    <a:pt x="56" y="121"/>
                  </a:cubicBezTo>
                  <a:lnTo>
                    <a:pt x="2737" y="121"/>
                  </a:lnTo>
                  <a:cubicBezTo>
                    <a:pt x="2765" y="121"/>
                    <a:pt x="2793" y="93"/>
                    <a:pt x="2793" y="66"/>
                  </a:cubicBezTo>
                  <a:cubicBezTo>
                    <a:pt x="2793" y="28"/>
                    <a:pt x="2765" y="1"/>
                    <a:pt x="27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3">
              <a:extLst>
                <a:ext uri="{FF2B5EF4-FFF2-40B4-BE49-F238E27FC236}">
                  <a16:creationId xmlns:a16="http://schemas.microsoft.com/office/drawing/2014/main" id="{596040C6-0AB0-B8A3-FD34-BD7A73A1BDAC}"/>
                </a:ext>
              </a:extLst>
            </p:cNvPr>
            <p:cNvSpPr/>
            <p:nvPr/>
          </p:nvSpPr>
          <p:spPr>
            <a:xfrm>
              <a:off x="1917425" y="2530600"/>
              <a:ext cx="26925" cy="3050"/>
            </a:xfrm>
            <a:custGeom>
              <a:avLst/>
              <a:gdLst/>
              <a:ahLst/>
              <a:cxnLst/>
              <a:rect l="l" t="t" r="r" b="b"/>
              <a:pathLst>
                <a:path w="1077" h="122" extrusionOk="0">
                  <a:moveTo>
                    <a:pt x="56" y="1"/>
                  </a:moveTo>
                  <a:cubicBezTo>
                    <a:pt x="28" y="1"/>
                    <a:pt x="1" y="28"/>
                    <a:pt x="1" y="66"/>
                  </a:cubicBezTo>
                  <a:cubicBezTo>
                    <a:pt x="1" y="93"/>
                    <a:pt x="28" y="121"/>
                    <a:pt x="56" y="121"/>
                  </a:cubicBezTo>
                  <a:lnTo>
                    <a:pt x="1012" y="121"/>
                  </a:lnTo>
                  <a:cubicBezTo>
                    <a:pt x="1049" y="121"/>
                    <a:pt x="1077" y="93"/>
                    <a:pt x="1077" y="66"/>
                  </a:cubicBezTo>
                  <a:cubicBezTo>
                    <a:pt x="107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3">
              <a:extLst>
                <a:ext uri="{FF2B5EF4-FFF2-40B4-BE49-F238E27FC236}">
                  <a16:creationId xmlns:a16="http://schemas.microsoft.com/office/drawing/2014/main" id="{5802B842-EAA9-04F1-0845-BE27E0A8CF54}"/>
                </a:ext>
              </a:extLst>
            </p:cNvPr>
            <p:cNvSpPr/>
            <p:nvPr/>
          </p:nvSpPr>
          <p:spPr>
            <a:xfrm>
              <a:off x="1960575" y="253060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3">
              <a:extLst>
                <a:ext uri="{FF2B5EF4-FFF2-40B4-BE49-F238E27FC236}">
                  <a16:creationId xmlns:a16="http://schemas.microsoft.com/office/drawing/2014/main" id="{F4EB7265-9281-0834-DD42-3C79DA7E7954}"/>
                </a:ext>
              </a:extLst>
            </p:cNvPr>
            <p:cNvSpPr/>
            <p:nvPr/>
          </p:nvSpPr>
          <p:spPr>
            <a:xfrm>
              <a:off x="1915350" y="2582550"/>
              <a:ext cx="70050" cy="3050"/>
            </a:xfrm>
            <a:custGeom>
              <a:avLst/>
              <a:gdLst/>
              <a:ahLst/>
              <a:cxnLst/>
              <a:rect l="l" t="t" r="r" b="b"/>
              <a:pathLst>
                <a:path w="2802" h="122" extrusionOk="0">
                  <a:moveTo>
                    <a:pt x="65" y="1"/>
                  </a:moveTo>
                  <a:cubicBezTo>
                    <a:pt x="28" y="1"/>
                    <a:pt x="0" y="28"/>
                    <a:pt x="0" y="56"/>
                  </a:cubicBezTo>
                  <a:cubicBezTo>
                    <a:pt x="0" y="93"/>
                    <a:pt x="28" y="121"/>
                    <a:pt x="65" y="121"/>
                  </a:cubicBezTo>
                  <a:lnTo>
                    <a:pt x="2746" y="121"/>
                  </a:lnTo>
                  <a:cubicBezTo>
                    <a:pt x="2774" y="121"/>
                    <a:pt x="2802" y="93"/>
                    <a:pt x="2802" y="56"/>
                  </a:cubicBezTo>
                  <a:cubicBezTo>
                    <a:pt x="2802" y="28"/>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3">
              <a:extLst>
                <a:ext uri="{FF2B5EF4-FFF2-40B4-BE49-F238E27FC236}">
                  <a16:creationId xmlns:a16="http://schemas.microsoft.com/office/drawing/2014/main" id="{A0934021-E06A-A7D0-2C75-0078AAB196CC}"/>
                </a:ext>
              </a:extLst>
            </p:cNvPr>
            <p:cNvSpPr/>
            <p:nvPr/>
          </p:nvSpPr>
          <p:spPr>
            <a:xfrm>
              <a:off x="1874750" y="2582550"/>
              <a:ext cx="26700" cy="3050"/>
            </a:xfrm>
            <a:custGeom>
              <a:avLst/>
              <a:gdLst/>
              <a:ahLst/>
              <a:cxnLst/>
              <a:rect l="l" t="t" r="r" b="b"/>
              <a:pathLst>
                <a:path w="1068" h="122" extrusionOk="0">
                  <a:moveTo>
                    <a:pt x="56" y="1"/>
                  </a:moveTo>
                  <a:cubicBezTo>
                    <a:pt x="28" y="1"/>
                    <a:pt x="1" y="28"/>
                    <a:pt x="1" y="56"/>
                  </a:cubicBezTo>
                  <a:cubicBezTo>
                    <a:pt x="1" y="93"/>
                    <a:pt x="28" y="121"/>
                    <a:pt x="56" y="121"/>
                  </a:cubicBezTo>
                  <a:lnTo>
                    <a:pt x="1012" y="121"/>
                  </a:lnTo>
                  <a:cubicBezTo>
                    <a:pt x="1049" y="121"/>
                    <a:pt x="1067" y="93"/>
                    <a:pt x="1067" y="56"/>
                  </a:cubicBezTo>
                  <a:cubicBezTo>
                    <a:pt x="106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3">
              <a:extLst>
                <a:ext uri="{FF2B5EF4-FFF2-40B4-BE49-F238E27FC236}">
                  <a16:creationId xmlns:a16="http://schemas.microsoft.com/office/drawing/2014/main" id="{53FEEAEB-977C-CF75-1C34-1A331A0CB8A2}"/>
                </a:ext>
              </a:extLst>
            </p:cNvPr>
            <p:cNvSpPr/>
            <p:nvPr/>
          </p:nvSpPr>
          <p:spPr>
            <a:xfrm>
              <a:off x="1833700" y="2582550"/>
              <a:ext cx="24850" cy="3050"/>
            </a:xfrm>
            <a:custGeom>
              <a:avLst/>
              <a:gdLst/>
              <a:ahLst/>
              <a:cxnLst/>
              <a:rect l="l" t="t" r="r" b="b"/>
              <a:pathLst>
                <a:path w="994" h="122" extrusionOk="0">
                  <a:moveTo>
                    <a:pt x="56" y="1"/>
                  </a:moveTo>
                  <a:cubicBezTo>
                    <a:pt x="19" y="1"/>
                    <a:pt x="1" y="28"/>
                    <a:pt x="1" y="56"/>
                  </a:cubicBezTo>
                  <a:cubicBezTo>
                    <a:pt x="1" y="93"/>
                    <a:pt x="19" y="121"/>
                    <a:pt x="56" y="121"/>
                  </a:cubicBezTo>
                  <a:lnTo>
                    <a:pt x="938" y="121"/>
                  </a:lnTo>
                  <a:cubicBezTo>
                    <a:pt x="965" y="121"/>
                    <a:pt x="993" y="93"/>
                    <a:pt x="993" y="56"/>
                  </a:cubicBezTo>
                  <a:cubicBezTo>
                    <a:pt x="993" y="28"/>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a:extLst>
                <a:ext uri="{FF2B5EF4-FFF2-40B4-BE49-F238E27FC236}">
                  <a16:creationId xmlns:a16="http://schemas.microsoft.com/office/drawing/2014/main" id="{F6288BF2-D28E-814C-943A-528ABAAC249C}"/>
                </a:ext>
              </a:extLst>
            </p:cNvPr>
            <p:cNvSpPr/>
            <p:nvPr/>
          </p:nvSpPr>
          <p:spPr>
            <a:xfrm>
              <a:off x="1833700" y="2556350"/>
              <a:ext cx="37375" cy="3025"/>
            </a:xfrm>
            <a:custGeom>
              <a:avLst/>
              <a:gdLst/>
              <a:ahLst/>
              <a:cxnLst/>
              <a:rect l="l" t="t" r="r" b="b"/>
              <a:pathLst>
                <a:path w="1495" h="121" extrusionOk="0">
                  <a:moveTo>
                    <a:pt x="56" y="0"/>
                  </a:moveTo>
                  <a:cubicBezTo>
                    <a:pt x="19" y="0"/>
                    <a:pt x="1" y="28"/>
                    <a:pt x="1" y="56"/>
                  </a:cubicBezTo>
                  <a:cubicBezTo>
                    <a:pt x="1" y="93"/>
                    <a:pt x="19" y="121"/>
                    <a:pt x="56" y="121"/>
                  </a:cubicBezTo>
                  <a:lnTo>
                    <a:pt x="1439" y="121"/>
                  </a:lnTo>
                  <a:cubicBezTo>
                    <a:pt x="1466" y="121"/>
                    <a:pt x="1494" y="93"/>
                    <a:pt x="1494" y="56"/>
                  </a:cubicBezTo>
                  <a:cubicBezTo>
                    <a:pt x="1494" y="28"/>
                    <a:pt x="1466" y="0"/>
                    <a:pt x="1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a:extLst>
                <a:ext uri="{FF2B5EF4-FFF2-40B4-BE49-F238E27FC236}">
                  <a16:creationId xmlns:a16="http://schemas.microsoft.com/office/drawing/2014/main" id="{7C4E0D1C-8BC5-E5FC-1513-2E3B36B5A781}"/>
                </a:ext>
              </a:extLst>
            </p:cNvPr>
            <p:cNvSpPr/>
            <p:nvPr/>
          </p:nvSpPr>
          <p:spPr>
            <a:xfrm>
              <a:off x="1882650" y="2556350"/>
              <a:ext cx="61700" cy="3025"/>
            </a:xfrm>
            <a:custGeom>
              <a:avLst/>
              <a:gdLst/>
              <a:ahLst/>
              <a:cxnLst/>
              <a:rect l="l" t="t" r="r" b="b"/>
              <a:pathLst>
                <a:path w="2468" h="121" extrusionOk="0">
                  <a:moveTo>
                    <a:pt x="65" y="0"/>
                  </a:moveTo>
                  <a:cubicBezTo>
                    <a:pt x="28" y="0"/>
                    <a:pt x="0" y="28"/>
                    <a:pt x="0" y="56"/>
                  </a:cubicBezTo>
                  <a:cubicBezTo>
                    <a:pt x="0" y="93"/>
                    <a:pt x="28" y="121"/>
                    <a:pt x="65" y="121"/>
                  </a:cubicBezTo>
                  <a:lnTo>
                    <a:pt x="2403" y="121"/>
                  </a:lnTo>
                  <a:cubicBezTo>
                    <a:pt x="2440" y="121"/>
                    <a:pt x="2468" y="93"/>
                    <a:pt x="2468" y="56"/>
                  </a:cubicBezTo>
                  <a:cubicBezTo>
                    <a:pt x="2468" y="28"/>
                    <a:pt x="2440" y="0"/>
                    <a:pt x="24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a:extLst>
                <a:ext uri="{FF2B5EF4-FFF2-40B4-BE49-F238E27FC236}">
                  <a16:creationId xmlns:a16="http://schemas.microsoft.com/office/drawing/2014/main" id="{D391BE16-DE45-AD06-40D4-A1C4F213CB1A}"/>
                </a:ext>
              </a:extLst>
            </p:cNvPr>
            <p:cNvSpPr/>
            <p:nvPr/>
          </p:nvSpPr>
          <p:spPr>
            <a:xfrm>
              <a:off x="1960575" y="2556350"/>
              <a:ext cx="24825" cy="3025"/>
            </a:xfrm>
            <a:custGeom>
              <a:avLst/>
              <a:gdLst/>
              <a:ahLst/>
              <a:cxnLst/>
              <a:rect l="l" t="t" r="r" b="b"/>
              <a:pathLst>
                <a:path w="993" h="121" extrusionOk="0">
                  <a:moveTo>
                    <a:pt x="56" y="0"/>
                  </a:moveTo>
                  <a:cubicBezTo>
                    <a:pt x="19" y="0"/>
                    <a:pt x="0" y="28"/>
                    <a:pt x="0" y="56"/>
                  </a:cubicBezTo>
                  <a:cubicBezTo>
                    <a:pt x="0" y="93"/>
                    <a:pt x="19" y="121"/>
                    <a:pt x="56" y="121"/>
                  </a:cubicBezTo>
                  <a:lnTo>
                    <a:pt x="937" y="121"/>
                  </a:lnTo>
                  <a:cubicBezTo>
                    <a:pt x="965" y="121"/>
                    <a:pt x="993" y="93"/>
                    <a:pt x="993" y="56"/>
                  </a:cubicBezTo>
                  <a:cubicBezTo>
                    <a:pt x="993" y="28"/>
                    <a:pt x="965" y="0"/>
                    <a:pt x="9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a:extLst>
                <a:ext uri="{FF2B5EF4-FFF2-40B4-BE49-F238E27FC236}">
                  <a16:creationId xmlns:a16="http://schemas.microsoft.com/office/drawing/2014/main" id="{C5AF34DE-C884-4F6D-E8D0-91A7F215F7C5}"/>
                </a:ext>
              </a:extLst>
            </p:cNvPr>
            <p:cNvSpPr/>
            <p:nvPr/>
          </p:nvSpPr>
          <p:spPr>
            <a:xfrm>
              <a:off x="1833700" y="2605750"/>
              <a:ext cx="69825" cy="2800"/>
            </a:xfrm>
            <a:custGeom>
              <a:avLst/>
              <a:gdLst/>
              <a:ahLst/>
              <a:cxnLst/>
              <a:rect l="l" t="t" r="r" b="b"/>
              <a:pathLst>
                <a:path w="2793" h="112" extrusionOk="0">
                  <a:moveTo>
                    <a:pt x="56" y="0"/>
                  </a:moveTo>
                  <a:cubicBezTo>
                    <a:pt x="19" y="0"/>
                    <a:pt x="1" y="19"/>
                    <a:pt x="1" y="56"/>
                  </a:cubicBezTo>
                  <a:cubicBezTo>
                    <a:pt x="1" y="84"/>
                    <a:pt x="19" y="112"/>
                    <a:pt x="56" y="112"/>
                  </a:cubicBezTo>
                  <a:lnTo>
                    <a:pt x="2737" y="112"/>
                  </a:lnTo>
                  <a:cubicBezTo>
                    <a:pt x="2765" y="112"/>
                    <a:pt x="2793" y="84"/>
                    <a:pt x="2793" y="56"/>
                  </a:cubicBezTo>
                  <a:cubicBezTo>
                    <a:pt x="2793" y="19"/>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3">
              <a:extLst>
                <a:ext uri="{FF2B5EF4-FFF2-40B4-BE49-F238E27FC236}">
                  <a16:creationId xmlns:a16="http://schemas.microsoft.com/office/drawing/2014/main" id="{856BAE28-F259-8DB9-D32F-34A7EB08AF48}"/>
                </a:ext>
              </a:extLst>
            </p:cNvPr>
            <p:cNvSpPr/>
            <p:nvPr/>
          </p:nvSpPr>
          <p:spPr>
            <a:xfrm>
              <a:off x="1917425" y="2605750"/>
              <a:ext cx="26925" cy="2800"/>
            </a:xfrm>
            <a:custGeom>
              <a:avLst/>
              <a:gdLst/>
              <a:ahLst/>
              <a:cxnLst/>
              <a:rect l="l" t="t" r="r" b="b"/>
              <a:pathLst>
                <a:path w="1077" h="112" extrusionOk="0">
                  <a:moveTo>
                    <a:pt x="56" y="0"/>
                  </a:moveTo>
                  <a:cubicBezTo>
                    <a:pt x="28" y="0"/>
                    <a:pt x="1" y="19"/>
                    <a:pt x="1" y="56"/>
                  </a:cubicBezTo>
                  <a:cubicBezTo>
                    <a:pt x="1" y="84"/>
                    <a:pt x="28" y="112"/>
                    <a:pt x="56" y="112"/>
                  </a:cubicBezTo>
                  <a:lnTo>
                    <a:pt x="1012" y="112"/>
                  </a:lnTo>
                  <a:cubicBezTo>
                    <a:pt x="1049" y="112"/>
                    <a:pt x="1077" y="84"/>
                    <a:pt x="1077" y="56"/>
                  </a:cubicBezTo>
                  <a:cubicBezTo>
                    <a:pt x="1077" y="19"/>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3">
              <a:extLst>
                <a:ext uri="{FF2B5EF4-FFF2-40B4-BE49-F238E27FC236}">
                  <a16:creationId xmlns:a16="http://schemas.microsoft.com/office/drawing/2014/main" id="{39D8251D-83C4-DA73-36AB-31CF5C9438A1}"/>
                </a:ext>
              </a:extLst>
            </p:cNvPr>
            <p:cNvSpPr/>
            <p:nvPr/>
          </p:nvSpPr>
          <p:spPr>
            <a:xfrm>
              <a:off x="1833700" y="2688775"/>
              <a:ext cx="69825" cy="3025"/>
            </a:xfrm>
            <a:custGeom>
              <a:avLst/>
              <a:gdLst/>
              <a:ahLst/>
              <a:cxnLst/>
              <a:rect l="l" t="t" r="r" b="b"/>
              <a:pathLst>
                <a:path w="2793" h="121" extrusionOk="0">
                  <a:moveTo>
                    <a:pt x="56" y="0"/>
                  </a:moveTo>
                  <a:cubicBezTo>
                    <a:pt x="19" y="0"/>
                    <a:pt x="1" y="28"/>
                    <a:pt x="1" y="56"/>
                  </a:cubicBezTo>
                  <a:cubicBezTo>
                    <a:pt x="1" y="93"/>
                    <a:pt x="19" y="121"/>
                    <a:pt x="56" y="121"/>
                  </a:cubicBezTo>
                  <a:lnTo>
                    <a:pt x="2737" y="121"/>
                  </a:lnTo>
                  <a:cubicBezTo>
                    <a:pt x="2765" y="121"/>
                    <a:pt x="2793" y="93"/>
                    <a:pt x="2793" y="56"/>
                  </a:cubicBezTo>
                  <a:cubicBezTo>
                    <a:pt x="2793" y="28"/>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a:extLst>
                <a:ext uri="{FF2B5EF4-FFF2-40B4-BE49-F238E27FC236}">
                  <a16:creationId xmlns:a16="http://schemas.microsoft.com/office/drawing/2014/main" id="{D79D479F-C27E-3302-0B15-175F9DBE52CA}"/>
                </a:ext>
              </a:extLst>
            </p:cNvPr>
            <p:cNvSpPr/>
            <p:nvPr/>
          </p:nvSpPr>
          <p:spPr>
            <a:xfrm>
              <a:off x="1917425" y="2688775"/>
              <a:ext cx="26925" cy="3025"/>
            </a:xfrm>
            <a:custGeom>
              <a:avLst/>
              <a:gdLst/>
              <a:ahLst/>
              <a:cxnLst/>
              <a:rect l="l" t="t" r="r" b="b"/>
              <a:pathLst>
                <a:path w="1077" h="121" extrusionOk="0">
                  <a:moveTo>
                    <a:pt x="56" y="0"/>
                  </a:moveTo>
                  <a:cubicBezTo>
                    <a:pt x="28" y="0"/>
                    <a:pt x="1" y="28"/>
                    <a:pt x="1" y="56"/>
                  </a:cubicBezTo>
                  <a:cubicBezTo>
                    <a:pt x="1" y="93"/>
                    <a:pt x="28" y="121"/>
                    <a:pt x="56" y="121"/>
                  </a:cubicBezTo>
                  <a:lnTo>
                    <a:pt x="1012" y="121"/>
                  </a:lnTo>
                  <a:cubicBezTo>
                    <a:pt x="1049" y="121"/>
                    <a:pt x="1077" y="93"/>
                    <a:pt x="1077" y="56"/>
                  </a:cubicBezTo>
                  <a:cubicBezTo>
                    <a:pt x="1077" y="28"/>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a:extLst>
                <a:ext uri="{FF2B5EF4-FFF2-40B4-BE49-F238E27FC236}">
                  <a16:creationId xmlns:a16="http://schemas.microsoft.com/office/drawing/2014/main" id="{102F2E2B-EBD3-3EE8-649E-291EE8E016D8}"/>
                </a:ext>
              </a:extLst>
            </p:cNvPr>
            <p:cNvSpPr/>
            <p:nvPr/>
          </p:nvSpPr>
          <p:spPr>
            <a:xfrm>
              <a:off x="1960575" y="2605750"/>
              <a:ext cx="24825" cy="2800"/>
            </a:xfrm>
            <a:custGeom>
              <a:avLst/>
              <a:gdLst/>
              <a:ahLst/>
              <a:cxnLst/>
              <a:rect l="l" t="t" r="r" b="b"/>
              <a:pathLst>
                <a:path w="993" h="112" extrusionOk="0">
                  <a:moveTo>
                    <a:pt x="56" y="0"/>
                  </a:moveTo>
                  <a:cubicBezTo>
                    <a:pt x="19" y="0"/>
                    <a:pt x="0" y="19"/>
                    <a:pt x="0" y="56"/>
                  </a:cubicBezTo>
                  <a:cubicBezTo>
                    <a:pt x="0" y="84"/>
                    <a:pt x="19" y="112"/>
                    <a:pt x="56" y="112"/>
                  </a:cubicBezTo>
                  <a:lnTo>
                    <a:pt x="937" y="112"/>
                  </a:lnTo>
                  <a:cubicBezTo>
                    <a:pt x="965" y="112"/>
                    <a:pt x="993" y="84"/>
                    <a:pt x="993" y="56"/>
                  </a:cubicBezTo>
                  <a:cubicBezTo>
                    <a:pt x="993" y="19"/>
                    <a:pt x="965" y="0"/>
                    <a:pt x="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3">
              <a:extLst>
                <a:ext uri="{FF2B5EF4-FFF2-40B4-BE49-F238E27FC236}">
                  <a16:creationId xmlns:a16="http://schemas.microsoft.com/office/drawing/2014/main" id="{29C3B24D-AD8A-00F0-4A82-26D7F14C61E5}"/>
                </a:ext>
              </a:extLst>
            </p:cNvPr>
            <p:cNvSpPr/>
            <p:nvPr/>
          </p:nvSpPr>
          <p:spPr>
            <a:xfrm>
              <a:off x="1915350" y="2657450"/>
              <a:ext cx="70050" cy="3050"/>
            </a:xfrm>
            <a:custGeom>
              <a:avLst/>
              <a:gdLst/>
              <a:ahLst/>
              <a:cxnLst/>
              <a:rect l="l" t="t" r="r" b="b"/>
              <a:pathLst>
                <a:path w="2802" h="122" extrusionOk="0">
                  <a:moveTo>
                    <a:pt x="65" y="1"/>
                  </a:moveTo>
                  <a:cubicBezTo>
                    <a:pt x="28" y="1"/>
                    <a:pt x="0" y="29"/>
                    <a:pt x="0" y="66"/>
                  </a:cubicBezTo>
                  <a:cubicBezTo>
                    <a:pt x="0" y="94"/>
                    <a:pt x="28" y="121"/>
                    <a:pt x="65" y="121"/>
                  </a:cubicBezTo>
                  <a:lnTo>
                    <a:pt x="2746" y="121"/>
                  </a:lnTo>
                  <a:cubicBezTo>
                    <a:pt x="2774" y="121"/>
                    <a:pt x="2802" y="94"/>
                    <a:pt x="2802" y="66"/>
                  </a:cubicBezTo>
                  <a:cubicBezTo>
                    <a:pt x="2802" y="29"/>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3">
              <a:extLst>
                <a:ext uri="{FF2B5EF4-FFF2-40B4-BE49-F238E27FC236}">
                  <a16:creationId xmlns:a16="http://schemas.microsoft.com/office/drawing/2014/main" id="{FA483D32-EF21-CD9D-527D-A3B26FC2B5A2}"/>
                </a:ext>
              </a:extLst>
            </p:cNvPr>
            <p:cNvSpPr/>
            <p:nvPr/>
          </p:nvSpPr>
          <p:spPr>
            <a:xfrm>
              <a:off x="1874750" y="2657450"/>
              <a:ext cx="26700" cy="3050"/>
            </a:xfrm>
            <a:custGeom>
              <a:avLst/>
              <a:gdLst/>
              <a:ahLst/>
              <a:cxnLst/>
              <a:rect l="l" t="t" r="r" b="b"/>
              <a:pathLst>
                <a:path w="1068" h="122" extrusionOk="0">
                  <a:moveTo>
                    <a:pt x="56" y="1"/>
                  </a:moveTo>
                  <a:cubicBezTo>
                    <a:pt x="28" y="1"/>
                    <a:pt x="1" y="29"/>
                    <a:pt x="1" y="66"/>
                  </a:cubicBezTo>
                  <a:cubicBezTo>
                    <a:pt x="1" y="94"/>
                    <a:pt x="28" y="121"/>
                    <a:pt x="56" y="121"/>
                  </a:cubicBezTo>
                  <a:lnTo>
                    <a:pt x="1012" y="121"/>
                  </a:lnTo>
                  <a:cubicBezTo>
                    <a:pt x="1049" y="121"/>
                    <a:pt x="1067" y="94"/>
                    <a:pt x="1067" y="66"/>
                  </a:cubicBezTo>
                  <a:cubicBezTo>
                    <a:pt x="1067" y="29"/>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3">
              <a:extLst>
                <a:ext uri="{FF2B5EF4-FFF2-40B4-BE49-F238E27FC236}">
                  <a16:creationId xmlns:a16="http://schemas.microsoft.com/office/drawing/2014/main" id="{27957CC2-1DB2-C5F2-D1C9-F61921B24BA2}"/>
                </a:ext>
              </a:extLst>
            </p:cNvPr>
            <p:cNvSpPr/>
            <p:nvPr/>
          </p:nvSpPr>
          <p:spPr>
            <a:xfrm>
              <a:off x="1833700" y="2657450"/>
              <a:ext cx="24850" cy="3050"/>
            </a:xfrm>
            <a:custGeom>
              <a:avLst/>
              <a:gdLst/>
              <a:ahLst/>
              <a:cxnLst/>
              <a:rect l="l" t="t" r="r" b="b"/>
              <a:pathLst>
                <a:path w="994" h="122" extrusionOk="0">
                  <a:moveTo>
                    <a:pt x="56" y="1"/>
                  </a:moveTo>
                  <a:cubicBezTo>
                    <a:pt x="19" y="1"/>
                    <a:pt x="1" y="29"/>
                    <a:pt x="1" y="66"/>
                  </a:cubicBezTo>
                  <a:cubicBezTo>
                    <a:pt x="1" y="94"/>
                    <a:pt x="19" y="121"/>
                    <a:pt x="56" y="121"/>
                  </a:cubicBezTo>
                  <a:lnTo>
                    <a:pt x="938" y="121"/>
                  </a:lnTo>
                  <a:cubicBezTo>
                    <a:pt x="965" y="121"/>
                    <a:pt x="993" y="94"/>
                    <a:pt x="993" y="66"/>
                  </a:cubicBezTo>
                  <a:cubicBezTo>
                    <a:pt x="993" y="29"/>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3">
              <a:extLst>
                <a:ext uri="{FF2B5EF4-FFF2-40B4-BE49-F238E27FC236}">
                  <a16:creationId xmlns:a16="http://schemas.microsoft.com/office/drawing/2014/main" id="{D2B3333F-2E1D-F2DB-7A88-173DD2B9472C}"/>
                </a:ext>
              </a:extLst>
            </p:cNvPr>
            <p:cNvSpPr/>
            <p:nvPr/>
          </p:nvSpPr>
          <p:spPr>
            <a:xfrm>
              <a:off x="1874750" y="2716825"/>
              <a:ext cx="26700" cy="3050"/>
            </a:xfrm>
            <a:custGeom>
              <a:avLst/>
              <a:gdLst/>
              <a:ahLst/>
              <a:cxnLst/>
              <a:rect l="l" t="t" r="r" b="b"/>
              <a:pathLst>
                <a:path w="1068" h="122" extrusionOk="0">
                  <a:moveTo>
                    <a:pt x="56" y="1"/>
                  </a:moveTo>
                  <a:cubicBezTo>
                    <a:pt x="28" y="1"/>
                    <a:pt x="1" y="29"/>
                    <a:pt x="1" y="66"/>
                  </a:cubicBezTo>
                  <a:cubicBezTo>
                    <a:pt x="1" y="93"/>
                    <a:pt x="28" y="121"/>
                    <a:pt x="56" y="121"/>
                  </a:cubicBezTo>
                  <a:lnTo>
                    <a:pt x="1012" y="121"/>
                  </a:lnTo>
                  <a:cubicBezTo>
                    <a:pt x="1049" y="121"/>
                    <a:pt x="1067" y="93"/>
                    <a:pt x="1067" y="66"/>
                  </a:cubicBezTo>
                  <a:cubicBezTo>
                    <a:pt x="1067" y="29"/>
                    <a:pt x="1049" y="1"/>
                    <a:pt x="10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3">
              <a:extLst>
                <a:ext uri="{FF2B5EF4-FFF2-40B4-BE49-F238E27FC236}">
                  <a16:creationId xmlns:a16="http://schemas.microsoft.com/office/drawing/2014/main" id="{4591655E-6409-2ADA-9CF4-15DA7F33D053}"/>
                </a:ext>
              </a:extLst>
            </p:cNvPr>
            <p:cNvSpPr/>
            <p:nvPr/>
          </p:nvSpPr>
          <p:spPr>
            <a:xfrm>
              <a:off x="1833700" y="2716825"/>
              <a:ext cx="24850" cy="3050"/>
            </a:xfrm>
            <a:custGeom>
              <a:avLst/>
              <a:gdLst/>
              <a:ahLst/>
              <a:cxnLst/>
              <a:rect l="l" t="t" r="r" b="b"/>
              <a:pathLst>
                <a:path w="994" h="122" extrusionOk="0">
                  <a:moveTo>
                    <a:pt x="56" y="1"/>
                  </a:moveTo>
                  <a:cubicBezTo>
                    <a:pt x="19" y="1"/>
                    <a:pt x="1" y="29"/>
                    <a:pt x="1" y="66"/>
                  </a:cubicBezTo>
                  <a:cubicBezTo>
                    <a:pt x="1" y="93"/>
                    <a:pt x="19" y="121"/>
                    <a:pt x="56" y="121"/>
                  </a:cubicBezTo>
                  <a:lnTo>
                    <a:pt x="938" y="121"/>
                  </a:lnTo>
                  <a:cubicBezTo>
                    <a:pt x="965" y="121"/>
                    <a:pt x="993" y="93"/>
                    <a:pt x="993" y="66"/>
                  </a:cubicBezTo>
                  <a:cubicBezTo>
                    <a:pt x="993" y="29"/>
                    <a:pt x="965" y="1"/>
                    <a:pt x="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3">
              <a:extLst>
                <a:ext uri="{FF2B5EF4-FFF2-40B4-BE49-F238E27FC236}">
                  <a16:creationId xmlns:a16="http://schemas.microsoft.com/office/drawing/2014/main" id="{E3BA83D4-C0CB-5725-C155-A70B8A0216E4}"/>
                </a:ext>
              </a:extLst>
            </p:cNvPr>
            <p:cNvSpPr/>
            <p:nvPr/>
          </p:nvSpPr>
          <p:spPr>
            <a:xfrm>
              <a:off x="1833700" y="2631250"/>
              <a:ext cx="37375" cy="3050"/>
            </a:xfrm>
            <a:custGeom>
              <a:avLst/>
              <a:gdLst/>
              <a:ahLst/>
              <a:cxnLst/>
              <a:rect l="l" t="t" r="r" b="b"/>
              <a:pathLst>
                <a:path w="1495" h="122" extrusionOk="0">
                  <a:moveTo>
                    <a:pt x="56" y="1"/>
                  </a:moveTo>
                  <a:cubicBezTo>
                    <a:pt x="19" y="1"/>
                    <a:pt x="1" y="28"/>
                    <a:pt x="1" y="66"/>
                  </a:cubicBezTo>
                  <a:cubicBezTo>
                    <a:pt x="1" y="93"/>
                    <a:pt x="19" y="121"/>
                    <a:pt x="56" y="121"/>
                  </a:cubicBezTo>
                  <a:lnTo>
                    <a:pt x="1439" y="121"/>
                  </a:lnTo>
                  <a:cubicBezTo>
                    <a:pt x="1466" y="121"/>
                    <a:pt x="1494" y="93"/>
                    <a:pt x="1494" y="66"/>
                  </a:cubicBezTo>
                  <a:cubicBezTo>
                    <a:pt x="1494" y="28"/>
                    <a:pt x="1466" y="1"/>
                    <a:pt x="14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3">
              <a:extLst>
                <a:ext uri="{FF2B5EF4-FFF2-40B4-BE49-F238E27FC236}">
                  <a16:creationId xmlns:a16="http://schemas.microsoft.com/office/drawing/2014/main" id="{2DE53A77-ACC8-47E6-07E7-C00B9224FB14}"/>
                </a:ext>
              </a:extLst>
            </p:cNvPr>
            <p:cNvSpPr/>
            <p:nvPr/>
          </p:nvSpPr>
          <p:spPr>
            <a:xfrm>
              <a:off x="1882650" y="2631250"/>
              <a:ext cx="61700" cy="3050"/>
            </a:xfrm>
            <a:custGeom>
              <a:avLst/>
              <a:gdLst/>
              <a:ahLst/>
              <a:cxnLst/>
              <a:rect l="l" t="t" r="r" b="b"/>
              <a:pathLst>
                <a:path w="2468" h="122" extrusionOk="0">
                  <a:moveTo>
                    <a:pt x="65" y="1"/>
                  </a:moveTo>
                  <a:cubicBezTo>
                    <a:pt x="28" y="1"/>
                    <a:pt x="0" y="28"/>
                    <a:pt x="0" y="66"/>
                  </a:cubicBezTo>
                  <a:cubicBezTo>
                    <a:pt x="0" y="93"/>
                    <a:pt x="28" y="121"/>
                    <a:pt x="65" y="121"/>
                  </a:cubicBezTo>
                  <a:lnTo>
                    <a:pt x="2403" y="121"/>
                  </a:lnTo>
                  <a:cubicBezTo>
                    <a:pt x="2440" y="121"/>
                    <a:pt x="2468" y="93"/>
                    <a:pt x="2468" y="66"/>
                  </a:cubicBezTo>
                  <a:cubicBezTo>
                    <a:pt x="2468" y="28"/>
                    <a:pt x="2440" y="1"/>
                    <a:pt x="24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3">
              <a:extLst>
                <a:ext uri="{FF2B5EF4-FFF2-40B4-BE49-F238E27FC236}">
                  <a16:creationId xmlns:a16="http://schemas.microsoft.com/office/drawing/2014/main" id="{BBECFDB9-615F-0B5B-143D-6ABE036E4067}"/>
                </a:ext>
              </a:extLst>
            </p:cNvPr>
            <p:cNvSpPr/>
            <p:nvPr/>
          </p:nvSpPr>
          <p:spPr>
            <a:xfrm>
              <a:off x="1960575" y="263125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3">
              <a:extLst>
                <a:ext uri="{FF2B5EF4-FFF2-40B4-BE49-F238E27FC236}">
                  <a16:creationId xmlns:a16="http://schemas.microsoft.com/office/drawing/2014/main" id="{04A1A469-BF90-3029-2E15-334072B49714}"/>
                </a:ext>
              </a:extLst>
            </p:cNvPr>
            <p:cNvSpPr/>
            <p:nvPr/>
          </p:nvSpPr>
          <p:spPr>
            <a:xfrm>
              <a:off x="1833250" y="2744425"/>
              <a:ext cx="61475" cy="3050"/>
            </a:xfrm>
            <a:custGeom>
              <a:avLst/>
              <a:gdLst/>
              <a:ahLst/>
              <a:cxnLst/>
              <a:rect l="l" t="t" r="r" b="b"/>
              <a:pathLst>
                <a:path w="2459" h="122" extrusionOk="0">
                  <a:moveTo>
                    <a:pt x="56" y="1"/>
                  </a:moveTo>
                  <a:cubicBezTo>
                    <a:pt x="19" y="1"/>
                    <a:pt x="0" y="28"/>
                    <a:pt x="0" y="66"/>
                  </a:cubicBezTo>
                  <a:cubicBezTo>
                    <a:pt x="0" y="93"/>
                    <a:pt x="19" y="121"/>
                    <a:pt x="56" y="121"/>
                  </a:cubicBezTo>
                  <a:lnTo>
                    <a:pt x="2393" y="121"/>
                  </a:lnTo>
                  <a:cubicBezTo>
                    <a:pt x="2431" y="121"/>
                    <a:pt x="2458" y="93"/>
                    <a:pt x="2458" y="66"/>
                  </a:cubicBezTo>
                  <a:cubicBezTo>
                    <a:pt x="2458" y="28"/>
                    <a:pt x="2431" y="1"/>
                    <a:pt x="2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3">
              <a:extLst>
                <a:ext uri="{FF2B5EF4-FFF2-40B4-BE49-F238E27FC236}">
                  <a16:creationId xmlns:a16="http://schemas.microsoft.com/office/drawing/2014/main" id="{113F60E4-B10A-91B7-3FD9-6DDB90A79369}"/>
                </a:ext>
              </a:extLst>
            </p:cNvPr>
            <p:cNvSpPr/>
            <p:nvPr/>
          </p:nvSpPr>
          <p:spPr>
            <a:xfrm>
              <a:off x="1833250" y="2770400"/>
              <a:ext cx="24825" cy="2800"/>
            </a:xfrm>
            <a:custGeom>
              <a:avLst/>
              <a:gdLst/>
              <a:ahLst/>
              <a:cxnLst/>
              <a:rect l="l" t="t" r="r" b="b"/>
              <a:pathLst>
                <a:path w="993" h="112" extrusionOk="0">
                  <a:moveTo>
                    <a:pt x="56" y="1"/>
                  </a:moveTo>
                  <a:cubicBezTo>
                    <a:pt x="28" y="1"/>
                    <a:pt x="0" y="28"/>
                    <a:pt x="0" y="56"/>
                  </a:cubicBezTo>
                  <a:cubicBezTo>
                    <a:pt x="0" y="93"/>
                    <a:pt x="28" y="112"/>
                    <a:pt x="56" y="112"/>
                  </a:cubicBezTo>
                  <a:lnTo>
                    <a:pt x="937" y="112"/>
                  </a:lnTo>
                  <a:cubicBezTo>
                    <a:pt x="974" y="112"/>
                    <a:pt x="993" y="93"/>
                    <a:pt x="993" y="56"/>
                  </a:cubicBezTo>
                  <a:cubicBezTo>
                    <a:pt x="993" y="28"/>
                    <a:pt x="974"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3">
              <a:extLst>
                <a:ext uri="{FF2B5EF4-FFF2-40B4-BE49-F238E27FC236}">
                  <a16:creationId xmlns:a16="http://schemas.microsoft.com/office/drawing/2014/main" id="{3B11123F-2B82-91AE-D41E-8582D68EB891}"/>
                </a:ext>
              </a:extLst>
            </p:cNvPr>
            <p:cNvSpPr/>
            <p:nvPr/>
          </p:nvSpPr>
          <p:spPr>
            <a:xfrm>
              <a:off x="1630775" y="2920000"/>
              <a:ext cx="550375" cy="380600"/>
            </a:xfrm>
            <a:custGeom>
              <a:avLst/>
              <a:gdLst/>
              <a:ahLst/>
              <a:cxnLst/>
              <a:rect l="l" t="t" r="r" b="b"/>
              <a:pathLst>
                <a:path w="22015" h="15224" extrusionOk="0">
                  <a:moveTo>
                    <a:pt x="576" y="0"/>
                  </a:moveTo>
                  <a:cubicBezTo>
                    <a:pt x="260" y="0"/>
                    <a:pt x="1" y="260"/>
                    <a:pt x="1" y="575"/>
                  </a:cubicBezTo>
                  <a:lnTo>
                    <a:pt x="1" y="15019"/>
                  </a:lnTo>
                  <a:cubicBezTo>
                    <a:pt x="1" y="15130"/>
                    <a:pt x="93" y="15223"/>
                    <a:pt x="205" y="15223"/>
                  </a:cubicBezTo>
                  <a:lnTo>
                    <a:pt x="21810" y="15223"/>
                  </a:lnTo>
                  <a:cubicBezTo>
                    <a:pt x="21921" y="15223"/>
                    <a:pt x="22014" y="15130"/>
                    <a:pt x="22014" y="15019"/>
                  </a:cubicBezTo>
                  <a:lnTo>
                    <a:pt x="22014" y="575"/>
                  </a:lnTo>
                  <a:cubicBezTo>
                    <a:pt x="22014" y="260"/>
                    <a:pt x="21754" y="0"/>
                    <a:pt x="21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3">
              <a:extLst>
                <a:ext uri="{FF2B5EF4-FFF2-40B4-BE49-F238E27FC236}">
                  <a16:creationId xmlns:a16="http://schemas.microsoft.com/office/drawing/2014/main" id="{4853D0E0-7CE4-161F-2931-1E952A8FCD4D}"/>
                </a:ext>
              </a:extLst>
            </p:cNvPr>
            <p:cNvSpPr/>
            <p:nvPr/>
          </p:nvSpPr>
          <p:spPr>
            <a:xfrm>
              <a:off x="1629375" y="2918600"/>
              <a:ext cx="553150" cy="383375"/>
            </a:xfrm>
            <a:custGeom>
              <a:avLst/>
              <a:gdLst/>
              <a:ahLst/>
              <a:cxnLst/>
              <a:rect l="l" t="t" r="r" b="b"/>
              <a:pathLst>
                <a:path w="22126" h="15335" extrusionOk="0">
                  <a:moveTo>
                    <a:pt x="21495" y="121"/>
                  </a:moveTo>
                  <a:cubicBezTo>
                    <a:pt x="21773" y="121"/>
                    <a:pt x="22005" y="344"/>
                    <a:pt x="22005" y="631"/>
                  </a:cubicBezTo>
                  <a:lnTo>
                    <a:pt x="22005" y="15075"/>
                  </a:lnTo>
                  <a:cubicBezTo>
                    <a:pt x="22005" y="15149"/>
                    <a:pt x="21940" y="15214"/>
                    <a:pt x="21866" y="15214"/>
                  </a:cubicBezTo>
                  <a:lnTo>
                    <a:pt x="251" y="15214"/>
                  </a:lnTo>
                  <a:cubicBezTo>
                    <a:pt x="177" y="15214"/>
                    <a:pt x="112" y="15149"/>
                    <a:pt x="112" y="15075"/>
                  </a:cubicBezTo>
                  <a:lnTo>
                    <a:pt x="112" y="631"/>
                  </a:lnTo>
                  <a:cubicBezTo>
                    <a:pt x="112" y="344"/>
                    <a:pt x="344" y="121"/>
                    <a:pt x="632" y="121"/>
                  </a:cubicBezTo>
                  <a:close/>
                  <a:moveTo>
                    <a:pt x="632" y="0"/>
                  </a:moveTo>
                  <a:cubicBezTo>
                    <a:pt x="279" y="0"/>
                    <a:pt x="1" y="288"/>
                    <a:pt x="1" y="631"/>
                  </a:cubicBezTo>
                  <a:lnTo>
                    <a:pt x="1" y="15075"/>
                  </a:lnTo>
                  <a:cubicBezTo>
                    <a:pt x="1" y="15214"/>
                    <a:pt x="112" y="15335"/>
                    <a:pt x="261" y="15335"/>
                  </a:cubicBezTo>
                  <a:lnTo>
                    <a:pt x="21866" y="15335"/>
                  </a:lnTo>
                  <a:cubicBezTo>
                    <a:pt x="22005" y="15335"/>
                    <a:pt x="22126" y="15214"/>
                    <a:pt x="22126" y="15075"/>
                  </a:cubicBezTo>
                  <a:lnTo>
                    <a:pt x="22126" y="631"/>
                  </a:lnTo>
                  <a:cubicBezTo>
                    <a:pt x="22126" y="288"/>
                    <a:pt x="21838" y="0"/>
                    <a:pt x="214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3">
              <a:extLst>
                <a:ext uri="{FF2B5EF4-FFF2-40B4-BE49-F238E27FC236}">
                  <a16:creationId xmlns:a16="http://schemas.microsoft.com/office/drawing/2014/main" id="{5DFCDF33-54A1-4B19-E6BE-B0C000F11ECE}"/>
                </a:ext>
              </a:extLst>
            </p:cNvPr>
            <p:cNvSpPr/>
            <p:nvPr/>
          </p:nvSpPr>
          <p:spPr>
            <a:xfrm>
              <a:off x="1670900" y="2956625"/>
              <a:ext cx="469875" cy="307325"/>
            </a:xfrm>
            <a:custGeom>
              <a:avLst/>
              <a:gdLst/>
              <a:ahLst/>
              <a:cxnLst/>
              <a:rect l="l" t="t" r="r" b="b"/>
              <a:pathLst>
                <a:path w="18795" h="12293" extrusionOk="0">
                  <a:moveTo>
                    <a:pt x="0" y="1"/>
                  </a:moveTo>
                  <a:lnTo>
                    <a:pt x="0" y="12292"/>
                  </a:lnTo>
                  <a:lnTo>
                    <a:pt x="18795" y="12292"/>
                  </a:lnTo>
                  <a:lnTo>
                    <a:pt x="187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3">
              <a:extLst>
                <a:ext uri="{FF2B5EF4-FFF2-40B4-BE49-F238E27FC236}">
                  <a16:creationId xmlns:a16="http://schemas.microsoft.com/office/drawing/2014/main" id="{FD0682C9-94E6-6F00-6370-E8E6CFC815C6}"/>
                </a:ext>
              </a:extLst>
            </p:cNvPr>
            <p:cNvSpPr/>
            <p:nvPr/>
          </p:nvSpPr>
          <p:spPr>
            <a:xfrm>
              <a:off x="1669500" y="2955000"/>
              <a:ext cx="472675" cy="310325"/>
            </a:xfrm>
            <a:custGeom>
              <a:avLst/>
              <a:gdLst/>
              <a:ahLst/>
              <a:cxnLst/>
              <a:rect l="l" t="t" r="r" b="b"/>
              <a:pathLst>
                <a:path w="18907" h="12413" extrusionOk="0">
                  <a:moveTo>
                    <a:pt x="18795" y="121"/>
                  </a:moveTo>
                  <a:lnTo>
                    <a:pt x="18795" y="12302"/>
                  </a:lnTo>
                  <a:lnTo>
                    <a:pt x="121" y="12302"/>
                  </a:lnTo>
                  <a:lnTo>
                    <a:pt x="121" y="121"/>
                  </a:lnTo>
                  <a:close/>
                  <a:moveTo>
                    <a:pt x="56" y="1"/>
                  </a:moveTo>
                  <a:cubicBezTo>
                    <a:pt x="29" y="1"/>
                    <a:pt x="1" y="29"/>
                    <a:pt x="1" y="66"/>
                  </a:cubicBezTo>
                  <a:lnTo>
                    <a:pt x="1" y="12357"/>
                  </a:lnTo>
                  <a:cubicBezTo>
                    <a:pt x="1" y="12394"/>
                    <a:pt x="29" y="12413"/>
                    <a:pt x="56" y="12413"/>
                  </a:cubicBezTo>
                  <a:lnTo>
                    <a:pt x="18851" y="12413"/>
                  </a:lnTo>
                  <a:cubicBezTo>
                    <a:pt x="18888" y="12413"/>
                    <a:pt x="18907" y="12394"/>
                    <a:pt x="18907" y="12357"/>
                  </a:cubicBezTo>
                  <a:lnTo>
                    <a:pt x="18907" y="66"/>
                  </a:lnTo>
                  <a:cubicBezTo>
                    <a:pt x="18907" y="29"/>
                    <a:pt x="18879" y="1"/>
                    <a:pt x="188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3">
              <a:extLst>
                <a:ext uri="{FF2B5EF4-FFF2-40B4-BE49-F238E27FC236}">
                  <a16:creationId xmlns:a16="http://schemas.microsoft.com/office/drawing/2014/main" id="{B7E63A8A-6632-4DFC-91F6-4B629D90A57D}"/>
                </a:ext>
              </a:extLst>
            </p:cNvPr>
            <p:cNvSpPr/>
            <p:nvPr/>
          </p:nvSpPr>
          <p:spPr>
            <a:xfrm>
              <a:off x="1900275" y="2932975"/>
              <a:ext cx="11375" cy="11400"/>
            </a:xfrm>
            <a:custGeom>
              <a:avLst/>
              <a:gdLst/>
              <a:ahLst/>
              <a:cxnLst/>
              <a:rect l="l" t="t" r="r" b="b"/>
              <a:pathLst>
                <a:path w="455" h="456" extrusionOk="0">
                  <a:moveTo>
                    <a:pt x="223" y="121"/>
                  </a:moveTo>
                  <a:cubicBezTo>
                    <a:pt x="288" y="121"/>
                    <a:pt x="334" y="168"/>
                    <a:pt x="334" y="232"/>
                  </a:cubicBezTo>
                  <a:cubicBezTo>
                    <a:pt x="334" y="288"/>
                    <a:pt x="288" y="344"/>
                    <a:pt x="223" y="344"/>
                  </a:cubicBezTo>
                  <a:cubicBezTo>
                    <a:pt x="167" y="344"/>
                    <a:pt x="111" y="288"/>
                    <a:pt x="111" y="232"/>
                  </a:cubicBezTo>
                  <a:cubicBezTo>
                    <a:pt x="111" y="168"/>
                    <a:pt x="167" y="121"/>
                    <a:pt x="223" y="121"/>
                  </a:cubicBezTo>
                  <a:close/>
                  <a:moveTo>
                    <a:pt x="223" y="1"/>
                  </a:moveTo>
                  <a:cubicBezTo>
                    <a:pt x="102" y="1"/>
                    <a:pt x="0" y="103"/>
                    <a:pt x="0" y="232"/>
                  </a:cubicBezTo>
                  <a:cubicBezTo>
                    <a:pt x="0" y="353"/>
                    <a:pt x="102" y="455"/>
                    <a:pt x="223" y="455"/>
                  </a:cubicBezTo>
                  <a:cubicBezTo>
                    <a:pt x="353" y="455"/>
                    <a:pt x="455" y="353"/>
                    <a:pt x="455" y="232"/>
                  </a:cubicBezTo>
                  <a:cubicBezTo>
                    <a:pt x="455" y="103"/>
                    <a:pt x="353" y="1"/>
                    <a:pt x="2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3">
              <a:extLst>
                <a:ext uri="{FF2B5EF4-FFF2-40B4-BE49-F238E27FC236}">
                  <a16:creationId xmlns:a16="http://schemas.microsoft.com/office/drawing/2014/main" id="{0B2A6BE5-4912-A1DB-0212-CF762D469085}"/>
                </a:ext>
              </a:extLst>
            </p:cNvPr>
            <p:cNvSpPr/>
            <p:nvPr/>
          </p:nvSpPr>
          <p:spPr>
            <a:xfrm>
              <a:off x="1540800" y="3297550"/>
              <a:ext cx="730325" cy="49200"/>
            </a:xfrm>
            <a:custGeom>
              <a:avLst/>
              <a:gdLst/>
              <a:ahLst/>
              <a:cxnLst/>
              <a:rect l="l" t="t" r="r" b="b"/>
              <a:pathLst>
                <a:path w="29213" h="1968" extrusionOk="0">
                  <a:moveTo>
                    <a:pt x="0" y="0"/>
                  </a:moveTo>
                  <a:lnTo>
                    <a:pt x="0" y="1206"/>
                  </a:lnTo>
                  <a:cubicBezTo>
                    <a:pt x="0" y="1624"/>
                    <a:pt x="343" y="1967"/>
                    <a:pt x="761" y="1967"/>
                  </a:cubicBezTo>
                  <a:lnTo>
                    <a:pt x="28443" y="1967"/>
                  </a:lnTo>
                  <a:cubicBezTo>
                    <a:pt x="28869" y="1967"/>
                    <a:pt x="29213" y="1624"/>
                    <a:pt x="29213" y="1206"/>
                  </a:cubicBezTo>
                  <a:lnTo>
                    <a:pt x="292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3">
              <a:extLst>
                <a:ext uri="{FF2B5EF4-FFF2-40B4-BE49-F238E27FC236}">
                  <a16:creationId xmlns:a16="http://schemas.microsoft.com/office/drawing/2014/main" id="{77ADE9D8-81F2-8847-1482-310540023BBA}"/>
                </a:ext>
              </a:extLst>
            </p:cNvPr>
            <p:cNvSpPr/>
            <p:nvPr/>
          </p:nvSpPr>
          <p:spPr>
            <a:xfrm>
              <a:off x="1539175" y="3296150"/>
              <a:ext cx="733350" cy="52225"/>
            </a:xfrm>
            <a:custGeom>
              <a:avLst/>
              <a:gdLst/>
              <a:ahLst/>
              <a:cxnLst/>
              <a:rect l="l" t="t" r="r" b="b"/>
              <a:pathLst>
                <a:path w="29334" h="2089" extrusionOk="0">
                  <a:moveTo>
                    <a:pt x="29222" y="112"/>
                  </a:moveTo>
                  <a:lnTo>
                    <a:pt x="29222" y="1262"/>
                  </a:lnTo>
                  <a:cubicBezTo>
                    <a:pt x="29222" y="1652"/>
                    <a:pt x="28897" y="1967"/>
                    <a:pt x="28508" y="1967"/>
                  </a:cubicBezTo>
                  <a:lnTo>
                    <a:pt x="826" y="1967"/>
                  </a:lnTo>
                  <a:cubicBezTo>
                    <a:pt x="436" y="1967"/>
                    <a:pt x="121" y="1652"/>
                    <a:pt x="121" y="1262"/>
                  </a:cubicBezTo>
                  <a:lnTo>
                    <a:pt x="121" y="112"/>
                  </a:lnTo>
                  <a:close/>
                  <a:moveTo>
                    <a:pt x="65" y="1"/>
                  </a:moveTo>
                  <a:cubicBezTo>
                    <a:pt x="28" y="1"/>
                    <a:pt x="0" y="29"/>
                    <a:pt x="0" y="56"/>
                  </a:cubicBezTo>
                  <a:lnTo>
                    <a:pt x="0" y="1262"/>
                  </a:lnTo>
                  <a:cubicBezTo>
                    <a:pt x="0" y="1717"/>
                    <a:pt x="371" y="2088"/>
                    <a:pt x="826" y="2088"/>
                  </a:cubicBezTo>
                  <a:lnTo>
                    <a:pt x="28508" y="2088"/>
                  </a:lnTo>
                  <a:cubicBezTo>
                    <a:pt x="28962" y="2088"/>
                    <a:pt x="29333" y="1717"/>
                    <a:pt x="29333" y="1262"/>
                  </a:cubicBezTo>
                  <a:lnTo>
                    <a:pt x="29333" y="56"/>
                  </a:lnTo>
                  <a:cubicBezTo>
                    <a:pt x="29333" y="29"/>
                    <a:pt x="29305" y="1"/>
                    <a:pt x="29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3">
              <a:extLst>
                <a:ext uri="{FF2B5EF4-FFF2-40B4-BE49-F238E27FC236}">
                  <a16:creationId xmlns:a16="http://schemas.microsoft.com/office/drawing/2014/main" id="{51892C59-80B0-CB90-8A26-6EC2DB756092}"/>
                </a:ext>
              </a:extLst>
            </p:cNvPr>
            <p:cNvSpPr/>
            <p:nvPr/>
          </p:nvSpPr>
          <p:spPr>
            <a:xfrm>
              <a:off x="1546350" y="3333725"/>
              <a:ext cx="719200" cy="3050"/>
            </a:xfrm>
            <a:custGeom>
              <a:avLst/>
              <a:gdLst/>
              <a:ahLst/>
              <a:cxnLst/>
              <a:rect l="l" t="t" r="r" b="b"/>
              <a:pathLst>
                <a:path w="28768" h="122" extrusionOk="0">
                  <a:moveTo>
                    <a:pt x="56" y="1"/>
                  </a:moveTo>
                  <a:cubicBezTo>
                    <a:pt x="19" y="1"/>
                    <a:pt x="1" y="28"/>
                    <a:pt x="1" y="66"/>
                  </a:cubicBezTo>
                  <a:cubicBezTo>
                    <a:pt x="1" y="93"/>
                    <a:pt x="19" y="121"/>
                    <a:pt x="56" y="121"/>
                  </a:cubicBezTo>
                  <a:lnTo>
                    <a:pt x="28712" y="121"/>
                  </a:lnTo>
                  <a:cubicBezTo>
                    <a:pt x="28740" y="121"/>
                    <a:pt x="28768" y="93"/>
                    <a:pt x="28768" y="66"/>
                  </a:cubicBezTo>
                  <a:cubicBezTo>
                    <a:pt x="28768" y="28"/>
                    <a:pt x="28740" y="1"/>
                    <a:pt x="287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a:extLst>
                <a:ext uri="{FF2B5EF4-FFF2-40B4-BE49-F238E27FC236}">
                  <a16:creationId xmlns:a16="http://schemas.microsoft.com/office/drawing/2014/main" id="{38AABCC5-A01F-96E3-9199-ABCED43221B3}"/>
                </a:ext>
              </a:extLst>
            </p:cNvPr>
            <p:cNvSpPr/>
            <p:nvPr/>
          </p:nvSpPr>
          <p:spPr>
            <a:xfrm>
              <a:off x="1836250" y="3300575"/>
              <a:ext cx="139400" cy="15550"/>
            </a:xfrm>
            <a:custGeom>
              <a:avLst/>
              <a:gdLst/>
              <a:ahLst/>
              <a:cxnLst/>
              <a:rect l="l" t="t" r="r" b="b"/>
              <a:pathLst>
                <a:path w="5576" h="622" extrusionOk="0">
                  <a:moveTo>
                    <a:pt x="1" y="0"/>
                  </a:moveTo>
                  <a:lnTo>
                    <a:pt x="1" y="622"/>
                  </a:lnTo>
                  <a:lnTo>
                    <a:pt x="5576" y="622"/>
                  </a:lnTo>
                  <a:lnTo>
                    <a:pt x="55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3">
              <a:extLst>
                <a:ext uri="{FF2B5EF4-FFF2-40B4-BE49-F238E27FC236}">
                  <a16:creationId xmlns:a16="http://schemas.microsoft.com/office/drawing/2014/main" id="{339E2ACA-A5AE-1BD3-322C-83D14761D776}"/>
                </a:ext>
              </a:extLst>
            </p:cNvPr>
            <p:cNvSpPr/>
            <p:nvPr/>
          </p:nvSpPr>
          <p:spPr>
            <a:xfrm>
              <a:off x="1834875" y="3299175"/>
              <a:ext cx="142175" cy="18350"/>
            </a:xfrm>
            <a:custGeom>
              <a:avLst/>
              <a:gdLst/>
              <a:ahLst/>
              <a:cxnLst/>
              <a:rect l="l" t="t" r="r" b="b"/>
              <a:pathLst>
                <a:path w="5687" h="734" extrusionOk="0">
                  <a:moveTo>
                    <a:pt x="5566" y="121"/>
                  </a:moveTo>
                  <a:lnTo>
                    <a:pt x="5566" y="613"/>
                  </a:lnTo>
                  <a:lnTo>
                    <a:pt x="111" y="613"/>
                  </a:lnTo>
                  <a:lnTo>
                    <a:pt x="111" y="121"/>
                  </a:lnTo>
                  <a:close/>
                  <a:moveTo>
                    <a:pt x="56" y="0"/>
                  </a:moveTo>
                  <a:cubicBezTo>
                    <a:pt x="19" y="0"/>
                    <a:pt x="0" y="28"/>
                    <a:pt x="0" y="56"/>
                  </a:cubicBezTo>
                  <a:lnTo>
                    <a:pt x="0" y="678"/>
                  </a:lnTo>
                  <a:cubicBezTo>
                    <a:pt x="0" y="705"/>
                    <a:pt x="19" y="733"/>
                    <a:pt x="56" y="733"/>
                  </a:cubicBezTo>
                  <a:lnTo>
                    <a:pt x="5631" y="733"/>
                  </a:lnTo>
                  <a:cubicBezTo>
                    <a:pt x="5659" y="733"/>
                    <a:pt x="5687" y="705"/>
                    <a:pt x="5687" y="678"/>
                  </a:cubicBezTo>
                  <a:lnTo>
                    <a:pt x="5687" y="56"/>
                  </a:lnTo>
                  <a:cubicBezTo>
                    <a:pt x="5687" y="28"/>
                    <a:pt x="5659" y="0"/>
                    <a:pt x="5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a:extLst>
                <a:ext uri="{FF2B5EF4-FFF2-40B4-BE49-F238E27FC236}">
                  <a16:creationId xmlns:a16="http://schemas.microsoft.com/office/drawing/2014/main" id="{09A107E1-4F9B-0BF6-BC05-7366D740F86A}"/>
                </a:ext>
              </a:extLst>
            </p:cNvPr>
            <p:cNvSpPr/>
            <p:nvPr/>
          </p:nvSpPr>
          <p:spPr>
            <a:xfrm>
              <a:off x="1743950" y="3008825"/>
              <a:ext cx="294325" cy="215000"/>
            </a:xfrm>
            <a:custGeom>
              <a:avLst/>
              <a:gdLst/>
              <a:ahLst/>
              <a:cxnLst/>
              <a:rect l="l" t="t" r="r" b="b"/>
              <a:pathLst>
                <a:path w="11773" h="8600" extrusionOk="0">
                  <a:moveTo>
                    <a:pt x="223" y="0"/>
                  </a:moveTo>
                  <a:cubicBezTo>
                    <a:pt x="103" y="0"/>
                    <a:pt x="1" y="102"/>
                    <a:pt x="1" y="223"/>
                  </a:cubicBezTo>
                  <a:lnTo>
                    <a:pt x="1" y="8377"/>
                  </a:lnTo>
                  <a:cubicBezTo>
                    <a:pt x="1" y="8497"/>
                    <a:pt x="103" y="8599"/>
                    <a:pt x="223" y="8599"/>
                  </a:cubicBezTo>
                  <a:lnTo>
                    <a:pt x="11559" y="8599"/>
                  </a:lnTo>
                  <a:cubicBezTo>
                    <a:pt x="11680" y="8599"/>
                    <a:pt x="11773" y="8497"/>
                    <a:pt x="11773" y="8377"/>
                  </a:cubicBezTo>
                  <a:lnTo>
                    <a:pt x="11773" y="223"/>
                  </a:lnTo>
                  <a:cubicBezTo>
                    <a:pt x="11773" y="102"/>
                    <a:pt x="11680" y="0"/>
                    <a:pt x="115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a:extLst>
                <a:ext uri="{FF2B5EF4-FFF2-40B4-BE49-F238E27FC236}">
                  <a16:creationId xmlns:a16="http://schemas.microsoft.com/office/drawing/2014/main" id="{EB59209A-E23E-BFCC-9130-66263BD83D66}"/>
                </a:ext>
              </a:extLst>
            </p:cNvPr>
            <p:cNvSpPr/>
            <p:nvPr/>
          </p:nvSpPr>
          <p:spPr>
            <a:xfrm>
              <a:off x="1760425" y="2992575"/>
              <a:ext cx="294325" cy="36200"/>
            </a:xfrm>
            <a:custGeom>
              <a:avLst/>
              <a:gdLst/>
              <a:ahLst/>
              <a:cxnLst/>
              <a:rect l="l" t="t" r="r" b="b"/>
              <a:pathLst>
                <a:path w="11773" h="1448" extrusionOk="0">
                  <a:moveTo>
                    <a:pt x="269" y="1"/>
                  </a:moveTo>
                  <a:cubicBezTo>
                    <a:pt x="121" y="1"/>
                    <a:pt x="0" y="121"/>
                    <a:pt x="0" y="260"/>
                  </a:cubicBezTo>
                  <a:lnTo>
                    <a:pt x="0" y="1448"/>
                  </a:lnTo>
                  <a:lnTo>
                    <a:pt x="11772" y="1448"/>
                  </a:lnTo>
                  <a:lnTo>
                    <a:pt x="11772" y="344"/>
                  </a:lnTo>
                  <a:cubicBezTo>
                    <a:pt x="11772" y="158"/>
                    <a:pt x="11624" y="1"/>
                    <a:pt x="1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a:extLst>
                <a:ext uri="{FF2B5EF4-FFF2-40B4-BE49-F238E27FC236}">
                  <a16:creationId xmlns:a16="http://schemas.microsoft.com/office/drawing/2014/main" id="{3A11B9E1-27EC-71FB-7765-E32C3C1FC0C2}"/>
                </a:ext>
              </a:extLst>
            </p:cNvPr>
            <p:cNvSpPr/>
            <p:nvPr/>
          </p:nvSpPr>
          <p:spPr>
            <a:xfrm>
              <a:off x="1759025" y="2991175"/>
              <a:ext cx="297350" cy="39000"/>
            </a:xfrm>
            <a:custGeom>
              <a:avLst/>
              <a:gdLst/>
              <a:ahLst/>
              <a:cxnLst/>
              <a:rect l="l" t="t" r="r" b="b"/>
              <a:pathLst>
                <a:path w="11894" h="1560" extrusionOk="0">
                  <a:moveTo>
                    <a:pt x="11494" y="112"/>
                  </a:moveTo>
                  <a:cubicBezTo>
                    <a:pt x="11643" y="112"/>
                    <a:pt x="11773" y="242"/>
                    <a:pt x="11773" y="400"/>
                  </a:cubicBezTo>
                  <a:lnTo>
                    <a:pt x="11773" y="1448"/>
                  </a:lnTo>
                  <a:lnTo>
                    <a:pt x="112" y="1448"/>
                  </a:lnTo>
                  <a:lnTo>
                    <a:pt x="112" y="316"/>
                  </a:lnTo>
                  <a:cubicBezTo>
                    <a:pt x="112" y="205"/>
                    <a:pt x="205" y="112"/>
                    <a:pt x="325" y="112"/>
                  </a:cubicBezTo>
                  <a:close/>
                  <a:moveTo>
                    <a:pt x="316" y="1"/>
                  </a:moveTo>
                  <a:cubicBezTo>
                    <a:pt x="140" y="1"/>
                    <a:pt x="1" y="140"/>
                    <a:pt x="1" y="326"/>
                  </a:cubicBezTo>
                  <a:lnTo>
                    <a:pt x="1" y="1559"/>
                  </a:lnTo>
                  <a:lnTo>
                    <a:pt x="11893" y="1559"/>
                  </a:lnTo>
                  <a:lnTo>
                    <a:pt x="11893" y="400"/>
                  </a:lnTo>
                  <a:cubicBezTo>
                    <a:pt x="11893" y="177"/>
                    <a:pt x="11708" y="1"/>
                    <a:pt x="11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3">
              <a:extLst>
                <a:ext uri="{FF2B5EF4-FFF2-40B4-BE49-F238E27FC236}">
                  <a16:creationId xmlns:a16="http://schemas.microsoft.com/office/drawing/2014/main" id="{E550F7A7-A6E8-8407-F1CD-281B13E50F5F}"/>
                </a:ext>
              </a:extLst>
            </p:cNvPr>
            <p:cNvSpPr/>
            <p:nvPr/>
          </p:nvSpPr>
          <p:spPr>
            <a:xfrm>
              <a:off x="1793350" y="3003250"/>
              <a:ext cx="14175" cy="14175"/>
            </a:xfrm>
            <a:custGeom>
              <a:avLst/>
              <a:gdLst/>
              <a:ahLst/>
              <a:cxnLst/>
              <a:rect l="l" t="t" r="r" b="b"/>
              <a:pathLst>
                <a:path w="567" h="567" extrusionOk="0">
                  <a:moveTo>
                    <a:pt x="279" y="121"/>
                  </a:moveTo>
                  <a:cubicBezTo>
                    <a:pt x="372" y="121"/>
                    <a:pt x="446" y="195"/>
                    <a:pt x="446" y="279"/>
                  </a:cubicBezTo>
                  <a:cubicBezTo>
                    <a:pt x="446" y="371"/>
                    <a:pt x="372" y="446"/>
                    <a:pt x="279" y="446"/>
                  </a:cubicBezTo>
                  <a:cubicBezTo>
                    <a:pt x="195" y="446"/>
                    <a:pt x="121" y="371"/>
                    <a:pt x="121" y="279"/>
                  </a:cubicBezTo>
                  <a:cubicBezTo>
                    <a:pt x="121" y="195"/>
                    <a:pt x="195" y="121"/>
                    <a:pt x="279" y="121"/>
                  </a:cubicBezTo>
                  <a:close/>
                  <a:moveTo>
                    <a:pt x="279" y="0"/>
                  </a:moveTo>
                  <a:cubicBezTo>
                    <a:pt x="130" y="0"/>
                    <a:pt x="1" y="130"/>
                    <a:pt x="1" y="279"/>
                  </a:cubicBezTo>
                  <a:cubicBezTo>
                    <a:pt x="1" y="436"/>
                    <a:pt x="130" y="566"/>
                    <a:pt x="279" y="566"/>
                  </a:cubicBezTo>
                  <a:cubicBezTo>
                    <a:pt x="437" y="566"/>
                    <a:pt x="566" y="436"/>
                    <a:pt x="566" y="279"/>
                  </a:cubicBezTo>
                  <a:cubicBezTo>
                    <a:pt x="566"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3">
              <a:extLst>
                <a:ext uri="{FF2B5EF4-FFF2-40B4-BE49-F238E27FC236}">
                  <a16:creationId xmlns:a16="http://schemas.microsoft.com/office/drawing/2014/main" id="{6860B569-059F-7C66-4F2A-276DBE7862E7}"/>
                </a:ext>
              </a:extLst>
            </p:cNvPr>
            <p:cNvSpPr/>
            <p:nvPr/>
          </p:nvSpPr>
          <p:spPr>
            <a:xfrm>
              <a:off x="1815150" y="3003250"/>
              <a:ext cx="13950" cy="14175"/>
            </a:xfrm>
            <a:custGeom>
              <a:avLst/>
              <a:gdLst/>
              <a:ahLst/>
              <a:cxnLst/>
              <a:rect l="l" t="t" r="r" b="b"/>
              <a:pathLst>
                <a:path w="558" h="567" extrusionOk="0">
                  <a:moveTo>
                    <a:pt x="279" y="121"/>
                  </a:moveTo>
                  <a:cubicBezTo>
                    <a:pt x="372" y="121"/>
                    <a:pt x="446" y="195"/>
                    <a:pt x="446" y="279"/>
                  </a:cubicBezTo>
                  <a:cubicBezTo>
                    <a:pt x="446" y="371"/>
                    <a:pt x="372" y="446"/>
                    <a:pt x="279" y="446"/>
                  </a:cubicBezTo>
                  <a:cubicBezTo>
                    <a:pt x="186" y="446"/>
                    <a:pt x="112" y="371"/>
                    <a:pt x="112" y="279"/>
                  </a:cubicBezTo>
                  <a:cubicBezTo>
                    <a:pt x="112" y="195"/>
                    <a:pt x="186" y="121"/>
                    <a:pt x="279" y="121"/>
                  </a:cubicBezTo>
                  <a:close/>
                  <a:moveTo>
                    <a:pt x="279" y="0"/>
                  </a:moveTo>
                  <a:cubicBezTo>
                    <a:pt x="121" y="0"/>
                    <a:pt x="1" y="130"/>
                    <a:pt x="1" y="279"/>
                  </a:cubicBezTo>
                  <a:cubicBezTo>
                    <a:pt x="1" y="436"/>
                    <a:pt x="121" y="566"/>
                    <a:pt x="279" y="566"/>
                  </a:cubicBezTo>
                  <a:cubicBezTo>
                    <a:pt x="437" y="566"/>
                    <a:pt x="557" y="436"/>
                    <a:pt x="557" y="279"/>
                  </a:cubicBezTo>
                  <a:cubicBezTo>
                    <a:pt x="557"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3">
              <a:extLst>
                <a:ext uri="{FF2B5EF4-FFF2-40B4-BE49-F238E27FC236}">
                  <a16:creationId xmlns:a16="http://schemas.microsoft.com/office/drawing/2014/main" id="{8A6EAD01-A85F-E2B1-51C5-B61F267F198A}"/>
                </a:ext>
              </a:extLst>
            </p:cNvPr>
            <p:cNvSpPr/>
            <p:nvPr/>
          </p:nvSpPr>
          <p:spPr>
            <a:xfrm>
              <a:off x="1771775" y="3003250"/>
              <a:ext cx="14175" cy="14175"/>
            </a:xfrm>
            <a:custGeom>
              <a:avLst/>
              <a:gdLst/>
              <a:ahLst/>
              <a:cxnLst/>
              <a:rect l="l" t="t" r="r" b="b"/>
              <a:pathLst>
                <a:path w="567" h="567" extrusionOk="0">
                  <a:moveTo>
                    <a:pt x="288" y="121"/>
                  </a:moveTo>
                  <a:cubicBezTo>
                    <a:pt x="372" y="121"/>
                    <a:pt x="446" y="195"/>
                    <a:pt x="446" y="279"/>
                  </a:cubicBezTo>
                  <a:cubicBezTo>
                    <a:pt x="446" y="371"/>
                    <a:pt x="372" y="446"/>
                    <a:pt x="288" y="446"/>
                  </a:cubicBezTo>
                  <a:cubicBezTo>
                    <a:pt x="196" y="446"/>
                    <a:pt x="121" y="371"/>
                    <a:pt x="121" y="279"/>
                  </a:cubicBezTo>
                  <a:cubicBezTo>
                    <a:pt x="121" y="195"/>
                    <a:pt x="196" y="121"/>
                    <a:pt x="288" y="121"/>
                  </a:cubicBezTo>
                  <a:close/>
                  <a:moveTo>
                    <a:pt x="288" y="0"/>
                  </a:moveTo>
                  <a:cubicBezTo>
                    <a:pt x="131" y="0"/>
                    <a:pt x="1" y="130"/>
                    <a:pt x="1" y="279"/>
                  </a:cubicBezTo>
                  <a:cubicBezTo>
                    <a:pt x="1" y="436"/>
                    <a:pt x="131" y="566"/>
                    <a:pt x="288" y="566"/>
                  </a:cubicBezTo>
                  <a:cubicBezTo>
                    <a:pt x="437" y="566"/>
                    <a:pt x="567" y="436"/>
                    <a:pt x="567" y="279"/>
                  </a:cubicBezTo>
                  <a:cubicBezTo>
                    <a:pt x="567" y="130"/>
                    <a:pt x="437"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3">
              <a:extLst>
                <a:ext uri="{FF2B5EF4-FFF2-40B4-BE49-F238E27FC236}">
                  <a16:creationId xmlns:a16="http://schemas.microsoft.com/office/drawing/2014/main" id="{D5F33B89-8D96-B30D-AD93-DE3791DADE50}"/>
                </a:ext>
              </a:extLst>
            </p:cNvPr>
            <p:cNvSpPr/>
            <p:nvPr/>
          </p:nvSpPr>
          <p:spPr>
            <a:xfrm>
              <a:off x="1760175" y="3028750"/>
              <a:ext cx="294575" cy="177225"/>
            </a:xfrm>
            <a:custGeom>
              <a:avLst/>
              <a:gdLst/>
              <a:ahLst/>
              <a:cxnLst/>
              <a:rect l="l" t="t" r="r" b="b"/>
              <a:pathLst>
                <a:path w="11783" h="7089" extrusionOk="0">
                  <a:moveTo>
                    <a:pt x="47" y="1"/>
                  </a:moveTo>
                  <a:cubicBezTo>
                    <a:pt x="19" y="1"/>
                    <a:pt x="1" y="19"/>
                    <a:pt x="1" y="38"/>
                  </a:cubicBezTo>
                  <a:lnTo>
                    <a:pt x="1" y="7051"/>
                  </a:lnTo>
                  <a:cubicBezTo>
                    <a:pt x="1" y="7070"/>
                    <a:pt x="19" y="7088"/>
                    <a:pt x="47" y="7088"/>
                  </a:cubicBezTo>
                  <a:lnTo>
                    <a:pt x="11745" y="7088"/>
                  </a:lnTo>
                  <a:cubicBezTo>
                    <a:pt x="11764" y="7088"/>
                    <a:pt x="11782" y="7070"/>
                    <a:pt x="11782" y="7051"/>
                  </a:cubicBezTo>
                  <a:lnTo>
                    <a:pt x="11782" y="38"/>
                  </a:lnTo>
                  <a:cubicBezTo>
                    <a:pt x="11782" y="19"/>
                    <a:pt x="11764" y="1"/>
                    <a:pt x="117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3">
              <a:extLst>
                <a:ext uri="{FF2B5EF4-FFF2-40B4-BE49-F238E27FC236}">
                  <a16:creationId xmlns:a16="http://schemas.microsoft.com/office/drawing/2014/main" id="{E236CEAE-2B35-77A5-62E3-AB25B621F225}"/>
                </a:ext>
              </a:extLst>
            </p:cNvPr>
            <p:cNvSpPr/>
            <p:nvPr/>
          </p:nvSpPr>
          <p:spPr>
            <a:xfrm>
              <a:off x="1758800" y="3027375"/>
              <a:ext cx="297325" cy="179975"/>
            </a:xfrm>
            <a:custGeom>
              <a:avLst/>
              <a:gdLst/>
              <a:ahLst/>
              <a:cxnLst/>
              <a:rect l="l" t="t" r="r" b="b"/>
              <a:pathLst>
                <a:path w="11893" h="7199" extrusionOk="0">
                  <a:moveTo>
                    <a:pt x="11782" y="111"/>
                  </a:moveTo>
                  <a:lnTo>
                    <a:pt x="11782" y="7087"/>
                  </a:lnTo>
                  <a:lnTo>
                    <a:pt x="121" y="7087"/>
                  </a:lnTo>
                  <a:lnTo>
                    <a:pt x="121" y="111"/>
                  </a:lnTo>
                  <a:close/>
                  <a:moveTo>
                    <a:pt x="102" y="0"/>
                  </a:moveTo>
                  <a:cubicBezTo>
                    <a:pt x="47" y="0"/>
                    <a:pt x="0" y="47"/>
                    <a:pt x="0" y="93"/>
                  </a:cubicBezTo>
                  <a:lnTo>
                    <a:pt x="0" y="7106"/>
                  </a:lnTo>
                  <a:cubicBezTo>
                    <a:pt x="0" y="7162"/>
                    <a:pt x="47" y="7199"/>
                    <a:pt x="102" y="7199"/>
                  </a:cubicBezTo>
                  <a:lnTo>
                    <a:pt x="11800" y="7199"/>
                  </a:lnTo>
                  <a:cubicBezTo>
                    <a:pt x="11856" y="7199"/>
                    <a:pt x="11893" y="7162"/>
                    <a:pt x="11893" y="7106"/>
                  </a:cubicBezTo>
                  <a:lnTo>
                    <a:pt x="11893" y="93"/>
                  </a:lnTo>
                  <a:cubicBezTo>
                    <a:pt x="11893" y="47"/>
                    <a:pt x="11856" y="0"/>
                    <a:pt x="11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3">
              <a:extLst>
                <a:ext uri="{FF2B5EF4-FFF2-40B4-BE49-F238E27FC236}">
                  <a16:creationId xmlns:a16="http://schemas.microsoft.com/office/drawing/2014/main" id="{14991FB1-8846-F362-CF31-A543FFBAEC60}"/>
                </a:ext>
              </a:extLst>
            </p:cNvPr>
            <p:cNvSpPr/>
            <p:nvPr/>
          </p:nvSpPr>
          <p:spPr>
            <a:xfrm>
              <a:off x="1961950" y="3064475"/>
              <a:ext cx="65200" cy="100675"/>
            </a:xfrm>
            <a:custGeom>
              <a:avLst/>
              <a:gdLst/>
              <a:ahLst/>
              <a:cxnLst/>
              <a:rect l="l" t="t" r="r" b="b"/>
              <a:pathLst>
                <a:path w="2608" h="4027" extrusionOk="0">
                  <a:moveTo>
                    <a:pt x="19" y="0"/>
                  </a:moveTo>
                  <a:cubicBezTo>
                    <a:pt x="10" y="0"/>
                    <a:pt x="1" y="10"/>
                    <a:pt x="1" y="28"/>
                  </a:cubicBezTo>
                  <a:lnTo>
                    <a:pt x="1" y="4008"/>
                  </a:lnTo>
                  <a:cubicBezTo>
                    <a:pt x="1" y="4017"/>
                    <a:pt x="10" y="4026"/>
                    <a:pt x="19" y="4026"/>
                  </a:cubicBezTo>
                  <a:lnTo>
                    <a:pt x="2589" y="4026"/>
                  </a:lnTo>
                  <a:cubicBezTo>
                    <a:pt x="2598" y="4026"/>
                    <a:pt x="2607" y="4017"/>
                    <a:pt x="2607" y="4008"/>
                  </a:cubicBezTo>
                  <a:lnTo>
                    <a:pt x="2607" y="28"/>
                  </a:lnTo>
                  <a:cubicBezTo>
                    <a:pt x="2607" y="10"/>
                    <a:pt x="2598" y="0"/>
                    <a:pt x="25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3">
              <a:extLst>
                <a:ext uri="{FF2B5EF4-FFF2-40B4-BE49-F238E27FC236}">
                  <a16:creationId xmlns:a16="http://schemas.microsoft.com/office/drawing/2014/main" id="{75DECA07-227C-C7ED-AF8C-BF58360487B8}"/>
                </a:ext>
              </a:extLst>
            </p:cNvPr>
            <p:cNvSpPr/>
            <p:nvPr/>
          </p:nvSpPr>
          <p:spPr>
            <a:xfrm>
              <a:off x="1960575" y="3063075"/>
              <a:ext cx="67975" cy="103475"/>
            </a:xfrm>
            <a:custGeom>
              <a:avLst/>
              <a:gdLst/>
              <a:ahLst/>
              <a:cxnLst/>
              <a:rect l="l" t="t" r="r" b="b"/>
              <a:pathLst>
                <a:path w="2719" h="4139" extrusionOk="0">
                  <a:moveTo>
                    <a:pt x="2597" y="121"/>
                  </a:moveTo>
                  <a:lnTo>
                    <a:pt x="2597" y="4018"/>
                  </a:lnTo>
                  <a:lnTo>
                    <a:pt x="111" y="4018"/>
                  </a:lnTo>
                  <a:lnTo>
                    <a:pt x="111" y="121"/>
                  </a:lnTo>
                  <a:close/>
                  <a:moveTo>
                    <a:pt x="74" y="1"/>
                  </a:moveTo>
                  <a:cubicBezTo>
                    <a:pt x="37" y="1"/>
                    <a:pt x="0" y="38"/>
                    <a:pt x="0" y="84"/>
                  </a:cubicBezTo>
                  <a:lnTo>
                    <a:pt x="0" y="4064"/>
                  </a:lnTo>
                  <a:cubicBezTo>
                    <a:pt x="0" y="4101"/>
                    <a:pt x="37" y="4138"/>
                    <a:pt x="74" y="4138"/>
                  </a:cubicBezTo>
                  <a:lnTo>
                    <a:pt x="2644" y="4138"/>
                  </a:lnTo>
                  <a:cubicBezTo>
                    <a:pt x="2681" y="4138"/>
                    <a:pt x="2718" y="4101"/>
                    <a:pt x="2718" y="4064"/>
                  </a:cubicBezTo>
                  <a:lnTo>
                    <a:pt x="2718" y="84"/>
                  </a:lnTo>
                  <a:cubicBezTo>
                    <a:pt x="2718" y="38"/>
                    <a:pt x="2681" y="1"/>
                    <a:pt x="26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3">
              <a:extLst>
                <a:ext uri="{FF2B5EF4-FFF2-40B4-BE49-F238E27FC236}">
                  <a16:creationId xmlns:a16="http://schemas.microsoft.com/office/drawing/2014/main" id="{DA782F96-FEC8-EACA-BEEC-3F98981EAE31}"/>
                </a:ext>
              </a:extLst>
            </p:cNvPr>
            <p:cNvSpPr/>
            <p:nvPr/>
          </p:nvSpPr>
          <p:spPr>
            <a:xfrm>
              <a:off x="1963575" y="3066550"/>
              <a:ext cx="62875" cy="97200"/>
            </a:xfrm>
            <a:custGeom>
              <a:avLst/>
              <a:gdLst/>
              <a:ahLst/>
              <a:cxnLst/>
              <a:rect l="l" t="t" r="r" b="b"/>
              <a:pathLst>
                <a:path w="2515" h="3888" extrusionOk="0">
                  <a:moveTo>
                    <a:pt x="1" y="1"/>
                  </a:moveTo>
                  <a:lnTo>
                    <a:pt x="2515" y="3888"/>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3">
              <a:extLst>
                <a:ext uri="{FF2B5EF4-FFF2-40B4-BE49-F238E27FC236}">
                  <a16:creationId xmlns:a16="http://schemas.microsoft.com/office/drawing/2014/main" id="{E64342F6-0374-307F-E8DB-11A89F86CF20}"/>
                </a:ext>
              </a:extLst>
            </p:cNvPr>
            <p:cNvSpPr/>
            <p:nvPr/>
          </p:nvSpPr>
          <p:spPr>
            <a:xfrm>
              <a:off x="1961950" y="3065075"/>
              <a:ext cx="66125" cy="100075"/>
            </a:xfrm>
            <a:custGeom>
              <a:avLst/>
              <a:gdLst/>
              <a:ahLst/>
              <a:cxnLst/>
              <a:rect l="l" t="t" r="r" b="b"/>
              <a:pathLst>
                <a:path w="2645" h="4003" extrusionOk="0">
                  <a:moveTo>
                    <a:pt x="60" y="1"/>
                  </a:moveTo>
                  <a:cubicBezTo>
                    <a:pt x="53" y="1"/>
                    <a:pt x="45" y="2"/>
                    <a:pt x="38" y="4"/>
                  </a:cubicBezTo>
                  <a:cubicBezTo>
                    <a:pt x="10" y="23"/>
                    <a:pt x="1" y="60"/>
                    <a:pt x="19" y="88"/>
                  </a:cubicBezTo>
                  <a:lnTo>
                    <a:pt x="2533" y="3984"/>
                  </a:lnTo>
                  <a:cubicBezTo>
                    <a:pt x="2542" y="3993"/>
                    <a:pt x="2561" y="4002"/>
                    <a:pt x="2580" y="4002"/>
                  </a:cubicBezTo>
                  <a:cubicBezTo>
                    <a:pt x="2589" y="4002"/>
                    <a:pt x="2598" y="4002"/>
                    <a:pt x="2607" y="3993"/>
                  </a:cubicBezTo>
                  <a:cubicBezTo>
                    <a:pt x="2635" y="3984"/>
                    <a:pt x="2645" y="3947"/>
                    <a:pt x="2626" y="3919"/>
                  </a:cubicBezTo>
                  <a:lnTo>
                    <a:pt x="112" y="23"/>
                  </a:lnTo>
                  <a:cubicBezTo>
                    <a:pt x="98" y="9"/>
                    <a:pt x="80" y="1"/>
                    <a:pt x="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3">
              <a:extLst>
                <a:ext uri="{FF2B5EF4-FFF2-40B4-BE49-F238E27FC236}">
                  <a16:creationId xmlns:a16="http://schemas.microsoft.com/office/drawing/2014/main" id="{B7A9730F-F1D5-5D81-C8F2-B82A9D1196CB}"/>
                </a:ext>
              </a:extLst>
            </p:cNvPr>
            <p:cNvSpPr/>
            <p:nvPr/>
          </p:nvSpPr>
          <p:spPr>
            <a:xfrm>
              <a:off x="1962425" y="3066100"/>
              <a:ext cx="62625" cy="99050"/>
            </a:xfrm>
            <a:custGeom>
              <a:avLst/>
              <a:gdLst/>
              <a:ahLst/>
              <a:cxnLst/>
              <a:rect l="l" t="t" r="r" b="b"/>
              <a:pathLst>
                <a:path w="2505" h="3962" extrusionOk="0">
                  <a:moveTo>
                    <a:pt x="2505" y="0"/>
                  </a:moveTo>
                  <a:lnTo>
                    <a:pt x="0" y="396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3">
              <a:extLst>
                <a:ext uri="{FF2B5EF4-FFF2-40B4-BE49-F238E27FC236}">
                  <a16:creationId xmlns:a16="http://schemas.microsoft.com/office/drawing/2014/main" id="{275F4277-1018-A279-B265-15EF7EC87A7C}"/>
                </a:ext>
              </a:extLst>
            </p:cNvPr>
            <p:cNvSpPr/>
            <p:nvPr/>
          </p:nvSpPr>
          <p:spPr>
            <a:xfrm>
              <a:off x="1960800" y="3064700"/>
              <a:ext cx="66125" cy="101850"/>
            </a:xfrm>
            <a:custGeom>
              <a:avLst/>
              <a:gdLst/>
              <a:ahLst/>
              <a:cxnLst/>
              <a:rect l="l" t="t" r="r" b="b"/>
              <a:pathLst>
                <a:path w="2645" h="4074" extrusionOk="0">
                  <a:moveTo>
                    <a:pt x="2575" y="0"/>
                  </a:moveTo>
                  <a:cubicBezTo>
                    <a:pt x="2555" y="0"/>
                    <a:pt x="2536" y="11"/>
                    <a:pt x="2524" y="29"/>
                  </a:cubicBezTo>
                  <a:lnTo>
                    <a:pt x="19" y="3980"/>
                  </a:lnTo>
                  <a:cubicBezTo>
                    <a:pt x="0" y="4008"/>
                    <a:pt x="10" y="4045"/>
                    <a:pt x="37" y="4064"/>
                  </a:cubicBezTo>
                  <a:cubicBezTo>
                    <a:pt x="47" y="4073"/>
                    <a:pt x="56" y="4073"/>
                    <a:pt x="65" y="4073"/>
                  </a:cubicBezTo>
                  <a:cubicBezTo>
                    <a:pt x="84" y="4073"/>
                    <a:pt x="102" y="4064"/>
                    <a:pt x="121" y="4045"/>
                  </a:cubicBezTo>
                  <a:lnTo>
                    <a:pt x="2626" y="93"/>
                  </a:lnTo>
                  <a:cubicBezTo>
                    <a:pt x="2644" y="66"/>
                    <a:pt x="2635" y="29"/>
                    <a:pt x="2607" y="10"/>
                  </a:cubicBezTo>
                  <a:cubicBezTo>
                    <a:pt x="2597" y="3"/>
                    <a:pt x="2586" y="0"/>
                    <a:pt x="25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3">
              <a:extLst>
                <a:ext uri="{FF2B5EF4-FFF2-40B4-BE49-F238E27FC236}">
                  <a16:creationId xmlns:a16="http://schemas.microsoft.com/office/drawing/2014/main" id="{909E416F-73EC-C275-E053-494A155E00C9}"/>
                </a:ext>
              </a:extLst>
            </p:cNvPr>
            <p:cNvSpPr/>
            <p:nvPr/>
          </p:nvSpPr>
          <p:spPr>
            <a:xfrm>
              <a:off x="1797750" y="3070275"/>
              <a:ext cx="138475" cy="3025"/>
            </a:xfrm>
            <a:custGeom>
              <a:avLst/>
              <a:gdLst/>
              <a:ahLst/>
              <a:cxnLst/>
              <a:rect l="l" t="t" r="r" b="b"/>
              <a:pathLst>
                <a:path w="5539" h="121" extrusionOk="0">
                  <a:moveTo>
                    <a:pt x="66" y="0"/>
                  </a:moveTo>
                  <a:cubicBezTo>
                    <a:pt x="29" y="0"/>
                    <a:pt x="1" y="28"/>
                    <a:pt x="1" y="56"/>
                  </a:cubicBezTo>
                  <a:cubicBezTo>
                    <a:pt x="1" y="93"/>
                    <a:pt x="29" y="121"/>
                    <a:pt x="66" y="121"/>
                  </a:cubicBezTo>
                  <a:lnTo>
                    <a:pt x="5483" y="121"/>
                  </a:lnTo>
                  <a:cubicBezTo>
                    <a:pt x="5511" y="121"/>
                    <a:pt x="5539" y="93"/>
                    <a:pt x="5539" y="56"/>
                  </a:cubicBezTo>
                  <a:cubicBezTo>
                    <a:pt x="5539" y="28"/>
                    <a:pt x="5511" y="0"/>
                    <a:pt x="54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3">
              <a:extLst>
                <a:ext uri="{FF2B5EF4-FFF2-40B4-BE49-F238E27FC236}">
                  <a16:creationId xmlns:a16="http://schemas.microsoft.com/office/drawing/2014/main" id="{42872630-AA46-9584-AA1F-3EB7BC1D1E04}"/>
                </a:ext>
              </a:extLst>
            </p:cNvPr>
            <p:cNvSpPr/>
            <p:nvPr/>
          </p:nvSpPr>
          <p:spPr>
            <a:xfrm>
              <a:off x="1798000" y="3090900"/>
              <a:ext cx="50350" cy="2825"/>
            </a:xfrm>
            <a:custGeom>
              <a:avLst/>
              <a:gdLst/>
              <a:ahLst/>
              <a:cxnLst/>
              <a:rect l="l" t="t" r="r" b="b"/>
              <a:pathLst>
                <a:path w="2014" h="113" extrusionOk="0">
                  <a:moveTo>
                    <a:pt x="56" y="1"/>
                  </a:moveTo>
                  <a:cubicBezTo>
                    <a:pt x="19" y="1"/>
                    <a:pt x="0" y="29"/>
                    <a:pt x="0" y="57"/>
                  </a:cubicBezTo>
                  <a:cubicBezTo>
                    <a:pt x="0" y="94"/>
                    <a:pt x="19" y="112"/>
                    <a:pt x="56" y="112"/>
                  </a:cubicBezTo>
                  <a:lnTo>
                    <a:pt x="1957" y="112"/>
                  </a:lnTo>
                  <a:cubicBezTo>
                    <a:pt x="1985" y="112"/>
                    <a:pt x="2013" y="94"/>
                    <a:pt x="2013" y="57"/>
                  </a:cubicBezTo>
                  <a:cubicBezTo>
                    <a:pt x="2013" y="29"/>
                    <a:pt x="1995" y="1"/>
                    <a:pt x="1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3">
              <a:extLst>
                <a:ext uri="{FF2B5EF4-FFF2-40B4-BE49-F238E27FC236}">
                  <a16:creationId xmlns:a16="http://schemas.microsoft.com/office/drawing/2014/main" id="{9B32F9A8-C2CF-9823-1439-9185BCDCD834}"/>
                </a:ext>
              </a:extLst>
            </p:cNvPr>
            <p:cNvSpPr/>
            <p:nvPr/>
          </p:nvSpPr>
          <p:spPr>
            <a:xfrm>
              <a:off x="1865025" y="3090900"/>
              <a:ext cx="60775" cy="2825"/>
            </a:xfrm>
            <a:custGeom>
              <a:avLst/>
              <a:gdLst/>
              <a:ahLst/>
              <a:cxnLst/>
              <a:rect l="l" t="t" r="r" b="b"/>
              <a:pathLst>
                <a:path w="2431" h="113" extrusionOk="0">
                  <a:moveTo>
                    <a:pt x="56" y="1"/>
                  </a:moveTo>
                  <a:cubicBezTo>
                    <a:pt x="28" y="1"/>
                    <a:pt x="0" y="29"/>
                    <a:pt x="0" y="57"/>
                  </a:cubicBezTo>
                  <a:cubicBezTo>
                    <a:pt x="0" y="94"/>
                    <a:pt x="28" y="112"/>
                    <a:pt x="56" y="112"/>
                  </a:cubicBezTo>
                  <a:lnTo>
                    <a:pt x="2375" y="112"/>
                  </a:lnTo>
                  <a:cubicBezTo>
                    <a:pt x="2403" y="112"/>
                    <a:pt x="2431" y="94"/>
                    <a:pt x="2431" y="57"/>
                  </a:cubicBezTo>
                  <a:cubicBezTo>
                    <a:pt x="2431" y="29"/>
                    <a:pt x="2403" y="1"/>
                    <a:pt x="23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3">
              <a:extLst>
                <a:ext uri="{FF2B5EF4-FFF2-40B4-BE49-F238E27FC236}">
                  <a16:creationId xmlns:a16="http://schemas.microsoft.com/office/drawing/2014/main" id="{03108ED5-2801-C89D-134C-D0A3CAA91A16}"/>
                </a:ext>
              </a:extLst>
            </p:cNvPr>
            <p:cNvSpPr/>
            <p:nvPr/>
          </p:nvSpPr>
          <p:spPr>
            <a:xfrm>
              <a:off x="1798000" y="3153300"/>
              <a:ext cx="89775" cy="2800"/>
            </a:xfrm>
            <a:custGeom>
              <a:avLst/>
              <a:gdLst/>
              <a:ahLst/>
              <a:cxnLst/>
              <a:rect l="l" t="t" r="r" b="b"/>
              <a:pathLst>
                <a:path w="3591" h="112" extrusionOk="0">
                  <a:moveTo>
                    <a:pt x="56" y="0"/>
                  </a:moveTo>
                  <a:cubicBezTo>
                    <a:pt x="19" y="0"/>
                    <a:pt x="0" y="28"/>
                    <a:pt x="0" y="56"/>
                  </a:cubicBezTo>
                  <a:cubicBezTo>
                    <a:pt x="0" y="93"/>
                    <a:pt x="19" y="112"/>
                    <a:pt x="56" y="112"/>
                  </a:cubicBezTo>
                  <a:lnTo>
                    <a:pt x="3525" y="112"/>
                  </a:lnTo>
                  <a:cubicBezTo>
                    <a:pt x="3562" y="112"/>
                    <a:pt x="3590" y="93"/>
                    <a:pt x="3590" y="56"/>
                  </a:cubicBezTo>
                  <a:cubicBezTo>
                    <a:pt x="3590" y="28"/>
                    <a:pt x="3562" y="0"/>
                    <a:pt x="3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3">
              <a:extLst>
                <a:ext uri="{FF2B5EF4-FFF2-40B4-BE49-F238E27FC236}">
                  <a16:creationId xmlns:a16="http://schemas.microsoft.com/office/drawing/2014/main" id="{BDDD49C1-C8C4-99C4-9CCB-1261BD06565D}"/>
                </a:ext>
              </a:extLst>
            </p:cNvPr>
            <p:cNvSpPr/>
            <p:nvPr/>
          </p:nvSpPr>
          <p:spPr>
            <a:xfrm>
              <a:off x="1797750" y="3112475"/>
              <a:ext cx="139650" cy="3050"/>
            </a:xfrm>
            <a:custGeom>
              <a:avLst/>
              <a:gdLst/>
              <a:ahLst/>
              <a:cxnLst/>
              <a:rect l="l" t="t" r="r" b="b"/>
              <a:pathLst>
                <a:path w="5586" h="122" extrusionOk="0">
                  <a:moveTo>
                    <a:pt x="66" y="1"/>
                  </a:moveTo>
                  <a:cubicBezTo>
                    <a:pt x="29" y="1"/>
                    <a:pt x="1" y="29"/>
                    <a:pt x="1" y="56"/>
                  </a:cubicBezTo>
                  <a:cubicBezTo>
                    <a:pt x="1" y="93"/>
                    <a:pt x="29" y="121"/>
                    <a:pt x="66" y="121"/>
                  </a:cubicBezTo>
                  <a:lnTo>
                    <a:pt x="5530" y="121"/>
                  </a:lnTo>
                  <a:cubicBezTo>
                    <a:pt x="5567" y="121"/>
                    <a:pt x="5585" y="93"/>
                    <a:pt x="5585" y="56"/>
                  </a:cubicBezTo>
                  <a:cubicBezTo>
                    <a:pt x="5585" y="29"/>
                    <a:pt x="5567" y="1"/>
                    <a:pt x="55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3">
              <a:extLst>
                <a:ext uri="{FF2B5EF4-FFF2-40B4-BE49-F238E27FC236}">
                  <a16:creationId xmlns:a16="http://schemas.microsoft.com/office/drawing/2014/main" id="{64DD6E2A-E284-1E60-A352-EEEEA2FC4862}"/>
                </a:ext>
              </a:extLst>
            </p:cNvPr>
            <p:cNvSpPr/>
            <p:nvPr/>
          </p:nvSpPr>
          <p:spPr>
            <a:xfrm>
              <a:off x="1798000" y="3133125"/>
              <a:ext cx="46175" cy="2800"/>
            </a:xfrm>
            <a:custGeom>
              <a:avLst/>
              <a:gdLst/>
              <a:ahLst/>
              <a:cxnLst/>
              <a:rect l="l" t="t" r="r" b="b"/>
              <a:pathLst>
                <a:path w="1847" h="112" extrusionOk="0">
                  <a:moveTo>
                    <a:pt x="56" y="0"/>
                  </a:moveTo>
                  <a:cubicBezTo>
                    <a:pt x="19" y="0"/>
                    <a:pt x="0" y="19"/>
                    <a:pt x="0" y="56"/>
                  </a:cubicBezTo>
                  <a:cubicBezTo>
                    <a:pt x="0" y="84"/>
                    <a:pt x="19" y="112"/>
                    <a:pt x="56" y="112"/>
                  </a:cubicBezTo>
                  <a:lnTo>
                    <a:pt x="1790" y="112"/>
                  </a:lnTo>
                  <a:cubicBezTo>
                    <a:pt x="1818" y="112"/>
                    <a:pt x="1846" y="84"/>
                    <a:pt x="1846" y="56"/>
                  </a:cubicBezTo>
                  <a:cubicBezTo>
                    <a:pt x="1846" y="19"/>
                    <a:pt x="1818" y="0"/>
                    <a:pt x="17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3">
              <a:extLst>
                <a:ext uri="{FF2B5EF4-FFF2-40B4-BE49-F238E27FC236}">
                  <a16:creationId xmlns:a16="http://schemas.microsoft.com/office/drawing/2014/main" id="{B737D0DA-A748-54FA-A00D-DC536542A7FE}"/>
                </a:ext>
              </a:extLst>
            </p:cNvPr>
            <p:cNvSpPr/>
            <p:nvPr/>
          </p:nvSpPr>
          <p:spPr>
            <a:xfrm>
              <a:off x="1854575" y="3133125"/>
              <a:ext cx="81650" cy="2800"/>
            </a:xfrm>
            <a:custGeom>
              <a:avLst/>
              <a:gdLst/>
              <a:ahLst/>
              <a:cxnLst/>
              <a:rect l="l" t="t" r="r" b="b"/>
              <a:pathLst>
                <a:path w="3266" h="112" extrusionOk="0">
                  <a:moveTo>
                    <a:pt x="56" y="0"/>
                  </a:moveTo>
                  <a:cubicBezTo>
                    <a:pt x="19" y="0"/>
                    <a:pt x="1" y="19"/>
                    <a:pt x="1" y="56"/>
                  </a:cubicBezTo>
                  <a:cubicBezTo>
                    <a:pt x="1" y="84"/>
                    <a:pt x="19" y="112"/>
                    <a:pt x="56" y="112"/>
                  </a:cubicBezTo>
                  <a:lnTo>
                    <a:pt x="3210" y="112"/>
                  </a:lnTo>
                  <a:cubicBezTo>
                    <a:pt x="3238" y="112"/>
                    <a:pt x="3266" y="84"/>
                    <a:pt x="3266" y="56"/>
                  </a:cubicBezTo>
                  <a:cubicBezTo>
                    <a:pt x="3266" y="19"/>
                    <a:pt x="3238" y="0"/>
                    <a:pt x="3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3">
              <a:extLst>
                <a:ext uri="{FF2B5EF4-FFF2-40B4-BE49-F238E27FC236}">
                  <a16:creationId xmlns:a16="http://schemas.microsoft.com/office/drawing/2014/main" id="{DD554877-0169-1148-76BD-07B321731A60}"/>
                </a:ext>
              </a:extLst>
            </p:cNvPr>
            <p:cNvSpPr/>
            <p:nvPr/>
          </p:nvSpPr>
          <p:spPr>
            <a:xfrm>
              <a:off x="1869425" y="3103200"/>
              <a:ext cx="725" cy="8375"/>
            </a:xfrm>
            <a:custGeom>
              <a:avLst/>
              <a:gdLst/>
              <a:ahLst/>
              <a:cxnLst/>
              <a:rect l="l" t="t" r="r" b="b"/>
              <a:pathLst>
                <a:path w="29" h="335" extrusionOk="0">
                  <a:moveTo>
                    <a:pt x="19" y="335"/>
                  </a:moveTo>
                  <a:cubicBezTo>
                    <a:pt x="28" y="223"/>
                    <a:pt x="19" y="112"/>
                    <a:pt x="0" y="1"/>
                  </a:cubicBezTo>
                  <a:lnTo>
                    <a:pt x="0" y="1"/>
                  </a:lnTo>
                  <a:lnTo>
                    <a:pt x="0" y="1"/>
                  </a:lnTo>
                  <a:cubicBezTo>
                    <a:pt x="19" y="112"/>
                    <a:pt x="28" y="223"/>
                    <a:pt x="19" y="33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3">
              <a:extLst>
                <a:ext uri="{FF2B5EF4-FFF2-40B4-BE49-F238E27FC236}">
                  <a16:creationId xmlns:a16="http://schemas.microsoft.com/office/drawing/2014/main" id="{F5D21D14-BCF3-3EA6-6B45-713A4C1ED642}"/>
                </a:ext>
              </a:extLst>
            </p:cNvPr>
            <p:cNvSpPr/>
            <p:nvPr/>
          </p:nvSpPr>
          <p:spPr>
            <a:xfrm>
              <a:off x="2089275" y="2890075"/>
              <a:ext cx="172800" cy="172100"/>
            </a:xfrm>
            <a:custGeom>
              <a:avLst/>
              <a:gdLst/>
              <a:ahLst/>
              <a:cxnLst/>
              <a:rect l="l" t="t" r="r" b="b"/>
              <a:pathLst>
                <a:path w="6912" h="6884" extrusionOk="0">
                  <a:moveTo>
                    <a:pt x="6448" y="1568"/>
                  </a:moveTo>
                  <a:cubicBezTo>
                    <a:pt x="4259" y="1485"/>
                    <a:pt x="3563" y="204"/>
                    <a:pt x="3461" y="0"/>
                  </a:cubicBezTo>
                  <a:lnTo>
                    <a:pt x="3442" y="0"/>
                  </a:lnTo>
                  <a:cubicBezTo>
                    <a:pt x="3349" y="204"/>
                    <a:pt x="2654" y="1485"/>
                    <a:pt x="464" y="1568"/>
                  </a:cubicBezTo>
                  <a:cubicBezTo>
                    <a:pt x="464" y="1568"/>
                    <a:pt x="1" y="6077"/>
                    <a:pt x="3387" y="6884"/>
                  </a:cubicBezTo>
                  <a:lnTo>
                    <a:pt x="3516" y="6884"/>
                  </a:lnTo>
                  <a:cubicBezTo>
                    <a:pt x="6912" y="6077"/>
                    <a:pt x="6448" y="1568"/>
                    <a:pt x="6448" y="15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3">
              <a:extLst>
                <a:ext uri="{FF2B5EF4-FFF2-40B4-BE49-F238E27FC236}">
                  <a16:creationId xmlns:a16="http://schemas.microsoft.com/office/drawing/2014/main" id="{6F242771-59FE-1ABC-1171-D55AF45AA0E5}"/>
                </a:ext>
              </a:extLst>
            </p:cNvPr>
            <p:cNvSpPr/>
            <p:nvPr/>
          </p:nvSpPr>
          <p:spPr>
            <a:xfrm>
              <a:off x="2083250" y="2879400"/>
              <a:ext cx="173025" cy="172350"/>
            </a:xfrm>
            <a:custGeom>
              <a:avLst/>
              <a:gdLst/>
              <a:ahLst/>
              <a:cxnLst/>
              <a:rect l="l" t="t" r="r" b="b"/>
              <a:pathLst>
                <a:path w="6921" h="6894" extrusionOk="0">
                  <a:moveTo>
                    <a:pt x="3451" y="1"/>
                  </a:moveTo>
                  <a:cubicBezTo>
                    <a:pt x="3349" y="205"/>
                    <a:pt x="2654" y="1485"/>
                    <a:pt x="464" y="1568"/>
                  </a:cubicBezTo>
                  <a:cubicBezTo>
                    <a:pt x="464" y="1568"/>
                    <a:pt x="0" y="6086"/>
                    <a:pt x="3396" y="6893"/>
                  </a:cubicBezTo>
                  <a:lnTo>
                    <a:pt x="3526" y="6893"/>
                  </a:lnTo>
                  <a:cubicBezTo>
                    <a:pt x="6921" y="6086"/>
                    <a:pt x="6457" y="1568"/>
                    <a:pt x="6457" y="1568"/>
                  </a:cubicBezTo>
                  <a:cubicBezTo>
                    <a:pt x="4258" y="1485"/>
                    <a:pt x="3563" y="205"/>
                    <a:pt x="34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3">
              <a:extLst>
                <a:ext uri="{FF2B5EF4-FFF2-40B4-BE49-F238E27FC236}">
                  <a16:creationId xmlns:a16="http://schemas.microsoft.com/office/drawing/2014/main" id="{69C1E247-E04A-CFB1-920F-E53EB3CEC49D}"/>
                </a:ext>
              </a:extLst>
            </p:cNvPr>
            <p:cNvSpPr/>
            <p:nvPr/>
          </p:nvSpPr>
          <p:spPr>
            <a:xfrm>
              <a:off x="2082550" y="2877775"/>
              <a:ext cx="174200" cy="175600"/>
            </a:xfrm>
            <a:custGeom>
              <a:avLst/>
              <a:gdLst/>
              <a:ahLst/>
              <a:cxnLst/>
              <a:rect l="l" t="t" r="r" b="b"/>
              <a:pathLst>
                <a:path w="6968" h="7024" extrusionOk="0">
                  <a:moveTo>
                    <a:pt x="3489" y="177"/>
                  </a:moveTo>
                  <a:cubicBezTo>
                    <a:pt x="3693" y="548"/>
                    <a:pt x="4453" y="1596"/>
                    <a:pt x="6429" y="1689"/>
                  </a:cubicBezTo>
                  <a:cubicBezTo>
                    <a:pt x="6466" y="2181"/>
                    <a:pt x="6652" y="6160"/>
                    <a:pt x="3544" y="6903"/>
                  </a:cubicBezTo>
                  <a:lnTo>
                    <a:pt x="3424" y="6903"/>
                  </a:lnTo>
                  <a:cubicBezTo>
                    <a:pt x="316" y="6160"/>
                    <a:pt x="511" y="2181"/>
                    <a:pt x="539" y="1689"/>
                  </a:cubicBezTo>
                  <a:cubicBezTo>
                    <a:pt x="2524" y="1596"/>
                    <a:pt x="3275" y="548"/>
                    <a:pt x="3489" y="177"/>
                  </a:cubicBezTo>
                  <a:close/>
                  <a:moveTo>
                    <a:pt x="3479" y="1"/>
                  </a:moveTo>
                  <a:cubicBezTo>
                    <a:pt x="3461" y="1"/>
                    <a:pt x="3433" y="19"/>
                    <a:pt x="3424" y="38"/>
                  </a:cubicBezTo>
                  <a:cubicBezTo>
                    <a:pt x="3312" y="279"/>
                    <a:pt x="2626" y="1494"/>
                    <a:pt x="492" y="1578"/>
                  </a:cubicBezTo>
                  <a:cubicBezTo>
                    <a:pt x="464" y="1578"/>
                    <a:pt x="437" y="1606"/>
                    <a:pt x="437" y="1633"/>
                  </a:cubicBezTo>
                  <a:cubicBezTo>
                    <a:pt x="427" y="1680"/>
                    <a:pt x="1" y="6207"/>
                    <a:pt x="3405" y="7023"/>
                  </a:cubicBezTo>
                  <a:lnTo>
                    <a:pt x="3563" y="7023"/>
                  </a:lnTo>
                  <a:cubicBezTo>
                    <a:pt x="6967" y="6207"/>
                    <a:pt x="6541" y="1680"/>
                    <a:pt x="6541" y="1633"/>
                  </a:cubicBezTo>
                  <a:cubicBezTo>
                    <a:pt x="6531" y="1606"/>
                    <a:pt x="6513" y="1578"/>
                    <a:pt x="6485" y="1578"/>
                  </a:cubicBezTo>
                  <a:cubicBezTo>
                    <a:pt x="4342" y="1494"/>
                    <a:pt x="3665" y="279"/>
                    <a:pt x="3544" y="38"/>
                  </a:cubicBezTo>
                  <a:cubicBezTo>
                    <a:pt x="3535" y="19"/>
                    <a:pt x="3516" y="1"/>
                    <a:pt x="3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3">
              <a:extLst>
                <a:ext uri="{FF2B5EF4-FFF2-40B4-BE49-F238E27FC236}">
                  <a16:creationId xmlns:a16="http://schemas.microsoft.com/office/drawing/2014/main" id="{8E5661FE-7131-75EB-DF6B-714E0D3C9B7A}"/>
                </a:ext>
              </a:extLst>
            </p:cNvPr>
            <p:cNvSpPr/>
            <p:nvPr/>
          </p:nvSpPr>
          <p:spPr>
            <a:xfrm>
              <a:off x="2118275" y="2895650"/>
              <a:ext cx="121550" cy="139850"/>
            </a:xfrm>
            <a:custGeom>
              <a:avLst/>
              <a:gdLst/>
              <a:ahLst/>
              <a:cxnLst/>
              <a:rect l="l" t="t" r="r" b="b"/>
              <a:pathLst>
                <a:path w="4862" h="5594" extrusionOk="0">
                  <a:moveTo>
                    <a:pt x="2050" y="0"/>
                  </a:moveTo>
                  <a:cubicBezTo>
                    <a:pt x="2004" y="102"/>
                    <a:pt x="1763" y="547"/>
                    <a:pt x="1169" y="881"/>
                  </a:cubicBezTo>
                  <a:lnTo>
                    <a:pt x="0" y="3850"/>
                  </a:lnTo>
                  <a:cubicBezTo>
                    <a:pt x="334" y="4629"/>
                    <a:pt x="928" y="5343"/>
                    <a:pt x="2004" y="5594"/>
                  </a:cubicBezTo>
                  <a:lnTo>
                    <a:pt x="2115" y="5594"/>
                  </a:lnTo>
                  <a:cubicBezTo>
                    <a:pt x="4861" y="4935"/>
                    <a:pt x="4490" y="1271"/>
                    <a:pt x="4490" y="1271"/>
                  </a:cubicBezTo>
                  <a:cubicBezTo>
                    <a:pt x="2709" y="1206"/>
                    <a:pt x="2143" y="167"/>
                    <a:pt x="20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3">
              <a:extLst>
                <a:ext uri="{FF2B5EF4-FFF2-40B4-BE49-F238E27FC236}">
                  <a16:creationId xmlns:a16="http://schemas.microsoft.com/office/drawing/2014/main" id="{E5F945A2-8212-F5FF-55A5-3ED010A1A073}"/>
                </a:ext>
              </a:extLst>
            </p:cNvPr>
            <p:cNvSpPr/>
            <p:nvPr/>
          </p:nvSpPr>
          <p:spPr>
            <a:xfrm>
              <a:off x="2116650" y="2894025"/>
              <a:ext cx="123850" cy="142875"/>
            </a:xfrm>
            <a:custGeom>
              <a:avLst/>
              <a:gdLst/>
              <a:ahLst/>
              <a:cxnLst/>
              <a:rect l="l" t="t" r="r" b="b"/>
              <a:pathLst>
                <a:path w="4954" h="5715" extrusionOk="0">
                  <a:moveTo>
                    <a:pt x="2115" y="0"/>
                  </a:moveTo>
                  <a:cubicBezTo>
                    <a:pt x="2097" y="0"/>
                    <a:pt x="2069" y="19"/>
                    <a:pt x="2060" y="37"/>
                  </a:cubicBezTo>
                  <a:cubicBezTo>
                    <a:pt x="2023" y="121"/>
                    <a:pt x="1791" y="566"/>
                    <a:pt x="1197" y="891"/>
                  </a:cubicBezTo>
                  <a:cubicBezTo>
                    <a:pt x="1169" y="909"/>
                    <a:pt x="1160" y="946"/>
                    <a:pt x="1178" y="974"/>
                  </a:cubicBezTo>
                  <a:cubicBezTo>
                    <a:pt x="1190" y="992"/>
                    <a:pt x="1206" y="1002"/>
                    <a:pt x="1223" y="1002"/>
                  </a:cubicBezTo>
                  <a:cubicBezTo>
                    <a:pt x="1233" y="1002"/>
                    <a:pt x="1243" y="999"/>
                    <a:pt x="1253" y="993"/>
                  </a:cubicBezTo>
                  <a:cubicBezTo>
                    <a:pt x="1763" y="714"/>
                    <a:pt x="2013" y="362"/>
                    <a:pt x="2125" y="176"/>
                  </a:cubicBezTo>
                  <a:cubicBezTo>
                    <a:pt x="2301" y="492"/>
                    <a:pt x="2922" y="1317"/>
                    <a:pt x="4499" y="1392"/>
                  </a:cubicBezTo>
                  <a:cubicBezTo>
                    <a:pt x="4527" y="1828"/>
                    <a:pt x="4657" y="5000"/>
                    <a:pt x="2171" y="5603"/>
                  </a:cubicBezTo>
                  <a:lnTo>
                    <a:pt x="2069" y="5603"/>
                  </a:lnTo>
                  <a:cubicBezTo>
                    <a:pt x="1169" y="5381"/>
                    <a:pt x="510" y="4805"/>
                    <a:pt x="121" y="3887"/>
                  </a:cubicBezTo>
                  <a:cubicBezTo>
                    <a:pt x="107" y="3866"/>
                    <a:pt x="88" y="3856"/>
                    <a:pt x="63" y="3856"/>
                  </a:cubicBezTo>
                  <a:cubicBezTo>
                    <a:pt x="55" y="3856"/>
                    <a:pt x="47" y="3857"/>
                    <a:pt x="37" y="3859"/>
                  </a:cubicBezTo>
                  <a:cubicBezTo>
                    <a:pt x="10" y="3868"/>
                    <a:pt x="0" y="3906"/>
                    <a:pt x="10" y="3933"/>
                  </a:cubicBezTo>
                  <a:cubicBezTo>
                    <a:pt x="418" y="4889"/>
                    <a:pt x="1104" y="5492"/>
                    <a:pt x="2050" y="5714"/>
                  </a:cubicBezTo>
                  <a:lnTo>
                    <a:pt x="2190" y="5714"/>
                  </a:lnTo>
                  <a:cubicBezTo>
                    <a:pt x="4954" y="5056"/>
                    <a:pt x="4611" y="1373"/>
                    <a:pt x="4611" y="1336"/>
                  </a:cubicBezTo>
                  <a:cubicBezTo>
                    <a:pt x="4601" y="1308"/>
                    <a:pt x="4583" y="1280"/>
                    <a:pt x="4555" y="1280"/>
                  </a:cubicBezTo>
                  <a:cubicBezTo>
                    <a:pt x="2820" y="1215"/>
                    <a:pt x="2273" y="232"/>
                    <a:pt x="2180" y="37"/>
                  </a:cubicBezTo>
                  <a:cubicBezTo>
                    <a:pt x="2171" y="19"/>
                    <a:pt x="2152" y="0"/>
                    <a:pt x="2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3">
              <a:extLst>
                <a:ext uri="{FF2B5EF4-FFF2-40B4-BE49-F238E27FC236}">
                  <a16:creationId xmlns:a16="http://schemas.microsoft.com/office/drawing/2014/main" id="{DBB8D255-00FE-45D8-0D75-ECE96F3CAD04}"/>
                </a:ext>
              </a:extLst>
            </p:cNvPr>
            <p:cNvSpPr/>
            <p:nvPr/>
          </p:nvSpPr>
          <p:spPr>
            <a:xfrm>
              <a:off x="2107375" y="2926025"/>
              <a:ext cx="16250" cy="33650"/>
            </a:xfrm>
            <a:custGeom>
              <a:avLst/>
              <a:gdLst/>
              <a:ahLst/>
              <a:cxnLst/>
              <a:rect l="l" t="t" r="r" b="b"/>
              <a:pathLst>
                <a:path w="650" h="1346" extrusionOk="0">
                  <a:moveTo>
                    <a:pt x="650" y="0"/>
                  </a:moveTo>
                  <a:cubicBezTo>
                    <a:pt x="473" y="28"/>
                    <a:pt x="278" y="56"/>
                    <a:pt x="65" y="56"/>
                  </a:cubicBezTo>
                  <a:cubicBezTo>
                    <a:pt x="65" y="56"/>
                    <a:pt x="0" y="622"/>
                    <a:pt x="102" y="1345"/>
                  </a:cubicBezTo>
                  <a:lnTo>
                    <a:pt x="6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3">
              <a:extLst>
                <a:ext uri="{FF2B5EF4-FFF2-40B4-BE49-F238E27FC236}">
                  <a16:creationId xmlns:a16="http://schemas.microsoft.com/office/drawing/2014/main" id="{A9188AF9-8DBD-9FB7-2689-7876B3B67AC5}"/>
                </a:ext>
              </a:extLst>
            </p:cNvPr>
            <p:cNvSpPr/>
            <p:nvPr/>
          </p:nvSpPr>
          <p:spPr>
            <a:xfrm>
              <a:off x="2105975" y="2924575"/>
              <a:ext cx="19050" cy="36500"/>
            </a:xfrm>
            <a:custGeom>
              <a:avLst/>
              <a:gdLst/>
              <a:ahLst/>
              <a:cxnLst/>
              <a:rect l="l" t="t" r="r" b="b"/>
              <a:pathLst>
                <a:path w="762" h="1460" extrusionOk="0">
                  <a:moveTo>
                    <a:pt x="710" y="0"/>
                  </a:moveTo>
                  <a:cubicBezTo>
                    <a:pt x="706" y="0"/>
                    <a:pt x="701" y="1"/>
                    <a:pt x="696" y="3"/>
                  </a:cubicBezTo>
                  <a:cubicBezTo>
                    <a:pt x="511" y="30"/>
                    <a:pt x="316" y="58"/>
                    <a:pt x="112" y="58"/>
                  </a:cubicBezTo>
                  <a:cubicBezTo>
                    <a:pt x="84" y="58"/>
                    <a:pt x="65" y="86"/>
                    <a:pt x="56" y="114"/>
                  </a:cubicBezTo>
                  <a:cubicBezTo>
                    <a:pt x="56" y="123"/>
                    <a:pt x="0" y="689"/>
                    <a:pt x="103" y="1413"/>
                  </a:cubicBezTo>
                  <a:cubicBezTo>
                    <a:pt x="103" y="1440"/>
                    <a:pt x="130" y="1459"/>
                    <a:pt x="158" y="1459"/>
                  </a:cubicBezTo>
                  <a:lnTo>
                    <a:pt x="167" y="1459"/>
                  </a:lnTo>
                  <a:cubicBezTo>
                    <a:pt x="195" y="1459"/>
                    <a:pt x="223" y="1431"/>
                    <a:pt x="214" y="1394"/>
                  </a:cubicBezTo>
                  <a:cubicBezTo>
                    <a:pt x="140" y="810"/>
                    <a:pt x="158" y="327"/>
                    <a:pt x="177" y="179"/>
                  </a:cubicBezTo>
                  <a:cubicBezTo>
                    <a:pt x="362" y="170"/>
                    <a:pt x="539" y="142"/>
                    <a:pt x="715" y="114"/>
                  </a:cubicBezTo>
                  <a:cubicBezTo>
                    <a:pt x="743" y="105"/>
                    <a:pt x="761" y="77"/>
                    <a:pt x="761" y="49"/>
                  </a:cubicBezTo>
                  <a:cubicBezTo>
                    <a:pt x="753" y="18"/>
                    <a:pt x="733" y="0"/>
                    <a:pt x="7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3">
              <a:extLst>
                <a:ext uri="{FF2B5EF4-FFF2-40B4-BE49-F238E27FC236}">
                  <a16:creationId xmlns:a16="http://schemas.microsoft.com/office/drawing/2014/main" id="{6842A5A4-83CF-925B-DF69-C105F8CB0E06}"/>
                </a:ext>
              </a:extLst>
            </p:cNvPr>
            <p:cNvSpPr/>
            <p:nvPr/>
          </p:nvSpPr>
          <p:spPr>
            <a:xfrm>
              <a:off x="2134725" y="2938300"/>
              <a:ext cx="69850" cy="69850"/>
            </a:xfrm>
            <a:custGeom>
              <a:avLst/>
              <a:gdLst/>
              <a:ahLst/>
              <a:cxnLst/>
              <a:rect l="l" t="t" r="r" b="b"/>
              <a:pathLst>
                <a:path w="2794" h="2794" extrusionOk="0">
                  <a:moveTo>
                    <a:pt x="1402" y="1"/>
                  </a:moveTo>
                  <a:cubicBezTo>
                    <a:pt x="622" y="1"/>
                    <a:pt x="1" y="622"/>
                    <a:pt x="1" y="1402"/>
                  </a:cubicBezTo>
                  <a:cubicBezTo>
                    <a:pt x="1" y="2172"/>
                    <a:pt x="622" y="2793"/>
                    <a:pt x="1402" y="2793"/>
                  </a:cubicBezTo>
                  <a:cubicBezTo>
                    <a:pt x="2172" y="2793"/>
                    <a:pt x="2793" y="2172"/>
                    <a:pt x="2793" y="1402"/>
                  </a:cubicBezTo>
                  <a:cubicBezTo>
                    <a:pt x="2793" y="622"/>
                    <a:pt x="2172" y="1"/>
                    <a:pt x="1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3">
              <a:extLst>
                <a:ext uri="{FF2B5EF4-FFF2-40B4-BE49-F238E27FC236}">
                  <a16:creationId xmlns:a16="http://schemas.microsoft.com/office/drawing/2014/main" id="{FD4050C5-C6D2-0A04-0BF7-2B2E7B0F017C}"/>
                </a:ext>
              </a:extLst>
            </p:cNvPr>
            <p:cNvSpPr/>
            <p:nvPr/>
          </p:nvSpPr>
          <p:spPr>
            <a:xfrm>
              <a:off x="2133575" y="2937150"/>
              <a:ext cx="72150" cy="72150"/>
            </a:xfrm>
            <a:custGeom>
              <a:avLst/>
              <a:gdLst/>
              <a:ahLst/>
              <a:cxnLst/>
              <a:rect l="l" t="t" r="r" b="b"/>
              <a:pathLst>
                <a:path w="2886" h="2886" extrusionOk="0">
                  <a:moveTo>
                    <a:pt x="1448" y="93"/>
                  </a:moveTo>
                  <a:cubicBezTo>
                    <a:pt x="2190" y="93"/>
                    <a:pt x="2802" y="696"/>
                    <a:pt x="2802" y="1448"/>
                  </a:cubicBezTo>
                  <a:cubicBezTo>
                    <a:pt x="2802" y="2190"/>
                    <a:pt x="2190" y="2802"/>
                    <a:pt x="1448" y="2802"/>
                  </a:cubicBezTo>
                  <a:cubicBezTo>
                    <a:pt x="696" y="2802"/>
                    <a:pt x="93" y="2190"/>
                    <a:pt x="93" y="1448"/>
                  </a:cubicBezTo>
                  <a:cubicBezTo>
                    <a:pt x="93" y="696"/>
                    <a:pt x="696" y="93"/>
                    <a:pt x="1448" y="93"/>
                  </a:cubicBezTo>
                  <a:close/>
                  <a:moveTo>
                    <a:pt x="1448" y="1"/>
                  </a:moveTo>
                  <a:cubicBezTo>
                    <a:pt x="650" y="1"/>
                    <a:pt x="0" y="650"/>
                    <a:pt x="0" y="1448"/>
                  </a:cubicBezTo>
                  <a:cubicBezTo>
                    <a:pt x="0" y="2236"/>
                    <a:pt x="650" y="2886"/>
                    <a:pt x="1448" y="2886"/>
                  </a:cubicBezTo>
                  <a:cubicBezTo>
                    <a:pt x="2236" y="2886"/>
                    <a:pt x="2885" y="2236"/>
                    <a:pt x="2885" y="1448"/>
                  </a:cubicBezTo>
                  <a:cubicBezTo>
                    <a:pt x="2885" y="650"/>
                    <a:pt x="2236" y="1"/>
                    <a:pt x="14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3">
              <a:extLst>
                <a:ext uri="{FF2B5EF4-FFF2-40B4-BE49-F238E27FC236}">
                  <a16:creationId xmlns:a16="http://schemas.microsoft.com/office/drawing/2014/main" id="{EB1AEB2F-8B79-8F08-0622-E462FBCD2550}"/>
                </a:ext>
              </a:extLst>
            </p:cNvPr>
            <p:cNvSpPr/>
            <p:nvPr/>
          </p:nvSpPr>
          <p:spPr>
            <a:xfrm>
              <a:off x="2144250" y="2947825"/>
              <a:ext cx="50800" cy="50800"/>
            </a:xfrm>
            <a:custGeom>
              <a:avLst/>
              <a:gdLst/>
              <a:ahLst/>
              <a:cxnLst/>
              <a:rect l="l" t="t" r="r" b="b"/>
              <a:pathLst>
                <a:path w="2032" h="2032" extrusionOk="0">
                  <a:moveTo>
                    <a:pt x="1021" y="0"/>
                  </a:moveTo>
                  <a:cubicBezTo>
                    <a:pt x="455" y="0"/>
                    <a:pt x="0" y="455"/>
                    <a:pt x="0" y="1021"/>
                  </a:cubicBezTo>
                  <a:cubicBezTo>
                    <a:pt x="0" y="1577"/>
                    <a:pt x="455" y="2032"/>
                    <a:pt x="1021" y="2032"/>
                  </a:cubicBezTo>
                  <a:cubicBezTo>
                    <a:pt x="1577" y="2032"/>
                    <a:pt x="2032" y="1577"/>
                    <a:pt x="2032" y="1021"/>
                  </a:cubicBezTo>
                  <a:cubicBezTo>
                    <a:pt x="2032" y="455"/>
                    <a:pt x="1577" y="0"/>
                    <a:pt x="10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3">
              <a:extLst>
                <a:ext uri="{FF2B5EF4-FFF2-40B4-BE49-F238E27FC236}">
                  <a16:creationId xmlns:a16="http://schemas.microsoft.com/office/drawing/2014/main" id="{E9F55E19-3C2A-D80A-AAE2-2BAB14915DF1}"/>
                </a:ext>
              </a:extLst>
            </p:cNvPr>
            <p:cNvSpPr/>
            <p:nvPr/>
          </p:nvSpPr>
          <p:spPr>
            <a:xfrm>
              <a:off x="2142850" y="2946425"/>
              <a:ext cx="53825" cy="53825"/>
            </a:xfrm>
            <a:custGeom>
              <a:avLst/>
              <a:gdLst/>
              <a:ahLst/>
              <a:cxnLst/>
              <a:rect l="l" t="t" r="r" b="b"/>
              <a:pathLst>
                <a:path w="2153" h="2153" extrusionOk="0">
                  <a:moveTo>
                    <a:pt x="1077" y="112"/>
                  </a:moveTo>
                  <a:cubicBezTo>
                    <a:pt x="1605" y="112"/>
                    <a:pt x="2032" y="548"/>
                    <a:pt x="2032" y="1077"/>
                  </a:cubicBezTo>
                  <a:cubicBezTo>
                    <a:pt x="2032" y="1605"/>
                    <a:pt x="1605" y="2032"/>
                    <a:pt x="1077" y="2032"/>
                  </a:cubicBezTo>
                  <a:cubicBezTo>
                    <a:pt x="548" y="2032"/>
                    <a:pt x="112" y="1605"/>
                    <a:pt x="112" y="1077"/>
                  </a:cubicBezTo>
                  <a:cubicBezTo>
                    <a:pt x="112" y="548"/>
                    <a:pt x="548" y="112"/>
                    <a:pt x="1077" y="112"/>
                  </a:cubicBezTo>
                  <a:close/>
                  <a:moveTo>
                    <a:pt x="1077" y="1"/>
                  </a:moveTo>
                  <a:cubicBezTo>
                    <a:pt x="483" y="1"/>
                    <a:pt x="0" y="483"/>
                    <a:pt x="0" y="1077"/>
                  </a:cubicBezTo>
                  <a:cubicBezTo>
                    <a:pt x="0" y="1670"/>
                    <a:pt x="483" y="2153"/>
                    <a:pt x="1077" y="2153"/>
                  </a:cubicBezTo>
                  <a:cubicBezTo>
                    <a:pt x="1670" y="2153"/>
                    <a:pt x="2153" y="1670"/>
                    <a:pt x="2153" y="1077"/>
                  </a:cubicBezTo>
                  <a:cubicBezTo>
                    <a:pt x="2153" y="483"/>
                    <a:pt x="1670" y="1"/>
                    <a:pt x="10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3">
              <a:extLst>
                <a:ext uri="{FF2B5EF4-FFF2-40B4-BE49-F238E27FC236}">
                  <a16:creationId xmlns:a16="http://schemas.microsoft.com/office/drawing/2014/main" id="{EAA6BF65-8B1F-633E-AEA5-8D47EDE0A990}"/>
                </a:ext>
              </a:extLst>
            </p:cNvPr>
            <p:cNvSpPr/>
            <p:nvPr/>
          </p:nvSpPr>
          <p:spPr>
            <a:xfrm>
              <a:off x="2154900" y="2949850"/>
              <a:ext cx="45950" cy="34400"/>
            </a:xfrm>
            <a:custGeom>
              <a:avLst/>
              <a:gdLst/>
              <a:ahLst/>
              <a:cxnLst/>
              <a:rect l="l" t="t" r="r" b="b"/>
              <a:pathLst>
                <a:path w="1838" h="1376" extrusionOk="0">
                  <a:moveTo>
                    <a:pt x="1657" y="0"/>
                  </a:moveTo>
                  <a:cubicBezTo>
                    <a:pt x="1615" y="0"/>
                    <a:pt x="1573" y="17"/>
                    <a:pt x="1541" y="49"/>
                  </a:cubicBezTo>
                  <a:lnTo>
                    <a:pt x="613" y="977"/>
                  </a:lnTo>
                  <a:lnTo>
                    <a:pt x="298" y="661"/>
                  </a:lnTo>
                  <a:cubicBezTo>
                    <a:pt x="265" y="629"/>
                    <a:pt x="224" y="613"/>
                    <a:pt x="182" y="613"/>
                  </a:cubicBezTo>
                  <a:cubicBezTo>
                    <a:pt x="140" y="613"/>
                    <a:pt x="98" y="629"/>
                    <a:pt x="66" y="661"/>
                  </a:cubicBezTo>
                  <a:cubicBezTo>
                    <a:pt x="1" y="726"/>
                    <a:pt x="1" y="828"/>
                    <a:pt x="66" y="893"/>
                  </a:cubicBezTo>
                  <a:lnTo>
                    <a:pt x="493" y="1320"/>
                  </a:lnTo>
                  <a:cubicBezTo>
                    <a:pt x="530" y="1357"/>
                    <a:pt x="567" y="1376"/>
                    <a:pt x="613" y="1376"/>
                  </a:cubicBezTo>
                  <a:cubicBezTo>
                    <a:pt x="650" y="1376"/>
                    <a:pt x="697" y="1357"/>
                    <a:pt x="724" y="1329"/>
                  </a:cubicBezTo>
                  <a:lnTo>
                    <a:pt x="1773" y="281"/>
                  </a:lnTo>
                  <a:cubicBezTo>
                    <a:pt x="1838" y="216"/>
                    <a:pt x="1838" y="114"/>
                    <a:pt x="1773" y="49"/>
                  </a:cubicBezTo>
                  <a:cubicBezTo>
                    <a:pt x="1740" y="17"/>
                    <a:pt x="1699"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BCBAA94A-65B8-4EA6-7473-BCA0986B8522}"/>
              </a:ext>
            </a:extLst>
          </p:cNvPr>
          <p:cNvPicPr>
            <a:picLocks noChangeAspect="1"/>
          </p:cNvPicPr>
          <p:nvPr/>
        </p:nvPicPr>
        <p:blipFill>
          <a:blip r:embed="rId3"/>
          <a:stretch>
            <a:fillRect/>
          </a:stretch>
        </p:blipFill>
        <p:spPr>
          <a:xfrm>
            <a:off x="6413857" y="1752422"/>
            <a:ext cx="1701799" cy="2127249"/>
          </a:xfrm>
          <a:prstGeom prst="rect">
            <a:avLst/>
          </a:prstGeom>
        </p:spPr>
      </p:pic>
      <p:sp>
        <p:nvSpPr>
          <p:cNvPr id="7" name="TextBox 6">
            <a:extLst>
              <a:ext uri="{FF2B5EF4-FFF2-40B4-BE49-F238E27FC236}">
                <a16:creationId xmlns:a16="http://schemas.microsoft.com/office/drawing/2014/main" id="{C7C26287-3061-6C2F-080D-64766285F32F}"/>
              </a:ext>
            </a:extLst>
          </p:cNvPr>
          <p:cNvSpPr txBox="1"/>
          <p:nvPr/>
        </p:nvSpPr>
        <p:spPr>
          <a:xfrm>
            <a:off x="3149513" y="2034936"/>
            <a:ext cx="2982839" cy="1600438"/>
          </a:xfrm>
          <a:prstGeom prst="rect">
            <a:avLst/>
          </a:prstGeom>
          <a:noFill/>
        </p:spPr>
        <p:txBody>
          <a:bodyPr wrap="square">
            <a:spAutoFit/>
          </a:bodyPr>
          <a:lstStyle/>
          <a:p>
            <a:pPr marL="0" lvl="0" indent="0" algn="l" rtl="0">
              <a:spcBef>
                <a:spcPts val="0"/>
              </a:spcBef>
              <a:spcAft>
                <a:spcPts val="0"/>
              </a:spcAft>
              <a:buNone/>
            </a:pPr>
            <a:r>
              <a:rPr lang="en-CA" dirty="0">
                <a:latin typeface="Open Sans" panose="020B0606030504020204" pitchFamily="34" charset="0"/>
                <a:ea typeface="Open Sans" panose="020B0606030504020204" pitchFamily="34" charset="0"/>
                <a:cs typeface="Open Sans" panose="020B0606030504020204" pitchFamily="34" charset="0"/>
              </a:rPr>
              <a:t>Saturday May 30</a:t>
            </a:r>
            <a:r>
              <a:rPr lang="en-CA" baseline="30000" dirty="0">
                <a:latin typeface="Open Sans" panose="020B0606030504020204" pitchFamily="34" charset="0"/>
                <a:ea typeface="Open Sans" panose="020B0606030504020204" pitchFamily="34" charset="0"/>
                <a:cs typeface="Open Sans" panose="020B0606030504020204" pitchFamily="34" charset="0"/>
              </a:rPr>
              <a:t>th</a:t>
            </a:r>
            <a:r>
              <a:rPr lang="en-CA" dirty="0">
                <a:latin typeface="Open Sans" panose="020B0606030504020204" pitchFamily="34" charset="0"/>
                <a:ea typeface="Open Sans" panose="020B0606030504020204" pitchFamily="34" charset="0"/>
                <a:cs typeface="Open Sans" panose="020B0606030504020204" pitchFamily="34" charset="0"/>
              </a:rPr>
              <a:t> </a:t>
            </a:r>
          </a:p>
          <a:p>
            <a:pPr marL="285750" lvl="0" indent="-285750" algn="l" rtl="0">
              <a:spcBef>
                <a:spcPts val="0"/>
              </a:spcBef>
              <a:spcAft>
                <a:spcPts val="0"/>
              </a:spcAft>
              <a:buFont typeface="Arial" panose="020B0604020202020204" pitchFamily="34" charset="0"/>
              <a:buChar char="•"/>
            </a:pPr>
            <a:r>
              <a:rPr lang="en-CA" dirty="0">
                <a:latin typeface="Open Sans" panose="020B0606030504020204" pitchFamily="34" charset="0"/>
                <a:ea typeface="Open Sans" panose="020B0606030504020204" pitchFamily="34" charset="0"/>
                <a:cs typeface="Open Sans" panose="020B0606030504020204" pitchFamily="34" charset="0"/>
              </a:rPr>
              <a:t>4pm-6pm – Discord Mentorship Hours </a:t>
            </a:r>
          </a:p>
          <a:p>
            <a:pPr marL="285750" lvl="0" indent="-285750" algn="l" rtl="0">
              <a:spcBef>
                <a:spcPts val="0"/>
              </a:spcBef>
              <a:spcAft>
                <a:spcPts val="0"/>
              </a:spcAft>
              <a:buFont typeface="Arial" panose="020B0604020202020204" pitchFamily="34" charset="0"/>
              <a:buChar char="•"/>
            </a:pPr>
            <a:endParaRPr lang="en-CA" dirty="0">
              <a:latin typeface="Open Sans" panose="020B0606030504020204" pitchFamily="34" charset="0"/>
              <a:ea typeface="Open Sans" panose="020B0606030504020204" pitchFamily="34" charset="0"/>
              <a:cs typeface="Open Sans" panose="020B0606030504020204" pitchFamily="34" charset="0"/>
            </a:endParaRPr>
          </a:p>
          <a:p>
            <a:pPr lvl="0" algn="l" rtl="0">
              <a:spcBef>
                <a:spcPts val="0"/>
              </a:spcBef>
              <a:spcAft>
                <a:spcPts val="0"/>
              </a:spcAft>
            </a:pPr>
            <a:r>
              <a:rPr lang="en-CA" dirty="0">
                <a:latin typeface="Open Sans" panose="020B0606030504020204" pitchFamily="34" charset="0"/>
                <a:ea typeface="Open Sans" panose="020B0606030504020204" pitchFamily="34" charset="0"/>
                <a:cs typeface="Open Sans" panose="020B0606030504020204" pitchFamily="34" charset="0"/>
              </a:rPr>
              <a:t>Sunday May 31</a:t>
            </a:r>
            <a:r>
              <a:rPr lang="en-CA" baseline="30000" dirty="0">
                <a:latin typeface="Open Sans" panose="020B0606030504020204" pitchFamily="34" charset="0"/>
                <a:ea typeface="Open Sans" panose="020B0606030504020204" pitchFamily="34" charset="0"/>
                <a:cs typeface="Open Sans" panose="020B0606030504020204" pitchFamily="34" charset="0"/>
              </a:rPr>
              <a:t>st</a:t>
            </a:r>
            <a:r>
              <a:rPr lang="en-CA" dirty="0">
                <a:latin typeface="Open Sans" panose="020B0606030504020204" pitchFamily="34" charset="0"/>
                <a:ea typeface="Open Sans" panose="020B0606030504020204" pitchFamily="34" charset="0"/>
                <a:cs typeface="Open Sans" panose="020B0606030504020204" pitchFamily="34" charset="0"/>
              </a:rPr>
              <a:t> </a:t>
            </a:r>
          </a:p>
          <a:p>
            <a:pPr marL="285750" lvl="0" indent="-285750" algn="l" rtl="0">
              <a:spcBef>
                <a:spcPts val="0"/>
              </a:spcBef>
              <a:spcAft>
                <a:spcPts val="0"/>
              </a:spcAft>
              <a:buFont typeface="Arial" panose="020B0604020202020204" pitchFamily="34" charset="0"/>
              <a:buChar char="•"/>
            </a:pPr>
            <a:r>
              <a:rPr lang="en-CA" dirty="0">
                <a:latin typeface="Open Sans" panose="020B0606030504020204" pitchFamily="34" charset="0"/>
                <a:ea typeface="Open Sans" panose="020B0606030504020204" pitchFamily="34" charset="0"/>
                <a:cs typeface="Open Sans" panose="020B0606030504020204" pitchFamily="34" charset="0"/>
              </a:rPr>
              <a:t>10am-11am – Discord Mentorship Hours</a:t>
            </a:r>
          </a:p>
        </p:txBody>
      </p:sp>
    </p:spTree>
    <p:extLst>
      <p:ext uri="{BB962C8B-B14F-4D97-AF65-F5344CB8AC3E}">
        <p14:creationId xmlns:p14="http://schemas.microsoft.com/office/powerpoint/2010/main" val="40047523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88">
          <a:extLst>
            <a:ext uri="{FF2B5EF4-FFF2-40B4-BE49-F238E27FC236}">
              <a16:creationId xmlns:a16="http://schemas.microsoft.com/office/drawing/2014/main" id="{F825D9CA-5738-14BB-9517-3EC82FF56AFE}"/>
            </a:ext>
          </a:extLst>
        </p:cNvPr>
        <p:cNvGrpSpPr/>
        <p:nvPr/>
      </p:nvGrpSpPr>
      <p:grpSpPr>
        <a:xfrm>
          <a:off x="0" y="0"/>
          <a:ext cx="0" cy="0"/>
          <a:chOff x="0" y="0"/>
          <a:chExt cx="0" cy="0"/>
        </a:xfrm>
      </p:grpSpPr>
      <p:sp>
        <p:nvSpPr>
          <p:cNvPr id="1289" name="Google Shape;1289;p28">
            <a:extLst>
              <a:ext uri="{FF2B5EF4-FFF2-40B4-BE49-F238E27FC236}">
                <a16:creationId xmlns:a16="http://schemas.microsoft.com/office/drawing/2014/main" id="{133AD517-7212-5191-BB6A-FBE34158ED21}"/>
              </a:ext>
            </a:extLst>
          </p:cNvPr>
          <p:cNvSpPr txBox="1">
            <a:spLocks noGrp="1"/>
          </p:cNvSpPr>
          <p:nvPr>
            <p:ph type="title"/>
          </p:nvPr>
        </p:nvSpPr>
        <p:spPr>
          <a:xfrm>
            <a:off x="4130550" y="2623450"/>
            <a:ext cx="4300200"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Panel Session</a:t>
            </a:r>
            <a:endParaRPr dirty="0"/>
          </a:p>
        </p:txBody>
      </p:sp>
      <p:sp>
        <p:nvSpPr>
          <p:cNvPr id="1290" name="Google Shape;1290;p28">
            <a:extLst>
              <a:ext uri="{FF2B5EF4-FFF2-40B4-BE49-F238E27FC236}">
                <a16:creationId xmlns:a16="http://schemas.microsoft.com/office/drawing/2014/main" id="{E233F689-AF98-1D04-019D-AFE6033314C2}"/>
              </a:ext>
            </a:extLst>
          </p:cNvPr>
          <p:cNvSpPr txBox="1">
            <a:spLocks noGrp="1"/>
          </p:cNvSpPr>
          <p:nvPr>
            <p:ph type="title" idx="2"/>
          </p:nvPr>
        </p:nvSpPr>
        <p:spPr>
          <a:xfrm>
            <a:off x="4130550" y="1678250"/>
            <a:ext cx="43002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05</a:t>
            </a:r>
            <a:endParaRPr dirty="0"/>
          </a:p>
        </p:txBody>
      </p:sp>
      <p:grpSp>
        <p:nvGrpSpPr>
          <p:cNvPr id="1291" name="Google Shape;1291;p28">
            <a:extLst>
              <a:ext uri="{FF2B5EF4-FFF2-40B4-BE49-F238E27FC236}">
                <a16:creationId xmlns:a16="http://schemas.microsoft.com/office/drawing/2014/main" id="{6D514173-3E53-1CE3-2831-BD61DD619EE5}"/>
              </a:ext>
            </a:extLst>
          </p:cNvPr>
          <p:cNvGrpSpPr/>
          <p:nvPr/>
        </p:nvGrpSpPr>
        <p:grpSpPr>
          <a:xfrm>
            <a:off x="713237" y="1219150"/>
            <a:ext cx="2955370" cy="2463165"/>
            <a:chOff x="1136562" y="1210000"/>
            <a:chExt cx="2955370" cy="2463165"/>
          </a:xfrm>
        </p:grpSpPr>
        <p:sp>
          <p:nvSpPr>
            <p:cNvPr id="1292" name="Google Shape;1292;p28">
              <a:extLst>
                <a:ext uri="{FF2B5EF4-FFF2-40B4-BE49-F238E27FC236}">
                  <a16:creationId xmlns:a16="http://schemas.microsoft.com/office/drawing/2014/main" id="{834A9B08-59FB-B0A6-37A0-84A45D052FEE}"/>
                </a:ext>
              </a:extLst>
            </p:cNvPr>
            <p:cNvSpPr/>
            <p:nvPr/>
          </p:nvSpPr>
          <p:spPr>
            <a:xfrm>
              <a:off x="1242583" y="1775187"/>
              <a:ext cx="115169" cy="115739"/>
            </a:xfrm>
            <a:custGeom>
              <a:avLst/>
              <a:gdLst/>
              <a:ahLst/>
              <a:cxnLst/>
              <a:rect l="l" t="t" r="r" b="b"/>
              <a:pathLst>
                <a:path w="2023" h="2033" extrusionOk="0">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3" name="Google Shape;1293;p28">
              <a:extLst>
                <a:ext uri="{FF2B5EF4-FFF2-40B4-BE49-F238E27FC236}">
                  <a16:creationId xmlns:a16="http://schemas.microsoft.com/office/drawing/2014/main" id="{5F4D5A03-4CFC-A216-D040-58F795A601E6}"/>
                </a:ext>
              </a:extLst>
            </p:cNvPr>
            <p:cNvSpPr/>
            <p:nvPr/>
          </p:nvSpPr>
          <p:spPr>
            <a:xfrm>
              <a:off x="3894385" y="2105680"/>
              <a:ext cx="67690" cy="67633"/>
            </a:xfrm>
            <a:custGeom>
              <a:avLst/>
              <a:gdLst/>
              <a:ahLst/>
              <a:cxnLst/>
              <a:rect l="l" t="t" r="r" b="b"/>
              <a:pathLst>
                <a:path w="1189" h="1188" extrusionOk="0">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4" name="Google Shape;1294;p28">
              <a:extLst>
                <a:ext uri="{FF2B5EF4-FFF2-40B4-BE49-F238E27FC236}">
                  <a16:creationId xmlns:a16="http://schemas.microsoft.com/office/drawing/2014/main" id="{7410AF92-E7B9-BB76-744A-4C98A7D2B671}"/>
                </a:ext>
              </a:extLst>
            </p:cNvPr>
            <p:cNvSpPr/>
            <p:nvPr/>
          </p:nvSpPr>
          <p:spPr>
            <a:xfrm>
              <a:off x="1136562" y="2953790"/>
              <a:ext cx="119382" cy="119439"/>
            </a:xfrm>
            <a:custGeom>
              <a:avLst/>
              <a:gdLst/>
              <a:ahLst/>
              <a:cxnLst/>
              <a:rect l="l" t="t" r="r" b="b"/>
              <a:pathLst>
                <a:path w="2097" h="2098" extrusionOk="0">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5" name="Google Shape;1295;p28">
              <a:extLst>
                <a:ext uri="{FF2B5EF4-FFF2-40B4-BE49-F238E27FC236}">
                  <a16:creationId xmlns:a16="http://schemas.microsoft.com/office/drawing/2014/main" id="{64FDCBB0-2CC3-8C47-D5C9-A371AA87EF94}"/>
                </a:ext>
              </a:extLst>
            </p:cNvPr>
            <p:cNvSpPr/>
            <p:nvPr/>
          </p:nvSpPr>
          <p:spPr>
            <a:xfrm>
              <a:off x="3973063" y="3183813"/>
              <a:ext cx="118870" cy="118870"/>
            </a:xfrm>
            <a:custGeom>
              <a:avLst/>
              <a:gdLst/>
              <a:ahLst/>
              <a:cxnLst/>
              <a:rect l="l" t="t" r="r" b="b"/>
              <a:pathLst>
                <a:path w="2088" h="2088" extrusionOk="0">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6" name="Google Shape;1296;p28">
              <a:extLst>
                <a:ext uri="{FF2B5EF4-FFF2-40B4-BE49-F238E27FC236}">
                  <a16:creationId xmlns:a16="http://schemas.microsoft.com/office/drawing/2014/main" id="{757A4F29-6E17-9D45-5CE8-60170F36551E}"/>
                </a:ext>
              </a:extLst>
            </p:cNvPr>
            <p:cNvSpPr/>
            <p:nvPr/>
          </p:nvSpPr>
          <p:spPr>
            <a:xfrm>
              <a:off x="3676213" y="1303478"/>
              <a:ext cx="6945" cy="42811"/>
            </a:xfrm>
            <a:custGeom>
              <a:avLst/>
              <a:gdLst/>
              <a:ahLst/>
              <a:cxnLst/>
              <a:rect l="l" t="t" r="r" b="b"/>
              <a:pathLst>
                <a:path w="122" h="752" extrusionOk="0">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7" name="Google Shape;1297;p28">
              <a:extLst>
                <a:ext uri="{FF2B5EF4-FFF2-40B4-BE49-F238E27FC236}">
                  <a16:creationId xmlns:a16="http://schemas.microsoft.com/office/drawing/2014/main" id="{68F59BC1-89AB-74A3-F7B4-CB2DAB722D95}"/>
                </a:ext>
              </a:extLst>
            </p:cNvPr>
            <p:cNvSpPr/>
            <p:nvPr/>
          </p:nvSpPr>
          <p:spPr>
            <a:xfrm>
              <a:off x="3676213" y="1396955"/>
              <a:ext cx="6945" cy="43381"/>
            </a:xfrm>
            <a:custGeom>
              <a:avLst/>
              <a:gdLst/>
              <a:ahLst/>
              <a:cxnLst/>
              <a:rect l="l" t="t" r="r" b="b"/>
              <a:pathLst>
                <a:path w="122" h="762" extrusionOk="0">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8" name="Google Shape;1298;p28">
              <a:extLst>
                <a:ext uri="{FF2B5EF4-FFF2-40B4-BE49-F238E27FC236}">
                  <a16:creationId xmlns:a16="http://schemas.microsoft.com/office/drawing/2014/main" id="{F9C6153C-F308-15BD-BB8E-B10C9B3DC577}"/>
                </a:ext>
              </a:extLst>
            </p:cNvPr>
            <p:cNvSpPr/>
            <p:nvPr/>
          </p:nvSpPr>
          <p:spPr>
            <a:xfrm>
              <a:off x="3705247" y="1368434"/>
              <a:ext cx="42868" cy="6376"/>
            </a:xfrm>
            <a:custGeom>
              <a:avLst/>
              <a:gdLst/>
              <a:ahLst/>
              <a:cxnLst/>
              <a:rect l="l" t="t" r="r" b="b"/>
              <a:pathLst>
                <a:path w="753" h="112" extrusionOk="0">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9" name="Google Shape;1299;p28">
              <a:extLst>
                <a:ext uri="{FF2B5EF4-FFF2-40B4-BE49-F238E27FC236}">
                  <a16:creationId xmlns:a16="http://schemas.microsoft.com/office/drawing/2014/main" id="{5E72B1B8-66C5-E911-4C1C-0C0E1684D8DF}"/>
                </a:ext>
              </a:extLst>
            </p:cNvPr>
            <p:cNvSpPr/>
            <p:nvPr/>
          </p:nvSpPr>
          <p:spPr>
            <a:xfrm>
              <a:off x="3611257" y="1368434"/>
              <a:ext cx="43381" cy="6376"/>
            </a:xfrm>
            <a:custGeom>
              <a:avLst/>
              <a:gdLst/>
              <a:ahLst/>
              <a:cxnLst/>
              <a:rect l="l" t="t" r="r" b="b"/>
              <a:pathLst>
                <a:path w="762" h="112" extrusionOk="0">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0" name="Google Shape;1300;p28">
              <a:extLst>
                <a:ext uri="{FF2B5EF4-FFF2-40B4-BE49-F238E27FC236}">
                  <a16:creationId xmlns:a16="http://schemas.microsoft.com/office/drawing/2014/main" id="{731D7C9D-01BD-C67B-1802-03AEB501ADC9}"/>
                </a:ext>
              </a:extLst>
            </p:cNvPr>
            <p:cNvSpPr/>
            <p:nvPr/>
          </p:nvSpPr>
          <p:spPr>
            <a:xfrm>
              <a:off x="3633459" y="1391661"/>
              <a:ext cx="25903" cy="25960"/>
            </a:xfrm>
            <a:custGeom>
              <a:avLst/>
              <a:gdLst/>
              <a:ahLst/>
              <a:cxnLst/>
              <a:rect l="l" t="t" r="r" b="b"/>
              <a:pathLst>
                <a:path w="455" h="456" extrusionOk="0">
                  <a:moveTo>
                    <a:pt x="0" y="455"/>
                  </a:moveTo>
                  <a:lnTo>
                    <a:pt x="455" y="1"/>
                  </a:lnTo>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1" name="Google Shape;1301;p28">
              <a:extLst>
                <a:ext uri="{FF2B5EF4-FFF2-40B4-BE49-F238E27FC236}">
                  <a16:creationId xmlns:a16="http://schemas.microsoft.com/office/drawing/2014/main" id="{78CB3A1A-5C0D-C655-E08A-0559AE14037D}"/>
                </a:ext>
              </a:extLst>
            </p:cNvPr>
            <p:cNvSpPr/>
            <p:nvPr/>
          </p:nvSpPr>
          <p:spPr>
            <a:xfrm>
              <a:off x="3630271" y="1388757"/>
              <a:ext cx="32792" cy="32564"/>
            </a:xfrm>
            <a:custGeom>
              <a:avLst/>
              <a:gdLst/>
              <a:ahLst/>
              <a:cxnLst/>
              <a:rect l="l" t="t" r="r" b="b"/>
              <a:pathLst>
                <a:path w="576" h="572" extrusionOk="0">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2" name="Google Shape;1302;p28">
              <a:extLst>
                <a:ext uri="{FF2B5EF4-FFF2-40B4-BE49-F238E27FC236}">
                  <a16:creationId xmlns:a16="http://schemas.microsoft.com/office/drawing/2014/main" id="{9D54B098-109C-1F3D-B249-1E2256B7C24B}"/>
                </a:ext>
              </a:extLst>
            </p:cNvPr>
            <p:cNvSpPr/>
            <p:nvPr/>
          </p:nvSpPr>
          <p:spPr>
            <a:xfrm>
              <a:off x="3700009" y="1325623"/>
              <a:ext cx="25903" cy="25960"/>
            </a:xfrm>
            <a:custGeom>
              <a:avLst/>
              <a:gdLst/>
              <a:ahLst/>
              <a:cxnLst/>
              <a:rect l="l" t="t" r="r" b="b"/>
              <a:pathLst>
                <a:path w="455" h="456" extrusionOk="0">
                  <a:moveTo>
                    <a:pt x="0" y="456"/>
                  </a:moveTo>
                  <a:lnTo>
                    <a:pt x="455" y="1"/>
                  </a:lnTo>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3" name="Google Shape;1303;p28">
              <a:extLst>
                <a:ext uri="{FF2B5EF4-FFF2-40B4-BE49-F238E27FC236}">
                  <a16:creationId xmlns:a16="http://schemas.microsoft.com/office/drawing/2014/main" id="{86F4572A-EA13-DC6E-696D-4BBF8808A7E7}"/>
                </a:ext>
              </a:extLst>
            </p:cNvPr>
            <p:cNvSpPr/>
            <p:nvPr/>
          </p:nvSpPr>
          <p:spPr>
            <a:xfrm>
              <a:off x="3696309" y="1322378"/>
              <a:ext cx="33304" cy="32393"/>
            </a:xfrm>
            <a:custGeom>
              <a:avLst/>
              <a:gdLst/>
              <a:ahLst/>
              <a:cxnLst/>
              <a:rect l="l" t="t" r="r" b="b"/>
              <a:pathLst>
                <a:path w="585" h="569" extrusionOk="0">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4" name="Google Shape;1304;p28">
              <a:extLst>
                <a:ext uri="{FF2B5EF4-FFF2-40B4-BE49-F238E27FC236}">
                  <a16:creationId xmlns:a16="http://schemas.microsoft.com/office/drawing/2014/main" id="{70B1913B-4F6C-851A-6845-3F176EA4AAFB}"/>
                </a:ext>
              </a:extLst>
            </p:cNvPr>
            <p:cNvSpPr/>
            <p:nvPr/>
          </p:nvSpPr>
          <p:spPr>
            <a:xfrm>
              <a:off x="3633459" y="1325623"/>
              <a:ext cx="25903" cy="25960"/>
            </a:xfrm>
            <a:custGeom>
              <a:avLst/>
              <a:gdLst/>
              <a:ahLst/>
              <a:cxnLst/>
              <a:rect l="l" t="t" r="r" b="b"/>
              <a:pathLst>
                <a:path w="455" h="456" extrusionOk="0">
                  <a:moveTo>
                    <a:pt x="0" y="1"/>
                  </a:moveTo>
                  <a:lnTo>
                    <a:pt x="455" y="456"/>
                  </a:lnTo>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5" name="Google Shape;1305;p28">
              <a:extLst>
                <a:ext uri="{FF2B5EF4-FFF2-40B4-BE49-F238E27FC236}">
                  <a16:creationId xmlns:a16="http://schemas.microsoft.com/office/drawing/2014/main" id="{52AE54F7-CAD0-B269-8130-CAB29C42B63D}"/>
                </a:ext>
              </a:extLst>
            </p:cNvPr>
            <p:cNvSpPr/>
            <p:nvPr/>
          </p:nvSpPr>
          <p:spPr>
            <a:xfrm>
              <a:off x="3630271" y="1322378"/>
              <a:ext cx="32792" cy="32393"/>
            </a:xfrm>
            <a:custGeom>
              <a:avLst/>
              <a:gdLst/>
              <a:ahLst/>
              <a:cxnLst/>
              <a:rect l="l" t="t" r="r" b="b"/>
              <a:pathLst>
                <a:path w="576" h="569" extrusionOk="0">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6" name="Google Shape;1306;p28">
              <a:extLst>
                <a:ext uri="{FF2B5EF4-FFF2-40B4-BE49-F238E27FC236}">
                  <a16:creationId xmlns:a16="http://schemas.microsoft.com/office/drawing/2014/main" id="{6BF30057-45AB-953B-7CF8-0B0FEBD51A79}"/>
                </a:ext>
              </a:extLst>
            </p:cNvPr>
            <p:cNvSpPr/>
            <p:nvPr/>
          </p:nvSpPr>
          <p:spPr>
            <a:xfrm>
              <a:off x="3700009" y="1391661"/>
              <a:ext cx="25903" cy="25960"/>
            </a:xfrm>
            <a:custGeom>
              <a:avLst/>
              <a:gdLst/>
              <a:ahLst/>
              <a:cxnLst/>
              <a:rect l="l" t="t" r="r" b="b"/>
              <a:pathLst>
                <a:path w="455" h="456" extrusionOk="0">
                  <a:moveTo>
                    <a:pt x="0" y="1"/>
                  </a:moveTo>
                  <a:lnTo>
                    <a:pt x="455" y="455"/>
                  </a:lnTo>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7" name="Google Shape;1307;p28">
              <a:extLst>
                <a:ext uri="{FF2B5EF4-FFF2-40B4-BE49-F238E27FC236}">
                  <a16:creationId xmlns:a16="http://schemas.microsoft.com/office/drawing/2014/main" id="{252B37F7-83A4-EB21-A873-F6CA57ACA44F}"/>
                </a:ext>
              </a:extLst>
            </p:cNvPr>
            <p:cNvSpPr/>
            <p:nvPr/>
          </p:nvSpPr>
          <p:spPr>
            <a:xfrm>
              <a:off x="3696309" y="1388757"/>
              <a:ext cx="33304" cy="32564"/>
            </a:xfrm>
            <a:custGeom>
              <a:avLst/>
              <a:gdLst/>
              <a:ahLst/>
              <a:cxnLst/>
              <a:rect l="l" t="t" r="r" b="b"/>
              <a:pathLst>
                <a:path w="585" h="572" extrusionOk="0">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8" name="Google Shape;1308;p28">
              <a:extLst>
                <a:ext uri="{FF2B5EF4-FFF2-40B4-BE49-F238E27FC236}">
                  <a16:creationId xmlns:a16="http://schemas.microsoft.com/office/drawing/2014/main" id="{072B439D-3DEE-3155-CD1E-D5B1094CAE7D}"/>
                </a:ext>
              </a:extLst>
            </p:cNvPr>
            <p:cNvSpPr/>
            <p:nvPr/>
          </p:nvSpPr>
          <p:spPr>
            <a:xfrm>
              <a:off x="4016308" y="1558007"/>
              <a:ext cx="51294" cy="51294"/>
            </a:xfrm>
            <a:custGeom>
              <a:avLst/>
              <a:gdLst/>
              <a:ahLst/>
              <a:cxnLst/>
              <a:rect l="l" t="t" r="r" b="b"/>
              <a:pathLst>
                <a:path w="901" h="901" extrusionOk="0">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9" name="Google Shape;1309;p28">
              <a:extLst>
                <a:ext uri="{FF2B5EF4-FFF2-40B4-BE49-F238E27FC236}">
                  <a16:creationId xmlns:a16="http://schemas.microsoft.com/office/drawing/2014/main" id="{DA94E041-7373-BD70-D6AA-407A3A615B32}"/>
                </a:ext>
              </a:extLst>
            </p:cNvPr>
            <p:cNvSpPr/>
            <p:nvPr/>
          </p:nvSpPr>
          <p:spPr>
            <a:xfrm>
              <a:off x="1400299" y="2123105"/>
              <a:ext cx="32792" cy="32792"/>
            </a:xfrm>
            <a:custGeom>
              <a:avLst/>
              <a:gdLst/>
              <a:ahLst/>
              <a:cxnLst/>
              <a:rect l="l" t="t" r="r" b="b"/>
              <a:pathLst>
                <a:path w="576" h="576" extrusionOk="0">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0" name="Google Shape;1310;p28">
              <a:extLst>
                <a:ext uri="{FF2B5EF4-FFF2-40B4-BE49-F238E27FC236}">
                  <a16:creationId xmlns:a16="http://schemas.microsoft.com/office/drawing/2014/main" id="{B64B9DCE-C106-982A-AE12-248DD0CD8AC6}"/>
                </a:ext>
              </a:extLst>
            </p:cNvPr>
            <p:cNvSpPr/>
            <p:nvPr/>
          </p:nvSpPr>
          <p:spPr>
            <a:xfrm>
              <a:off x="2298923" y="1210000"/>
              <a:ext cx="32792" cy="32792"/>
            </a:xfrm>
            <a:custGeom>
              <a:avLst/>
              <a:gdLst/>
              <a:ahLst/>
              <a:cxnLst/>
              <a:rect l="l" t="t" r="r" b="b"/>
              <a:pathLst>
                <a:path w="576" h="576" extrusionOk="0">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1" name="Google Shape;1311;p28">
              <a:extLst>
                <a:ext uri="{FF2B5EF4-FFF2-40B4-BE49-F238E27FC236}">
                  <a16:creationId xmlns:a16="http://schemas.microsoft.com/office/drawing/2014/main" id="{0A120F83-3D2D-4DB0-8F1F-4EE50C85D1BE}"/>
                </a:ext>
              </a:extLst>
            </p:cNvPr>
            <p:cNvSpPr/>
            <p:nvPr/>
          </p:nvSpPr>
          <p:spPr>
            <a:xfrm>
              <a:off x="2283609" y="1637253"/>
              <a:ext cx="584671" cy="391621"/>
            </a:xfrm>
            <a:custGeom>
              <a:avLst/>
              <a:gdLst/>
              <a:ahLst/>
              <a:cxnLst/>
              <a:rect l="l" t="t" r="r" b="b"/>
              <a:pathLst>
                <a:path w="10270" h="6879" extrusionOk="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2" name="Google Shape;1312;p28">
              <a:extLst>
                <a:ext uri="{FF2B5EF4-FFF2-40B4-BE49-F238E27FC236}">
                  <a16:creationId xmlns:a16="http://schemas.microsoft.com/office/drawing/2014/main" id="{BD05DFED-8AE1-7157-7CB6-7FFCE7DF78BD}"/>
                </a:ext>
              </a:extLst>
            </p:cNvPr>
            <p:cNvSpPr/>
            <p:nvPr/>
          </p:nvSpPr>
          <p:spPr>
            <a:xfrm>
              <a:off x="2280933" y="1632471"/>
              <a:ext cx="591560" cy="399876"/>
            </a:xfrm>
            <a:custGeom>
              <a:avLst/>
              <a:gdLst/>
              <a:ahLst/>
              <a:cxnLst/>
              <a:rect l="l" t="t" r="r" b="b"/>
              <a:pathLst>
                <a:path w="10391" h="7024" extrusionOk="0">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3" name="Google Shape;1313;p28">
              <a:extLst>
                <a:ext uri="{FF2B5EF4-FFF2-40B4-BE49-F238E27FC236}">
                  <a16:creationId xmlns:a16="http://schemas.microsoft.com/office/drawing/2014/main" id="{8E03DA78-BCA7-A5DB-270F-3B480B2D5B93}"/>
                </a:ext>
              </a:extLst>
            </p:cNvPr>
            <p:cNvSpPr/>
            <p:nvPr/>
          </p:nvSpPr>
          <p:spPr>
            <a:xfrm>
              <a:off x="1836771" y="1663668"/>
              <a:ext cx="289489" cy="289432"/>
            </a:xfrm>
            <a:custGeom>
              <a:avLst/>
              <a:gdLst/>
              <a:ahLst/>
              <a:cxnLst/>
              <a:rect l="l" t="t" r="r" b="b"/>
              <a:pathLst>
                <a:path w="5085" h="5084" extrusionOk="0">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4" name="Google Shape;1314;p28">
              <a:extLst>
                <a:ext uri="{FF2B5EF4-FFF2-40B4-BE49-F238E27FC236}">
                  <a16:creationId xmlns:a16="http://schemas.microsoft.com/office/drawing/2014/main" id="{16F45E73-C843-8324-94FB-87702BBC5730}"/>
                </a:ext>
              </a:extLst>
            </p:cNvPr>
            <p:cNvSpPr/>
            <p:nvPr/>
          </p:nvSpPr>
          <p:spPr>
            <a:xfrm>
              <a:off x="1833640" y="1660480"/>
              <a:ext cx="295808" cy="295808"/>
            </a:xfrm>
            <a:custGeom>
              <a:avLst/>
              <a:gdLst/>
              <a:ahLst/>
              <a:cxnLst/>
              <a:rect l="l" t="t" r="r" b="b"/>
              <a:pathLst>
                <a:path w="5196" h="5196" extrusionOk="0">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5" name="Google Shape;1315;p28">
              <a:extLst>
                <a:ext uri="{FF2B5EF4-FFF2-40B4-BE49-F238E27FC236}">
                  <a16:creationId xmlns:a16="http://schemas.microsoft.com/office/drawing/2014/main" id="{59D264E8-4EAA-839E-42E3-90252ECF6EE2}"/>
                </a:ext>
              </a:extLst>
            </p:cNvPr>
            <p:cNvSpPr/>
            <p:nvPr/>
          </p:nvSpPr>
          <p:spPr>
            <a:xfrm>
              <a:off x="2020595" y="1692132"/>
              <a:ext cx="77653" cy="77709"/>
            </a:xfrm>
            <a:custGeom>
              <a:avLst/>
              <a:gdLst/>
              <a:ahLst/>
              <a:cxnLst/>
              <a:rect l="l" t="t" r="r" b="b"/>
              <a:pathLst>
                <a:path w="1364" h="1365" extrusionOk="0">
                  <a:moveTo>
                    <a:pt x="0" y="1"/>
                  </a:moveTo>
                  <a:lnTo>
                    <a:pt x="0" y="1365"/>
                  </a:lnTo>
                  <a:lnTo>
                    <a:pt x="1364" y="1365"/>
                  </a:lnTo>
                  <a:cubicBezTo>
                    <a:pt x="1364" y="604"/>
                    <a:pt x="752" y="1"/>
                    <a:pt x="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6" name="Google Shape;1316;p28">
              <a:extLst>
                <a:ext uri="{FF2B5EF4-FFF2-40B4-BE49-F238E27FC236}">
                  <a16:creationId xmlns:a16="http://schemas.microsoft.com/office/drawing/2014/main" id="{670DEBAB-BE34-6B67-4723-A0AC2069FE34}"/>
                </a:ext>
              </a:extLst>
            </p:cNvPr>
            <p:cNvSpPr/>
            <p:nvPr/>
          </p:nvSpPr>
          <p:spPr>
            <a:xfrm>
              <a:off x="2017407" y="1688489"/>
              <a:ext cx="84029" cy="84541"/>
            </a:xfrm>
            <a:custGeom>
              <a:avLst/>
              <a:gdLst/>
              <a:ahLst/>
              <a:cxnLst/>
              <a:rect l="l" t="t" r="r" b="b"/>
              <a:pathLst>
                <a:path w="1476" h="1485" extrusionOk="0">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7" name="Google Shape;1317;p28">
              <a:extLst>
                <a:ext uri="{FF2B5EF4-FFF2-40B4-BE49-F238E27FC236}">
                  <a16:creationId xmlns:a16="http://schemas.microsoft.com/office/drawing/2014/main" id="{BD451623-787B-76AB-4C34-8DD2BEBEC6B2}"/>
                </a:ext>
              </a:extLst>
            </p:cNvPr>
            <p:cNvSpPr/>
            <p:nvPr/>
          </p:nvSpPr>
          <p:spPr>
            <a:xfrm>
              <a:off x="2293116" y="1635146"/>
              <a:ext cx="584671" cy="391223"/>
            </a:xfrm>
            <a:custGeom>
              <a:avLst/>
              <a:gdLst/>
              <a:ahLst/>
              <a:cxnLst/>
              <a:rect l="l" t="t" r="r" b="b"/>
              <a:pathLst>
                <a:path w="10270" h="6872" extrusionOk="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8" name="Google Shape;1318;p28">
              <a:extLst>
                <a:ext uri="{FF2B5EF4-FFF2-40B4-BE49-F238E27FC236}">
                  <a16:creationId xmlns:a16="http://schemas.microsoft.com/office/drawing/2014/main" id="{480E62C0-690C-AFD8-1326-235EC56B75AA}"/>
                </a:ext>
              </a:extLst>
            </p:cNvPr>
            <p:cNvSpPr/>
            <p:nvPr/>
          </p:nvSpPr>
          <p:spPr>
            <a:xfrm>
              <a:off x="2290440" y="1629852"/>
              <a:ext cx="591047" cy="399819"/>
            </a:xfrm>
            <a:custGeom>
              <a:avLst/>
              <a:gdLst/>
              <a:ahLst/>
              <a:cxnLst/>
              <a:rect l="l" t="t" r="r" b="b"/>
              <a:pathLst>
                <a:path w="10382" h="7023" extrusionOk="0">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9" name="Google Shape;1319;p28">
              <a:extLst>
                <a:ext uri="{FF2B5EF4-FFF2-40B4-BE49-F238E27FC236}">
                  <a16:creationId xmlns:a16="http://schemas.microsoft.com/office/drawing/2014/main" id="{4D980478-9E69-B903-7CB7-E09AB200499E}"/>
                </a:ext>
              </a:extLst>
            </p:cNvPr>
            <p:cNvSpPr/>
            <p:nvPr/>
          </p:nvSpPr>
          <p:spPr>
            <a:xfrm>
              <a:off x="2999153" y="1568027"/>
              <a:ext cx="81410" cy="321711"/>
            </a:xfrm>
            <a:custGeom>
              <a:avLst/>
              <a:gdLst/>
              <a:ahLst/>
              <a:cxnLst/>
              <a:rect l="l" t="t" r="r" b="b"/>
              <a:pathLst>
                <a:path w="1430" h="5651" extrusionOk="0">
                  <a:moveTo>
                    <a:pt x="1" y="1"/>
                  </a:moveTo>
                  <a:lnTo>
                    <a:pt x="1" y="5650"/>
                  </a:lnTo>
                  <a:lnTo>
                    <a:pt x="1430" y="5650"/>
                  </a:lnTo>
                  <a:lnTo>
                    <a:pt x="143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0" name="Google Shape;1320;p28">
              <a:extLst>
                <a:ext uri="{FF2B5EF4-FFF2-40B4-BE49-F238E27FC236}">
                  <a16:creationId xmlns:a16="http://schemas.microsoft.com/office/drawing/2014/main" id="{0A193CE1-F092-F0F7-78E3-52B301C92381}"/>
                </a:ext>
              </a:extLst>
            </p:cNvPr>
            <p:cNvSpPr/>
            <p:nvPr/>
          </p:nvSpPr>
          <p:spPr>
            <a:xfrm>
              <a:off x="2995509" y="1564383"/>
              <a:ext cx="88242" cy="328543"/>
            </a:xfrm>
            <a:custGeom>
              <a:avLst/>
              <a:gdLst/>
              <a:ahLst/>
              <a:cxnLst/>
              <a:rect l="l" t="t" r="r" b="b"/>
              <a:pathLst>
                <a:path w="1550" h="5771" extrusionOk="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1" name="Google Shape;1321;p28">
              <a:extLst>
                <a:ext uri="{FF2B5EF4-FFF2-40B4-BE49-F238E27FC236}">
                  <a16:creationId xmlns:a16="http://schemas.microsoft.com/office/drawing/2014/main" id="{5FD4D2EC-DB7C-75D8-BC83-8F0CC7B2A7B0}"/>
                </a:ext>
              </a:extLst>
            </p:cNvPr>
            <p:cNvSpPr/>
            <p:nvPr/>
          </p:nvSpPr>
          <p:spPr>
            <a:xfrm>
              <a:off x="3130147" y="1424964"/>
              <a:ext cx="81922" cy="464777"/>
            </a:xfrm>
            <a:custGeom>
              <a:avLst/>
              <a:gdLst/>
              <a:ahLst/>
              <a:cxnLst/>
              <a:rect l="l" t="t" r="r" b="b"/>
              <a:pathLst>
                <a:path w="1439" h="8164" extrusionOk="0">
                  <a:moveTo>
                    <a:pt x="1" y="0"/>
                  </a:moveTo>
                  <a:lnTo>
                    <a:pt x="1" y="8163"/>
                  </a:lnTo>
                  <a:lnTo>
                    <a:pt x="1438" y="8163"/>
                  </a:lnTo>
                  <a:lnTo>
                    <a:pt x="143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2" name="Google Shape;1322;p28">
              <a:extLst>
                <a:ext uri="{FF2B5EF4-FFF2-40B4-BE49-F238E27FC236}">
                  <a16:creationId xmlns:a16="http://schemas.microsoft.com/office/drawing/2014/main" id="{D28E0397-5E04-833E-2E95-1ED4B27749D6}"/>
                </a:ext>
              </a:extLst>
            </p:cNvPr>
            <p:cNvSpPr/>
            <p:nvPr/>
          </p:nvSpPr>
          <p:spPr>
            <a:xfrm>
              <a:off x="3126447" y="1421776"/>
              <a:ext cx="88811" cy="471153"/>
            </a:xfrm>
            <a:custGeom>
              <a:avLst/>
              <a:gdLst/>
              <a:ahLst/>
              <a:cxnLst/>
              <a:rect l="l" t="t" r="r" b="b"/>
              <a:pathLst>
                <a:path w="1560" h="8276" extrusionOk="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3" name="Google Shape;1323;p28">
              <a:extLst>
                <a:ext uri="{FF2B5EF4-FFF2-40B4-BE49-F238E27FC236}">
                  <a16:creationId xmlns:a16="http://schemas.microsoft.com/office/drawing/2014/main" id="{FC94A946-F103-0114-3876-A8FF1A5242C1}"/>
                </a:ext>
              </a:extLst>
            </p:cNvPr>
            <p:cNvSpPr/>
            <p:nvPr/>
          </p:nvSpPr>
          <p:spPr>
            <a:xfrm>
              <a:off x="3248446" y="1621939"/>
              <a:ext cx="81922" cy="267799"/>
            </a:xfrm>
            <a:custGeom>
              <a:avLst/>
              <a:gdLst/>
              <a:ahLst/>
              <a:cxnLst/>
              <a:rect l="l" t="t" r="r" b="b"/>
              <a:pathLst>
                <a:path w="1439" h="4704" extrusionOk="0">
                  <a:moveTo>
                    <a:pt x="1" y="0"/>
                  </a:moveTo>
                  <a:lnTo>
                    <a:pt x="1" y="4703"/>
                  </a:lnTo>
                  <a:lnTo>
                    <a:pt x="1438" y="4703"/>
                  </a:lnTo>
                  <a:lnTo>
                    <a:pt x="143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4" name="Google Shape;1324;p28">
              <a:extLst>
                <a:ext uri="{FF2B5EF4-FFF2-40B4-BE49-F238E27FC236}">
                  <a16:creationId xmlns:a16="http://schemas.microsoft.com/office/drawing/2014/main" id="{9D7E5258-982B-92D4-F450-776FDCC0BF7B}"/>
                </a:ext>
              </a:extLst>
            </p:cNvPr>
            <p:cNvSpPr/>
            <p:nvPr/>
          </p:nvSpPr>
          <p:spPr>
            <a:xfrm>
              <a:off x="3244746" y="1618751"/>
              <a:ext cx="88811" cy="274175"/>
            </a:xfrm>
            <a:custGeom>
              <a:avLst/>
              <a:gdLst/>
              <a:ahLst/>
              <a:cxnLst/>
              <a:rect l="l" t="t" r="r" b="b"/>
              <a:pathLst>
                <a:path w="1560" h="4816" extrusionOk="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5" name="Google Shape;1325;p28">
              <a:extLst>
                <a:ext uri="{FF2B5EF4-FFF2-40B4-BE49-F238E27FC236}">
                  <a16:creationId xmlns:a16="http://schemas.microsoft.com/office/drawing/2014/main" id="{1C936C46-E608-2614-9D0E-C27ADFE37277}"/>
                </a:ext>
              </a:extLst>
            </p:cNvPr>
            <p:cNvSpPr/>
            <p:nvPr/>
          </p:nvSpPr>
          <p:spPr>
            <a:xfrm>
              <a:off x="1773408" y="1427298"/>
              <a:ext cx="375055" cy="118642"/>
            </a:xfrm>
            <a:custGeom>
              <a:avLst/>
              <a:gdLst/>
              <a:ahLst/>
              <a:cxnLst/>
              <a:rect l="l" t="t" r="r" b="b"/>
              <a:pathLst>
                <a:path w="6588" h="2084" extrusionOk="0">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6" name="Google Shape;1326;p28">
              <a:extLst>
                <a:ext uri="{FF2B5EF4-FFF2-40B4-BE49-F238E27FC236}">
                  <a16:creationId xmlns:a16="http://schemas.microsoft.com/office/drawing/2014/main" id="{38E0630E-F6A2-7B1A-9669-0F506319EDC8}"/>
                </a:ext>
              </a:extLst>
            </p:cNvPr>
            <p:cNvSpPr/>
            <p:nvPr/>
          </p:nvSpPr>
          <p:spPr>
            <a:xfrm>
              <a:off x="1747562"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7" name="Google Shape;1327;p28">
              <a:extLst>
                <a:ext uri="{FF2B5EF4-FFF2-40B4-BE49-F238E27FC236}">
                  <a16:creationId xmlns:a16="http://schemas.microsoft.com/office/drawing/2014/main" id="{5BF0E827-1B13-9DDC-37A4-26DECC3D51DD}"/>
                </a:ext>
              </a:extLst>
            </p:cNvPr>
            <p:cNvSpPr/>
            <p:nvPr/>
          </p:nvSpPr>
          <p:spPr>
            <a:xfrm>
              <a:off x="1744374" y="1397467"/>
              <a:ext cx="66096" cy="66096"/>
            </a:xfrm>
            <a:custGeom>
              <a:avLst/>
              <a:gdLst/>
              <a:ahLst/>
              <a:cxnLst/>
              <a:rect l="l" t="t" r="r" b="b"/>
              <a:pathLst>
                <a:path w="1161" h="1161" extrusionOk="0">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8" name="Google Shape;1328;p28">
              <a:extLst>
                <a:ext uri="{FF2B5EF4-FFF2-40B4-BE49-F238E27FC236}">
                  <a16:creationId xmlns:a16="http://schemas.microsoft.com/office/drawing/2014/main" id="{6F2B4996-4C39-19E3-1CF3-486A349270EC}"/>
                </a:ext>
              </a:extLst>
            </p:cNvPr>
            <p:cNvSpPr/>
            <p:nvPr/>
          </p:nvSpPr>
          <p:spPr>
            <a:xfrm>
              <a:off x="1975166" y="1401168"/>
              <a:ext cx="59207" cy="59207"/>
            </a:xfrm>
            <a:custGeom>
              <a:avLst/>
              <a:gdLst/>
              <a:ahLst/>
              <a:cxnLst/>
              <a:rect l="l" t="t" r="r" b="b"/>
              <a:pathLst>
                <a:path w="1040" h="1040" extrusionOk="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9" name="Google Shape;1329;p28">
              <a:extLst>
                <a:ext uri="{FF2B5EF4-FFF2-40B4-BE49-F238E27FC236}">
                  <a16:creationId xmlns:a16="http://schemas.microsoft.com/office/drawing/2014/main" id="{563C2C31-915B-9477-1FF9-9B759A1BE352}"/>
                </a:ext>
              </a:extLst>
            </p:cNvPr>
            <p:cNvSpPr/>
            <p:nvPr/>
          </p:nvSpPr>
          <p:spPr>
            <a:xfrm>
              <a:off x="1971465" y="1397467"/>
              <a:ext cx="66096" cy="66096"/>
            </a:xfrm>
            <a:custGeom>
              <a:avLst/>
              <a:gdLst/>
              <a:ahLst/>
              <a:cxnLst/>
              <a:rect l="l" t="t" r="r" b="b"/>
              <a:pathLst>
                <a:path w="1161" h="1161" extrusionOk="0">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0" name="Google Shape;1330;p28">
              <a:extLst>
                <a:ext uri="{FF2B5EF4-FFF2-40B4-BE49-F238E27FC236}">
                  <a16:creationId xmlns:a16="http://schemas.microsoft.com/office/drawing/2014/main" id="{9E82F0F7-B884-9FC1-D8F7-8CA116B20A51}"/>
                </a:ext>
              </a:extLst>
            </p:cNvPr>
            <p:cNvSpPr/>
            <p:nvPr/>
          </p:nvSpPr>
          <p:spPr>
            <a:xfrm>
              <a:off x="1855785" y="1509447"/>
              <a:ext cx="59776" cy="59207"/>
            </a:xfrm>
            <a:custGeom>
              <a:avLst/>
              <a:gdLst/>
              <a:ahLst/>
              <a:cxnLst/>
              <a:rect l="l" t="t" r="r" b="b"/>
              <a:pathLst>
                <a:path w="1050" h="1040" extrusionOk="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1" name="Google Shape;1331;p28">
              <a:extLst>
                <a:ext uri="{FF2B5EF4-FFF2-40B4-BE49-F238E27FC236}">
                  <a16:creationId xmlns:a16="http://schemas.microsoft.com/office/drawing/2014/main" id="{85FCA37F-CB51-C679-DCC3-87AE94D073B6}"/>
                </a:ext>
              </a:extLst>
            </p:cNvPr>
            <p:cNvSpPr/>
            <p:nvPr/>
          </p:nvSpPr>
          <p:spPr>
            <a:xfrm>
              <a:off x="1852654" y="1505747"/>
              <a:ext cx="66039" cy="66039"/>
            </a:xfrm>
            <a:custGeom>
              <a:avLst/>
              <a:gdLst/>
              <a:ahLst/>
              <a:cxnLst/>
              <a:rect l="l" t="t" r="r" b="b"/>
              <a:pathLst>
                <a:path w="1160" h="1160" extrusionOk="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2" name="Google Shape;1332;p28">
              <a:extLst>
                <a:ext uri="{FF2B5EF4-FFF2-40B4-BE49-F238E27FC236}">
                  <a16:creationId xmlns:a16="http://schemas.microsoft.com/office/drawing/2014/main" id="{B9266E9A-048D-16A3-47E3-206F8FF67228}"/>
                </a:ext>
              </a:extLst>
            </p:cNvPr>
            <p:cNvSpPr/>
            <p:nvPr/>
          </p:nvSpPr>
          <p:spPr>
            <a:xfrm>
              <a:off x="2110373" y="1414888"/>
              <a:ext cx="362872" cy="228745"/>
            </a:xfrm>
            <a:custGeom>
              <a:avLst/>
              <a:gdLst/>
              <a:ahLst/>
              <a:cxnLst/>
              <a:rect l="l" t="t" r="r" b="b"/>
              <a:pathLst>
                <a:path w="6374" h="4018" extrusionOk="0">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3" name="Google Shape;1333;p28">
              <a:extLst>
                <a:ext uri="{FF2B5EF4-FFF2-40B4-BE49-F238E27FC236}">
                  <a16:creationId xmlns:a16="http://schemas.microsoft.com/office/drawing/2014/main" id="{7FC45F36-B6BF-0A3D-2CC6-E9CDF9202039}"/>
                </a:ext>
              </a:extLst>
            </p:cNvPr>
            <p:cNvSpPr/>
            <p:nvPr/>
          </p:nvSpPr>
          <p:spPr>
            <a:xfrm>
              <a:off x="2107185" y="1411757"/>
              <a:ext cx="369760" cy="235064"/>
            </a:xfrm>
            <a:custGeom>
              <a:avLst/>
              <a:gdLst/>
              <a:ahLst/>
              <a:cxnLst/>
              <a:rect l="l" t="t" r="r" b="b"/>
              <a:pathLst>
                <a:path w="6495" h="4129" extrusionOk="0">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4" name="Google Shape;1334;p28">
              <a:extLst>
                <a:ext uri="{FF2B5EF4-FFF2-40B4-BE49-F238E27FC236}">
                  <a16:creationId xmlns:a16="http://schemas.microsoft.com/office/drawing/2014/main" id="{6AFFCD7C-DDA3-8438-AA15-20D1E35F3E5E}"/>
                </a:ext>
              </a:extLst>
            </p:cNvPr>
            <p:cNvSpPr/>
            <p:nvPr/>
          </p:nvSpPr>
          <p:spPr>
            <a:xfrm>
              <a:off x="2591482" y="1337806"/>
              <a:ext cx="278900" cy="261821"/>
            </a:xfrm>
            <a:custGeom>
              <a:avLst/>
              <a:gdLst/>
              <a:ahLst/>
              <a:cxnLst/>
              <a:rect l="l" t="t" r="r" b="b"/>
              <a:pathLst>
                <a:path w="4899" h="4599" extrusionOk="0">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5" name="Google Shape;1335;p28">
              <a:extLst>
                <a:ext uri="{FF2B5EF4-FFF2-40B4-BE49-F238E27FC236}">
                  <a16:creationId xmlns:a16="http://schemas.microsoft.com/office/drawing/2014/main" id="{5B7F2725-F83B-0B1D-5921-19C21EC1101F}"/>
                </a:ext>
              </a:extLst>
            </p:cNvPr>
            <p:cNvSpPr/>
            <p:nvPr/>
          </p:nvSpPr>
          <p:spPr>
            <a:xfrm>
              <a:off x="2588294" y="1334618"/>
              <a:ext cx="285276" cy="268368"/>
            </a:xfrm>
            <a:custGeom>
              <a:avLst/>
              <a:gdLst/>
              <a:ahLst/>
              <a:cxnLst/>
              <a:rect l="l" t="t" r="r" b="b"/>
              <a:pathLst>
                <a:path w="5011" h="4714" extrusionOk="0">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6" name="Google Shape;1336;p28">
              <a:extLst>
                <a:ext uri="{FF2B5EF4-FFF2-40B4-BE49-F238E27FC236}">
                  <a16:creationId xmlns:a16="http://schemas.microsoft.com/office/drawing/2014/main" id="{3EAF95EC-9841-49EA-64D4-27ED376B8AB9}"/>
                </a:ext>
              </a:extLst>
            </p:cNvPr>
            <p:cNvSpPr/>
            <p:nvPr/>
          </p:nvSpPr>
          <p:spPr>
            <a:xfrm>
              <a:off x="2649038" y="1416482"/>
              <a:ext cx="40705" cy="40705"/>
            </a:xfrm>
            <a:custGeom>
              <a:avLst/>
              <a:gdLst/>
              <a:ahLst/>
              <a:cxnLst/>
              <a:rect l="l" t="t" r="r" b="b"/>
              <a:pathLst>
                <a:path w="715" h="715" extrusionOk="0">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7" name="Google Shape;1337;p28">
              <a:extLst>
                <a:ext uri="{FF2B5EF4-FFF2-40B4-BE49-F238E27FC236}">
                  <a16:creationId xmlns:a16="http://schemas.microsoft.com/office/drawing/2014/main" id="{23941CE0-9DA4-2C51-2225-D183B920AA4F}"/>
                </a:ext>
              </a:extLst>
            </p:cNvPr>
            <p:cNvSpPr/>
            <p:nvPr/>
          </p:nvSpPr>
          <p:spPr>
            <a:xfrm>
              <a:off x="2712400" y="1416482"/>
              <a:ext cx="40762" cy="40705"/>
            </a:xfrm>
            <a:custGeom>
              <a:avLst/>
              <a:gdLst/>
              <a:ahLst/>
              <a:cxnLst/>
              <a:rect l="l" t="t" r="r" b="b"/>
              <a:pathLst>
                <a:path w="716" h="715" extrusionOk="0">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8" name="Google Shape;1338;p28">
              <a:extLst>
                <a:ext uri="{FF2B5EF4-FFF2-40B4-BE49-F238E27FC236}">
                  <a16:creationId xmlns:a16="http://schemas.microsoft.com/office/drawing/2014/main" id="{6AD1E425-4873-2FAC-BFE1-E026C74130C2}"/>
                </a:ext>
              </a:extLst>
            </p:cNvPr>
            <p:cNvSpPr/>
            <p:nvPr/>
          </p:nvSpPr>
          <p:spPr>
            <a:xfrm>
              <a:off x="2775250" y="1416482"/>
              <a:ext cx="40705" cy="40705"/>
            </a:xfrm>
            <a:custGeom>
              <a:avLst/>
              <a:gdLst/>
              <a:ahLst/>
              <a:cxnLst/>
              <a:rect l="l" t="t" r="r" b="b"/>
              <a:pathLst>
                <a:path w="715" h="715" extrusionOk="0">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9" name="Google Shape;1339;p28">
              <a:extLst>
                <a:ext uri="{FF2B5EF4-FFF2-40B4-BE49-F238E27FC236}">
                  <a16:creationId xmlns:a16="http://schemas.microsoft.com/office/drawing/2014/main" id="{E6DBB93A-7EE8-31A2-8FBD-EA48A5903A5F}"/>
                </a:ext>
              </a:extLst>
            </p:cNvPr>
            <p:cNvSpPr/>
            <p:nvPr/>
          </p:nvSpPr>
          <p:spPr>
            <a:xfrm>
              <a:off x="1404791" y="1554307"/>
              <a:ext cx="264098" cy="247873"/>
            </a:xfrm>
            <a:custGeom>
              <a:avLst/>
              <a:gdLst/>
              <a:ahLst/>
              <a:cxnLst/>
              <a:rect l="l" t="t" r="r" b="b"/>
              <a:pathLst>
                <a:path w="4639" h="4354" extrusionOk="0">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0" name="Google Shape;1340;p28">
              <a:extLst>
                <a:ext uri="{FF2B5EF4-FFF2-40B4-BE49-F238E27FC236}">
                  <a16:creationId xmlns:a16="http://schemas.microsoft.com/office/drawing/2014/main" id="{D1810004-9571-A844-5ABA-5BC2BF607F0F}"/>
                </a:ext>
              </a:extLst>
            </p:cNvPr>
            <p:cNvSpPr/>
            <p:nvPr/>
          </p:nvSpPr>
          <p:spPr>
            <a:xfrm>
              <a:off x="1401603" y="1551176"/>
              <a:ext cx="270474" cy="254079"/>
            </a:xfrm>
            <a:custGeom>
              <a:avLst/>
              <a:gdLst/>
              <a:ahLst/>
              <a:cxnLst/>
              <a:rect l="l" t="t" r="r" b="b"/>
              <a:pathLst>
                <a:path w="4751" h="4463" extrusionOk="0">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1" name="Google Shape;1341;p28">
              <a:extLst>
                <a:ext uri="{FF2B5EF4-FFF2-40B4-BE49-F238E27FC236}">
                  <a16:creationId xmlns:a16="http://schemas.microsoft.com/office/drawing/2014/main" id="{9AB7F8E4-BED5-FE74-FA71-7CB9B57C6602}"/>
                </a:ext>
              </a:extLst>
            </p:cNvPr>
            <p:cNvSpPr/>
            <p:nvPr/>
          </p:nvSpPr>
          <p:spPr>
            <a:xfrm>
              <a:off x="1575351" y="1628770"/>
              <a:ext cx="39168" cy="39168"/>
            </a:xfrm>
            <a:custGeom>
              <a:avLst/>
              <a:gdLst/>
              <a:ahLst/>
              <a:cxnLst/>
              <a:rect l="l" t="t" r="r" b="b"/>
              <a:pathLst>
                <a:path w="688" h="688" extrusionOk="0">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2" name="Google Shape;1342;p28">
              <a:extLst>
                <a:ext uri="{FF2B5EF4-FFF2-40B4-BE49-F238E27FC236}">
                  <a16:creationId xmlns:a16="http://schemas.microsoft.com/office/drawing/2014/main" id="{7C186F91-A64A-CA31-4947-259F40B7812F}"/>
                </a:ext>
              </a:extLst>
            </p:cNvPr>
            <p:cNvSpPr/>
            <p:nvPr/>
          </p:nvSpPr>
          <p:spPr>
            <a:xfrm>
              <a:off x="1515177" y="1628770"/>
              <a:ext cx="39111" cy="39168"/>
            </a:xfrm>
            <a:custGeom>
              <a:avLst/>
              <a:gdLst/>
              <a:ahLst/>
              <a:cxnLst/>
              <a:rect l="l" t="t" r="r" b="b"/>
              <a:pathLst>
                <a:path w="687" h="688" extrusionOk="0">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3" name="Google Shape;1343;p28">
              <a:extLst>
                <a:ext uri="{FF2B5EF4-FFF2-40B4-BE49-F238E27FC236}">
                  <a16:creationId xmlns:a16="http://schemas.microsoft.com/office/drawing/2014/main" id="{8904EAFE-ECD5-8E70-1AE3-5D87038E334A}"/>
                </a:ext>
              </a:extLst>
            </p:cNvPr>
            <p:cNvSpPr/>
            <p:nvPr/>
          </p:nvSpPr>
          <p:spPr>
            <a:xfrm>
              <a:off x="1456028" y="1628770"/>
              <a:ext cx="39111" cy="39168"/>
            </a:xfrm>
            <a:custGeom>
              <a:avLst/>
              <a:gdLst/>
              <a:ahLst/>
              <a:cxnLst/>
              <a:rect l="l" t="t" r="r" b="b"/>
              <a:pathLst>
                <a:path w="687" h="688" extrusionOk="0">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4" name="Google Shape;1344;p28">
              <a:extLst>
                <a:ext uri="{FF2B5EF4-FFF2-40B4-BE49-F238E27FC236}">
                  <a16:creationId xmlns:a16="http://schemas.microsoft.com/office/drawing/2014/main" id="{87345059-C959-9CD7-5173-540B9E405139}"/>
                </a:ext>
              </a:extLst>
            </p:cNvPr>
            <p:cNvSpPr/>
            <p:nvPr/>
          </p:nvSpPr>
          <p:spPr>
            <a:xfrm>
              <a:off x="3635565" y="1627062"/>
              <a:ext cx="216049" cy="210413"/>
            </a:xfrm>
            <a:custGeom>
              <a:avLst/>
              <a:gdLst/>
              <a:ahLst/>
              <a:cxnLst/>
              <a:rect l="l" t="t" r="r" b="b"/>
              <a:pathLst>
                <a:path w="3795" h="3696" extrusionOk="0">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5" name="Google Shape;1345;p28">
              <a:extLst>
                <a:ext uri="{FF2B5EF4-FFF2-40B4-BE49-F238E27FC236}">
                  <a16:creationId xmlns:a16="http://schemas.microsoft.com/office/drawing/2014/main" id="{F36A7F65-3D6F-18FD-789C-0C78EEAA4A61}"/>
                </a:ext>
              </a:extLst>
            </p:cNvPr>
            <p:cNvSpPr/>
            <p:nvPr/>
          </p:nvSpPr>
          <p:spPr>
            <a:xfrm>
              <a:off x="3631865" y="1623760"/>
              <a:ext cx="219750" cy="216846"/>
            </a:xfrm>
            <a:custGeom>
              <a:avLst/>
              <a:gdLst/>
              <a:ahLst/>
              <a:cxnLst/>
              <a:rect l="l" t="t" r="r" b="b"/>
              <a:pathLst>
                <a:path w="3860" h="3809" extrusionOk="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6" name="Google Shape;1346;p28">
              <a:extLst>
                <a:ext uri="{FF2B5EF4-FFF2-40B4-BE49-F238E27FC236}">
                  <a16:creationId xmlns:a16="http://schemas.microsoft.com/office/drawing/2014/main" id="{9A25FA30-7332-2CBC-242A-110EC830879A}"/>
                </a:ext>
              </a:extLst>
            </p:cNvPr>
            <p:cNvSpPr/>
            <p:nvPr/>
          </p:nvSpPr>
          <p:spPr>
            <a:xfrm>
              <a:off x="3607556" y="1751851"/>
              <a:ext cx="113063" cy="113120"/>
            </a:xfrm>
            <a:custGeom>
              <a:avLst/>
              <a:gdLst/>
              <a:ahLst/>
              <a:cxnLst/>
              <a:rect l="l" t="t" r="r" b="b"/>
              <a:pathLst>
                <a:path w="1986" h="1987" extrusionOk="0">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7" name="Google Shape;1347;p28">
              <a:extLst>
                <a:ext uri="{FF2B5EF4-FFF2-40B4-BE49-F238E27FC236}">
                  <a16:creationId xmlns:a16="http://schemas.microsoft.com/office/drawing/2014/main" id="{0C1894F6-2892-D05F-C028-F3DA16E91ED5}"/>
                </a:ext>
              </a:extLst>
            </p:cNvPr>
            <p:cNvSpPr/>
            <p:nvPr/>
          </p:nvSpPr>
          <p:spPr>
            <a:xfrm>
              <a:off x="3603856" y="1748663"/>
              <a:ext cx="119952" cy="119952"/>
            </a:xfrm>
            <a:custGeom>
              <a:avLst/>
              <a:gdLst/>
              <a:ahLst/>
              <a:cxnLst/>
              <a:rect l="l" t="t" r="r" b="b"/>
              <a:pathLst>
                <a:path w="2107" h="2107" extrusionOk="0">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8" name="Google Shape;1348;p28">
              <a:extLst>
                <a:ext uri="{FF2B5EF4-FFF2-40B4-BE49-F238E27FC236}">
                  <a16:creationId xmlns:a16="http://schemas.microsoft.com/office/drawing/2014/main" id="{0B91988A-F3DB-EFBD-D3A7-23826EEA3BB3}"/>
                </a:ext>
              </a:extLst>
            </p:cNvPr>
            <p:cNvSpPr/>
            <p:nvPr/>
          </p:nvSpPr>
          <p:spPr>
            <a:xfrm>
              <a:off x="3402155" y="1499940"/>
              <a:ext cx="160030" cy="159518"/>
            </a:xfrm>
            <a:custGeom>
              <a:avLst/>
              <a:gdLst/>
              <a:ahLst/>
              <a:cxnLst/>
              <a:rect l="l" t="t" r="r" b="b"/>
              <a:pathLst>
                <a:path w="2811" h="2802" extrusionOk="0">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9" name="Google Shape;1349;p28">
              <a:extLst>
                <a:ext uri="{FF2B5EF4-FFF2-40B4-BE49-F238E27FC236}">
                  <a16:creationId xmlns:a16="http://schemas.microsoft.com/office/drawing/2014/main" id="{6A489E2D-EABC-1432-24E2-416D83D596B0}"/>
                </a:ext>
              </a:extLst>
            </p:cNvPr>
            <p:cNvSpPr/>
            <p:nvPr/>
          </p:nvSpPr>
          <p:spPr>
            <a:xfrm>
              <a:off x="3398967" y="1496752"/>
              <a:ext cx="166406" cy="166406"/>
            </a:xfrm>
            <a:custGeom>
              <a:avLst/>
              <a:gdLst/>
              <a:ahLst/>
              <a:cxnLst/>
              <a:rect l="l" t="t" r="r" b="b"/>
              <a:pathLst>
                <a:path w="2923" h="2923" extrusionOk="0">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0" name="Google Shape;1350;p28">
              <a:extLst>
                <a:ext uri="{FF2B5EF4-FFF2-40B4-BE49-F238E27FC236}">
                  <a16:creationId xmlns:a16="http://schemas.microsoft.com/office/drawing/2014/main" id="{36CD4255-4C53-EDC1-362E-48CE42D27E67}"/>
                </a:ext>
              </a:extLst>
            </p:cNvPr>
            <p:cNvSpPr/>
            <p:nvPr/>
          </p:nvSpPr>
          <p:spPr>
            <a:xfrm>
              <a:off x="3445422" y="1520263"/>
              <a:ext cx="116763" cy="82719"/>
            </a:xfrm>
            <a:custGeom>
              <a:avLst/>
              <a:gdLst/>
              <a:ahLst/>
              <a:cxnLst/>
              <a:rect l="l" t="t" r="r" b="b"/>
              <a:pathLst>
                <a:path w="2051" h="1453" extrusionOk="0">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1" name="Google Shape;1351;p28">
              <a:extLst>
                <a:ext uri="{FF2B5EF4-FFF2-40B4-BE49-F238E27FC236}">
                  <a16:creationId xmlns:a16="http://schemas.microsoft.com/office/drawing/2014/main" id="{551FA215-A2BC-3871-7215-D39192115BF9}"/>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2" name="Google Shape;1352;p28">
              <a:extLst>
                <a:ext uri="{FF2B5EF4-FFF2-40B4-BE49-F238E27FC236}">
                  <a16:creationId xmlns:a16="http://schemas.microsoft.com/office/drawing/2014/main" id="{D184D72F-B714-D830-553A-1189C967DC23}"/>
                </a:ext>
              </a:extLst>
            </p:cNvPr>
            <p:cNvSpPr/>
            <p:nvPr/>
          </p:nvSpPr>
          <p:spPr>
            <a:xfrm>
              <a:off x="2563985" y="3123841"/>
              <a:ext cx="96212" cy="96212"/>
            </a:xfrm>
            <a:custGeom>
              <a:avLst/>
              <a:gdLst/>
              <a:ahLst/>
              <a:cxnLst/>
              <a:rect l="l" t="t" r="r" b="b"/>
              <a:pathLst>
                <a:path w="1690" h="1690" extrusionOk="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3" name="Google Shape;1353;p28">
              <a:extLst>
                <a:ext uri="{FF2B5EF4-FFF2-40B4-BE49-F238E27FC236}">
                  <a16:creationId xmlns:a16="http://schemas.microsoft.com/office/drawing/2014/main" id="{50375797-5292-4EED-F26B-1EC90D54965C}"/>
                </a:ext>
              </a:extLst>
            </p:cNvPr>
            <p:cNvSpPr/>
            <p:nvPr/>
          </p:nvSpPr>
          <p:spPr>
            <a:xfrm>
              <a:off x="1555312" y="1878575"/>
              <a:ext cx="2115690" cy="1276541"/>
            </a:xfrm>
            <a:custGeom>
              <a:avLst/>
              <a:gdLst/>
              <a:ahLst/>
              <a:cxnLst/>
              <a:rect l="l" t="t" r="r" b="b"/>
              <a:pathLst>
                <a:path w="37163" h="22423" extrusionOk="0">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4" name="Google Shape;1354;p28">
              <a:extLst>
                <a:ext uri="{FF2B5EF4-FFF2-40B4-BE49-F238E27FC236}">
                  <a16:creationId xmlns:a16="http://schemas.microsoft.com/office/drawing/2014/main" id="{D8462AF5-78D2-256A-C451-E85E30C7C023}"/>
                </a:ext>
              </a:extLst>
            </p:cNvPr>
            <p:cNvSpPr/>
            <p:nvPr/>
          </p:nvSpPr>
          <p:spPr>
            <a:xfrm>
              <a:off x="1552124" y="1875387"/>
              <a:ext cx="2122066" cy="1282861"/>
            </a:xfrm>
            <a:custGeom>
              <a:avLst/>
              <a:gdLst/>
              <a:ahLst/>
              <a:cxnLst/>
              <a:rect l="l" t="t" r="r" b="b"/>
              <a:pathLst>
                <a:path w="37275" h="22534" extrusionOk="0">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5" name="Google Shape;1355;p28">
              <a:extLst>
                <a:ext uri="{FF2B5EF4-FFF2-40B4-BE49-F238E27FC236}">
                  <a16:creationId xmlns:a16="http://schemas.microsoft.com/office/drawing/2014/main" id="{BE0B17AE-EF8D-E19D-03F6-E54472FE177B}"/>
                </a:ext>
              </a:extLst>
            </p:cNvPr>
            <p:cNvSpPr/>
            <p:nvPr/>
          </p:nvSpPr>
          <p:spPr>
            <a:xfrm>
              <a:off x="1656191" y="1985772"/>
              <a:ext cx="1891272" cy="1092771"/>
            </a:xfrm>
            <a:custGeom>
              <a:avLst/>
              <a:gdLst/>
              <a:ahLst/>
              <a:cxnLst/>
              <a:rect l="l" t="t" r="r" b="b"/>
              <a:pathLst>
                <a:path w="33221" h="19195" extrusionOk="0">
                  <a:moveTo>
                    <a:pt x="0" y="1"/>
                  </a:moveTo>
                  <a:lnTo>
                    <a:pt x="0" y="19194"/>
                  </a:lnTo>
                  <a:lnTo>
                    <a:pt x="33220" y="19194"/>
                  </a:lnTo>
                  <a:lnTo>
                    <a:pt x="3322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6" name="Google Shape;1356;p28">
              <a:extLst>
                <a:ext uri="{FF2B5EF4-FFF2-40B4-BE49-F238E27FC236}">
                  <a16:creationId xmlns:a16="http://schemas.microsoft.com/office/drawing/2014/main" id="{F9B35C67-247C-45CF-8135-CA54BEB5F0D4}"/>
                </a:ext>
              </a:extLst>
            </p:cNvPr>
            <p:cNvSpPr/>
            <p:nvPr/>
          </p:nvSpPr>
          <p:spPr>
            <a:xfrm>
              <a:off x="1652491" y="1982641"/>
              <a:ext cx="1898103" cy="1099603"/>
            </a:xfrm>
            <a:custGeom>
              <a:avLst/>
              <a:gdLst/>
              <a:ahLst/>
              <a:cxnLst/>
              <a:rect l="l" t="t" r="r" b="b"/>
              <a:pathLst>
                <a:path w="33341" h="19315" extrusionOk="0">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7" name="Google Shape;1357;p28">
              <a:extLst>
                <a:ext uri="{FF2B5EF4-FFF2-40B4-BE49-F238E27FC236}">
                  <a16:creationId xmlns:a16="http://schemas.microsoft.com/office/drawing/2014/main" id="{EC59BF3E-DD0E-6CAF-FD8C-1FA7298F7973}"/>
                </a:ext>
              </a:extLst>
            </p:cNvPr>
            <p:cNvSpPr/>
            <p:nvPr/>
          </p:nvSpPr>
          <p:spPr>
            <a:xfrm>
              <a:off x="2594670" y="1910284"/>
              <a:ext cx="36492" cy="35980"/>
            </a:xfrm>
            <a:custGeom>
              <a:avLst/>
              <a:gdLst/>
              <a:ahLst/>
              <a:cxnLst/>
              <a:rect l="l" t="t" r="r" b="b"/>
              <a:pathLst>
                <a:path w="641" h="632" extrusionOk="0">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8" name="Google Shape;1358;p28">
              <a:extLst>
                <a:ext uri="{FF2B5EF4-FFF2-40B4-BE49-F238E27FC236}">
                  <a16:creationId xmlns:a16="http://schemas.microsoft.com/office/drawing/2014/main" id="{78BA93C1-ED8D-7126-8F32-3567E02CD086}"/>
                </a:ext>
              </a:extLst>
            </p:cNvPr>
            <p:cNvSpPr/>
            <p:nvPr/>
          </p:nvSpPr>
          <p:spPr>
            <a:xfrm>
              <a:off x="2591482" y="1906584"/>
              <a:ext cx="43381" cy="43324"/>
            </a:xfrm>
            <a:custGeom>
              <a:avLst/>
              <a:gdLst/>
              <a:ahLst/>
              <a:cxnLst/>
              <a:rect l="l" t="t" r="r" b="b"/>
              <a:pathLst>
                <a:path w="762" h="761" extrusionOk="0">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9" name="Google Shape;1359;p28">
              <a:extLst>
                <a:ext uri="{FF2B5EF4-FFF2-40B4-BE49-F238E27FC236}">
                  <a16:creationId xmlns:a16="http://schemas.microsoft.com/office/drawing/2014/main" id="{07E2E682-47B9-4A0F-2B45-119B55126E75}"/>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0" name="Google Shape;1360;p28">
              <a:extLst>
                <a:ext uri="{FF2B5EF4-FFF2-40B4-BE49-F238E27FC236}">
                  <a16:creationId xmlns:a16="http://schemas.microsoft.com/office/drawing/2014/main" id="{92BD9540-E50B-E523-44E4-F147FB399E5D}"/>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1" name="Google Shape;1361;p28">
              <a:extLst>
                <a:ext uri="{FF2B5EF4-FFF2-40B4-BE49-F238E27FC236}">
                  <a16:creationId xmlns:a16="http://schemas.microsoft.com/office/drawing/2014/main" id="{B8A403C7-FFD1-48AB-EA02-AACAA98CB8AE}"/>
                </a:ext>
              </a:extLst>
            </p:cNvPr>
            <p:cNvSpPr/>
            <p:nvPr/>
          </p:nvSpPr>
          <p:spPr>
            <a:xfrm>
              <a:off x="2306266" y="3242140"/>
              <a:ext cx="603173" cy="368166"/>
            </a:xfrm>
            <a:custGeom>
              <a:avLst/>
              <a:gdLst/>
              <a:ahLst/>
              <a:cxnLst/>
              <a:rect l="l" t="t" r="r" b="b"/>
              <a:pathLst>
                <a:path w="10595" h="6467" extrusionOk="0">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2" name="Google Shape;1362;p28">
              <a:extLst>
                <a:ext uri="{FF2B5EF4-FFF2-40B4-BE49-F238E27FC236}">
                  <a16:creationId xmlns:a16="http://schemas.microsoft.com/office/drawing/2014/main" id="{8199FC2D-EB65-A878-7A48-7E3EC506341A}"/>
                </a:ext>
              </a:extLst>
            </p:cNvPr>
            <p:cNvSpPr/>
            <p:nvPr/>
          </p:nvSpPr>
          <p:spPr>
            <a:xfrm>
              <a:off x="2302566" y="3239009"/>
              <a:ext cx="610574" cy="374486"/>
            </a:xfrm>
            <a:custGeom>
              <a:avLst/>
              <a:gdLst/>
              <a:ahLst/>
              <a:cxnLst/>
              <a:rect l="l" t="t" r="r" b="b"/>
              <a:pathLst>
                <a:path w="10725" h="6578" extrusionOk="0">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3" name="Google Shape;1363;p28">
              <a:extLst>
                <a:ext uri="{FF2B5EF4-FFF2-40B4-BE49-F238E27FC236}">
                  <a16:creationId xmlns:a16="http://schemas.microsoft.com/office/drawing/2014/main" id="{476A8714-873A-EA31-BC57-85E3E5A326B3}"/>
                </a:ext>
              </a:extLst>
            </p:cNvPr>
            <p:cNvSpPr/>
            <p:nvPr/>
          </p:nvSpPr>
          <p:spPr>
            <a:xfrm>
              <a:off x="1630431" y="3081088"/>
              <a:ext cx="2115747" cy="206542"/>
            </a:xfrm>
            <a:custGeom>
              <a:avLst/>
              <a:gdLst/>
              <a:ahLst/>
              <a:cxnLst/>
              <a:rect l="l" t="t" r="r" b="b"/>
              <a:pathLst>
                <a:path w="37164" h="3628" extrusionOk="0">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4" name="Google Shape;1364;p28">
              <a:extLst>
                <a:ext uri="{FF2B5EF4-FFF2-40B4-BE49-F238E27FC236}">
                  <a16:creationId xmlns:a16="http://schemas.microsoft.com/office/drawing/2014/main" id="{95545BDB-0402-0DE2-E9EB-96E7043B042C}"/>
                </a:ext>
              </a:extLst>
            </p:cNvPr>
            <p:cNvSpPr/>
            <p:nvPr/>
          </p:nvSpPr>
          <p:spPr>
            <a:xfrm>
              <a:off x="1551100" y="3077387"/>
              <a:ext cx="2122066" cy="213431"/>
            </a:xfrm>
            <a:custGeom>
              <a:avLst/>
              <a:gdLst/>
              <a:ahLst/>
              <a:cxnLst/>
              <a:rect l="l" t="t" r="r" b="b"/>
              <a:pathLst>
                <a:path w="37275" h="3749" extrusionOk="0">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5" name="Google Shape;1365;p28">
              <a:extLst>
                <a:ext uri="{FF2B5EF4-FFF2-40B4-BE49-F238E27FC236}">
                  <a16:creationId xmlns:a16="http://schemas.microsoft.com/office/drawing/2014/main" id="{C7728110-02A3-8075-EF45-64BE19D80156}"/>
                </a:ext>
              </a:extLst>
            </p:cNvPr>
            <p:cNvSpPr/>
            <p:nvPr/>
          </p:nvSpPr>
          <p:spPr>
            <a:xfrm>
              <a:off x="2567173" y="3127542"/>
              <a:ext cx="89836" cy="89323"/>
            </a:xfrm>
            <a:custGeom>
              <a:avLst/>
              <a:gdLst/>
              <a:ahLst/>
              <a:cxnLst/>
              <a:rect l="l" t="t" r="r" b="b"/>
              <a:pathLst>
                <a:path w="1578" h="1569" extrusionOk="0">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6" name="Google Shape;1366;p28">
              <a:extLst>
                <a:ext uri="{FF2B5EF4-FFF2-40B4-BE49-F238E27FC236}">
                  <a16:creationId xmlns:a16="http://schemas.microsoft.com/office/drawing/2014/main" id="{7F53646D-4E12-4A11-760B-848BA157A119}"/>
                </a:ext>
              </a:extLst>
            </p:cNvPr>
            <p:cNvSpPr/>
            <p:nvPr/>
          </p:nvSpPr>
          <p:spPr>
            <a:xfrm>
              <a:off x="2092952" y="3564814"/>
              <a:ext cx="1038346" cy="98318"/>
            </a:xfrm>
            <a:custGeom>
              <a:avLst/>
              <a:gdLst/>
              <a:ahLst/>
              <a:cxnLst/>
              <a:rect l="l" t="t" r="r" b="b"/>
              <a:pathLst>
                <a:path w="18239" h="1727" extrusionOk="0">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7" name="Google Shape;1367;p28">
              <a:extLst>
                <a:ext uri="{FF2B5EF4-FFF2-40B4-BE49-F238E27FC236}">
                  <a16:creationId xmlns:a16="http://schemas.microsoft.com/office/drawing/2014/main" id="{7403EB62-BBBF-2F11-1799-B3EFF3C05EDA}"/>
                </a:ext>
              </a:extLst>
            </p:cNvPr>
            <p:cNvSpPr/>
            <p:nvPr/>
          </p:nvSpPr>
          <p:spPr>
            <a:xfrm>
              <a:off x="2089764" y="3561683"/>
              <a:ext cx="1044665" cy="105150"/>
            </a:xfrm>
            <a:custGeom>
              <a:avLst/>
              <a:gdLst/>
              <a:ahLst/>
              <a:cxnLst/>
              <a:rect l="l" t="t" r="r" b="b"/>
              <a:pathLst>
                <a:path w="18350" h="1847" extrusionOk="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8" name="Google Shape;1368;p28">
              <a:extLst>
                <a:ext uri="{FF2B5EF4-FFF2-40B4-BE49-F238E27FC236}">
                  <a16:creationId xmlns:a16="http://schemas.microsoft.com/office/drawing/2014/main" id="{E1B41397-CC9F-84BD-86F5-98C48137F29A}"/>
                </a:ext>
              </a:extLst>
            </p:cNvPr>
            <p:cNvSpPr/>
            <p:nvPr/>
          </p:nvSpPr>
          <p:spPr>
            <a:xfrm>
              <a:off x="2352778" y="3564814"/>
              <a:ext cx="519202" cy="49188"/>
            </a:xfrm>
            <a:custGeom>
              <a:avLst/>
              <a:gdLst/>
              <a:ahLst/>
              <a:cxnLst/>
              <a:rect l="l" t="t" r="r" b="b"/>
              <a:pathLst>
                <a:path w="9120" h="864" extrusionOk="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9" name="Google Shape;1369;p28">
              <a:extLst>
                <a:ext uri="{FF2B5EF4-FFF2-40B4-BE49-F238E27FC236}">
                  <a16:creationId xmlns:a16="http://schemas.microsoft.com/office/drawing/2014/main" id="{8A704B59-25B0-09CD-AFFD-854AA00420FC}"/>
                </a:ext>
              </a:extLst>
            </p:cNvPr>
            <p:cNvSpPr/>
            <p:nvPr/>
          </p:nvSpPr>
          <p:spPr>
            <a:xfrm>
              <a:off x="2349077" y="3561683"/>
              <a:ext cx="526033" cy="56019"/>
            </a:xfrm>
            <a:custGeom>
              <a:avLst/>
              <a:gdLst/>
              <a:ahLst/>
              <a:cxnLst/>
              <a:rect l="l" t="t" r="r" b="b"/>
              <a:pathLst>
                <a:path w="9240" h="984" extrusionOk="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0" name="Google Shape;1370;p28">
              <a:extLst>
                <a:ext uri="{FF2B5EF4-FFF2-40B4-BE49-F238E27FC236}">
                  <a16:creationId xmlns:a16="http://schemas.microsoft.com/office/drawing/2014/main" id="{B88350E0-BBAC-73B8-C3AA-9A570E0D281F}"/>
                </a:ext>
              </a:extLst>
            </p:cNvPr>
            <p:cNvSpPr/>
            <p:nvPr/>
          </p:nvSpPr>
          <p:spPr>
            <a:xfrm>
              <a:off x="2821704" y="2132080"/>
              <a:ext cx="560419" cy="804364"/>
            </a:xfrm>
            <a:custGeom>
              <a:avLst/>
              <a:gdLst/>
              <a:ahLst/>
              <a:cxnLst/>
              <a:rect l="l" t="t" r="r" b="b"/>
              <a:pathLst>
                <a:path w="9844" h="14129" extrusionOk="0">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1" name="Google Shape;1371;p28">
              <a:extLst>
                <a:ext uri="{FF2B5EF4-FFF2-40B4-BE49-F238E27FC236}">
                  <a16:creationId xmlns:a16="http://schemas.microsoft.com/office/drawing/2014/main" id="{64780961-E520-C128-A389-016FF4657173}"/>
                </a:ext>
              </a:extLst>
            </p:cNvPr>
            <p:cNvSpPr/>
            <p:nvPr/>
          </p:nvSpPr>
          <p:spPr>
            <a:xfrm>
              <a:off x="2818573" y="2128892"/>
              <a:ext cx="566738" cy="810740"/>
            </a:xfrm>
            <a:custGeom>
              <a:avLst/>
              <a:gdLst/>
              <a:ahLst/>
              <a:cxnLst/>
              <a:rect l="l" t="t" r="r" b="b"/>
              <a:pathLst>
                <a:path w="9955" h="14241" extrusionOk="0">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2" name="Google Shape;1372;p28">
              <a:extLst>
                <a:ext uri="{FF2B5EF4-FFF2-40B4-BE49-F238E27FC236}">
                  <a16:creationId xmlns:a16="http://schemas.microsoft.com/office/drawing/2014/main" id="{8C817529-B0B5-FFEC-30C8-0110FEED5F60}"/>
                </a:ext>
              </a:extLst>
            </p:cNvPr>
            <p:cNvSpPr/>
            <p:nvPr/>
          </p:nvSpPr>
          <p:spPr>
            <a:xfrm>
              <a:off x="2889336" y="2203925"/>
              <a:ext cx="187015" cy="186958"/>
            </a:xfrm>
            <a:custGeom>
              <a:avLst/>
              <a:gdLst/>
              <a:ahLst/>
              <a:cxnLst/>
              <a:rect l="l" t="t" r="r" b="b"/>
              <a:pathLst>
                <a:path w="3285" h="3284" extrusionOk="0">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3" name="Google Shape;1373;p28">
              <a:extLst>
                <a:ext uri="{FF2B5EF4-FFF2-40B4-BE49-F238E27FC236}">
                  <a16:creationId xmlns:a16="http://schemas.microsoft.com/office/drawing/2014/main" id="{FCE66B48-BD3D-F799-402D-6513EC1EEDC6}"/>
                </a:ext>
              </a:extLst>
            </p:cNvPr>
            <p:cNvSpPr/>
            <p:nvPr/>
          </p:nvSpPr>
          <p:spPr>
            <a:xfrm>
              <a:off x="3253228"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4" name="Google Shape;1374;p28">
              <a:extLst>
                <a:ext uri="{FF2B5EF4-FFF2-40B4-BE49-F238E27FC236}">
                  <a16:creationId xmlns:a16="http://schemas.microsoft.com/office/drawing/2014/main" id="{2EE1FE98-22A2-97B3-9248-61AE75D2D1E5}"/>
                </a:ext>
              </a:extLst>
            </p:cNvPr>
            <p:cNvSpPr/>
            <p:nvPr/>
          </p:nvSpPr>
          <p:spPr>
            <a:xfrm>
              <a:off x="3285393" y="2173809"/>
              <a:ext cx="21747" cy="22203"/>
            </a:xfrm>
            <a:custGeom>
              <a:avLst/>
              <a:gdLst/>
              <a:ahLst/>
              <a:cxnLst/>
              <a:rect l="l" t="t" r="r" b="b"/>
              <a:pathLst>
                <a:path w="382" h="390" extrusionOk="0">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5" name="Google Shape;1375;p28">
              <a:extLst>
                <a:ext uri="{FF2B5EF4-FFF2-40B4-BE49-F238E27FC236}">
                  <a16:creationId xmlns:a16="http://schemas.microsoft.com/office/drawing/2014/main" id="{2B15119C-9EA0-32E1-FE9F-EE3A5918933E}"/>
                </a:ext>
              </a:extLst>
            </p:cNvPr>
            <p:cNvSpPr/>
            <p:nvPr/>
          </p:nvSpPr>
          <p:spPr>
            <a:xfrm>
              <a:off x="3314484" y="2173809"/>
              <a:ext cx="22203" cy="22203"/>
            </a:xfrm>
            <a:custGeom>
              <a:avLst/>
              <a:gdLst/>
              <a:ahLst/>
              <a:cxnLst/>
              <a:rect l="l" t="t" r="r" b="b"/>
              <a:pathLst>
                <a:path w="390" h="390" extrusionOk="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6" name="Google Shape;1376;p28">
              <a:extLst>
                <a:ext uri="{FF2B5EF4-FFF2-40B4-BE49-F238E27FC236}">
                  <a16:creationId xmlns:a16="http://schemas.microsoft.com/office/drawing/2014/main" id="{A7E21CB5-B371-34CB-CB50-DFC44F7E702C}"/>
                </a:ext>
              </a:extLst>
            </p:cNvPr>
            <p:cNvSpPr/>
            <p:nvPr/>
          </p:nvSpPr>
          <p:spPr>
            <a:xfrm>
              <a:off x="3132254" y="2253567"/>
              <a:ext cx="172213" cy="6889"/>
            </a:xfrm>
            <a:custGeom>
              <a:avLst/>
              <a:gdLst/>
              <a:ahLst/>
              <a:cxnLst/>
              <a:rect l="l" t="t" r="r" b="b"/>
              <a:pathLst>
                <a:path w="3025" h="121" extrusionOk="0">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7" name="Google Shape;1377;p28">
              <a:extLst>
                <a:ext uri="{FF2B5EF4-FFF2-40B4-BE49-F238E27FC236}">
                  <a16:creationId xmlns:a16="http://schemas.microsoft.com/office/drawing/2014/main" id="{19841E87-A118-0FED-CA4A-B5A6D1242CDC}"/>
                </a:ext>
              </a:extLst>
            </p:cNvPr>
            <p:cNvSpPr/>
            <p:nvPr/>
          </p:nvSpPr>
          <p:spPr>
            <a:xfrm>
              <a:off x="3132254" y="2297402"/>
              <a:ext cx="172213" cy="6889"/>
            </a:xfrm>
            <a:custGeom>
              <a:avLst/>
              <a:gdLst/>
              <a:ahLst/>
              <a:cxnLst/>
              <a:rect l="l" t="t" r="r" b="b"/>
              <a:pathLst>
                <a:path w="3025" h="121" extrusionOk="0">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8" name="Google Shape;1378;p28">
              <a:extLst>
                <a:ext uri="{FF2B5EF4-FFF2-40B4-BE49-F238E27FC236}">
                  <a16:creationId xmlns:a16="http://schemas.microsoft.com/office/drawing/2014/main" id="{B005BC13-6092-8A77-10C3-4131F03E42AE}"/>
                </a:ext>
              </a:extLst>
            </p:cNvPr>
            <p:cNvSpPr/>
            <p:nvPr/>
          </p:nvSpPr>
          <p:spPr>
            <a:xfrm>
              <a:off x="3132254" y="2341181"/>
              <a:ext cx="172213" cy="6433"/>
            </a:xfrm>
            <a:custGeom>
              <a:avLst/>
              <a:gdLst/>
              <a:ahLst/>
              <a:cxnLst/>
              <a:rect l="l" t="t" r="r" b="b"/>
              <a:pathLst>
                <a:path w="3025" h="113" extrusionOk="0">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9" name="Google Shape;1379;p28">
              <a:extLst>
                <a:ext uri="{FF2B5EF4-FFF2-40B4-BE49-F238E27FC236}">
                  <a16:creationId xmlns:a16="http://schemas.microsoft.com/office/drawing/2014/main" id="{473ACDD6-923B-7F24-A491-1BB981E02541}"/>
                </a:ext>
              </a:extLst>
            </p:cNvPr>
            <p:cNvSpPr/>
            <p:nvPr/>
          </p:nvSpPr>
          <p:spPr>
            <a:xfrm>
              <a:off x="3114321" y="2441034"/>
              <a:ext cx="186446" cy="187015"/>
            </a:xfrm>
            <a:custGeom>
              <a:avLst/>
              <a:gdLst/>
              <a:ahLst/>
              <a:cxnLst/>
              <a:rect l="l" t="t" r="r" b="b"/>
              <a:pathLst>
                <a:path w="3275" h="3285" extrusionOk="0">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0" name="Google Shape;1380;p28">
              <a:extLst>
                <a:ext uri="{FF2B5EF4-FFF2-40B4-BE49-F238E27FC236}">
                  <a16:creationId xmlns:a16="http://schemas.microsoft.com/office/drawing/2014/main" id="{5C9F564E-8B2C-D0F4-2F0C-72A272BCAF58}"/>
                </a:ext>
              </a:extLst>
            </p:cNvPr>
            <p:cNvSpPr/>
            <p:nvPr/>
          </p:nvSpPr>
          <p:spPr>
            <a:xfrm>
              <a:off x="2892524" y="2571459"/>
              <a:ext cx="165325" cy="6945"/>
            </a:xfrm>
            <a:custGeom>
              <a:avLst/>
              <a:gdLst/>
              <a:ahLst/>
              <a:cxnLst/>
              <a:rect l="l" t="t" r="r" b="b"/>
              <a:pathLst>
                <a:path w="2904" h="122" extrusionOk="0">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1" name="Google Shape;1381;p28">
              <a:extLst>
                <a:ext uri="{FF2B5EF4-FFF2-40B4-BE49-F238E27FC236}">
                  <a16:creationId xmlns:a16="http://schemas.microsoft.com/office/drawing/2014/main" id="{FEA4F743-BD24-A9A9-D198-25DC02065AF0}"/>
                </a:ext>
              </a:extLst>
            </p:cNvPr>
            <p:cNvSpPr/>
            <p:nvPr/>
          </p:nvSpPr>
          <p:spPr>
            <a:xfrm>
              <a:off x="2892524" y="2528136"/>
              <a:ext cx="165325" cy="6433"/>
            </a:xfrm>
            <a:custGeom>
              <a:avLst/>
              <a:gdLst/>
              <a:ahLst/>
              <a:cxnLst/>
              <a:rect l="l" t="t" r="r" b="b"/>
              <a:pathLst>
                <a:path w="2904" h="113" extrusionOk="0">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2" name="Google Shape;1382;p28">
              <a:extLst>
                <a:ext uri="{FF2B5EF4-FFF2-40B4-BE49-F238E27FC236}">
                  <a16:creationId xmlns:a16="http://schemas.microsoft.com/office/drawing/2014/main" id="{E3C3986F-E95F-1343-7637-66EF1D110652}"/>
                </a:ext>
              </a:extLst>
            </p:cNvPr>
            <p:cNvSpPr/>
            <p:nvPr/>
          </p:nvSpPr>
          <p:spPr>
            <a:xfrm>
              <a:off x="2892524" y="2484300"/>
              <a:ext cx="165325" cy="6433"/>
            </a:xfrm>
            <a:custGeom>
              <a:avLst/>
              <a:gdLst/>
              <a:ahLst/>
              <a:cxnLst/>
              <a:rect l="l" t="t" r="r" b="b"/>
              <a:pathLst>
                <a:path w="2904" h="113" extrusionOk="0">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3" name="Google Shape;1383;p28">
              <a:extLst>
                <a:ext uri="{FF2B5EF4-FFF2-40B4-BE49-F238E27FC236}">
                  <a16:creationId xmlns:a16="http://schemas.microsoft.com/office/drawing/2014/main" id="{6FFD6159-FBD9-A7D9-A719-B023FDAA3642}"/>
                </a:ext>
              </a:extLst>
            </p:cNvPr>
            <p:cNvSpPr/>
            <p:nvPr/>
          </p:nvSpPr>
          <p:spPr>
            <a:xfrm>
              <a:off x="3078911" y="2690839"/>
              <a:ext cx="185990" cy="6376"/>
            </a:xfrm>
            <a:custGeom>
              <a:avLst/>
              <a:gdLst/>
              <a:ahLst/>
              <a:cxnLst/>
              <a:rect l="l" t="t" r="r" b="b"/>
              <a:pathLst>
                <a:path w="3267" h="112" extrusionOk="0">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4" name="Google Shape;1384;p28">
              <a:extLst>
                <a:ext uri="{FF2B5EF4-FFF2-40B4-BE49-F238E27FC236}">
                  <a16:creationId xmlns:a16="http://schemas.microsoft.com/office/drawing/2014/main" id="{5F0694D2-178C-6F3F-5CCB-5F9AED8C4BF6}"/>
                </a:ext>
              </a:extLst>
            </p:cNvPr>
            <p:cNvSpPr/>
            <p:nvPr/>
          </p:nvSpPr>
          <p:spPr>
            <a:xfrm>
              <a:off x="2906757" y="2690839"/>
              <a:ext cx="143179" cy="6376"/>
            </a:xfrm>
            <a:custGeom>
              <a:avLst/>
              <a:gdLst/>
              <a:ahLst/>
              <a:cxnLst/>
              <a:rect l="l" t="t" r="r" b="b"/>
              <a:pathLst>
                <a:path w="2515" h="112" extrusionOk="0">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5" name="Google Shape;1385;p28">
              <a:extLst>
                <a:ext uri="{FF2B5EF4-FFF2-40B4-BE49-F238E27FC236}">
                  <a16:creationId xmlns:a16="http://schemas.microsoft.com/office/drawing/2014/main" id="{E9311D62-0115-A392-4952-C70B718E0912}"/>
                </a:ext>
              </a:extLst>
            </p:cNvPr>
            <p:cNvSpPr/>
            <p:nvPr/>
          </p:nvSpPr>
          <p:spPr>
            <a:xfrm>
              <a:off x="2906757" y="2740481"/>
              <a:ext cx="281519" cy="6376"/>
            </a:xfrm>
            <a:custGeom>
              <a:avLst/>
              <a:gdLst/>
              <a:ahLst/>
              <a:cxnLst/>
              <a:rect l="l" t="t" r="r" b="b"/>
              <a:pathLst>
                <a:path w="4945" h="112" extrusionOk="0">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6" name="Google Shape;1386;p28">
              <a:extLst>
                <a:ext uri="{FF2B5EF4-FFF2-40B4-BE49-F238E27FC236}">
                  <a16:creationId xmlns:a16="http://schemas.microsoft.com/office/drawing/2014/main" id="{30374448-A50B-40D5-ADE6-3446DBE53F2E}"/>
                </a:ext>
              </a:extLst>
            </p:cNvPr>
            <p:cNvSpPr/>
            <p:nvPr/>
          </p:nvSpPr>
          <p:spPr>
            <a:xfrm>
              <a:off x="2998640" y="2244060"/>
              <a:ext cx="44975" cy="47024"/>
            </a:xfrm>
            <a:custGeom>
              <a:avLst/>
              <a:gdLst/>
              <a:ahLst/>
              <a:cxnLst/>
              <a:rect l="l" t="t" r="r" b="b"/>
              <a:pathLst>
                <a:path w="790" h="826" extrusionOk="0">
                  <a:moveTo>
                    <a:pt x="121" y="0"/>
                  </a:moveTo>
                  <a:lnTo>
                    <a:pt x="1" y="714"/>
                  </a:lnTo>
                  <a:lnTo>
                    <a:pt x="724" y="826"/>
                  </a:lnTo>
                  <a:cubicBezTo>
                    <a:pt x="789" y="427"/>
                    <a:pt x="511" y="56"/>
                    <a:pt x="12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7" name="Google Shape;1387;p28">
              <a:extLst>
                <a:ext uri="{FF2B5EF4-FFF2-40B4-BE49-F238E27FC236}">
                  <a16:creationId xmlns:a16="http://schemas.microsoft.com/office/drawing/2014/main" id="{1B53F713-F2ED-BF52-4B2F-203CDF7A999C}"/>
                </a:ext>
              </a:extLst>
            </p:cNvPr>
            <p:cNvSpPr/>
            <p:nvPr/>
          </p:nvSpPr>
          <p:spPr>
            <a:xfrm>
              <a:off x="2994940" y="2239790"/>
              <a:ext cx="51806" cy="54994"/>
            </a:xfrm>
            <a:custGeom>
              <a:avLst/>
              <a:gdLst/>
              <a:ahLst/>
              <a:cxnLst/>
              <a:rect l="l" t="t" r="r" b="b"/>
              <a:pathLst>
                <a:path w="910" h="966" extrusionOk="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8" name="Google Shape;1388;p28">
              <a:extLst>
                <a:ext uri="{FF2B5EF4-FFF2-40B4-BE49-F238E27FC236}">
                  <a16:creationId xmlns:a16="http://schemas.microsoft.com/office/drawing/2014/main" id="{62367A1B-6E40-906B-2CD4-D2197E283D36}"/>
                </a:ext>
              </a:extLst>
            </p:cNvPr>
            <p:cNvSpPr/>
            <p:nvPr/>
          </p:nvSpPr>
          <p:spPr>
            <a:xfrm>
              <a:off x="2911539" y="2233129"/>
              <a:ext cx="133672" cy="129971"/>
            </a:xfrm>
            <a:custGeom>
              <a:avLst/>
              <a:gdLst/>
              <a:ahLst/>
              <a:cxnLst/>
              <a:rect l="l" t="t" r="r" b="b"/>
              <a:pathLst>
                <a:path w="2348" h="2283" extrusionOk="0">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9" name="Google Shape;1389;p28">
              <a:extLst>
                <a:ext uri="{FF2B5EF4-FFF2-40B4-BE49-F238E27FC236}">
                  <a16:creationId xmlns:a16="http://schemas.microsoft.com/office/drawing/2014/main" id="{F29ECD7D-9930-317D-DC8B-E46B04D67D3C}"/>
                </a:ext>
              </a:extLst>
            </p:cNvPr>
            <p:cNvSpPr/>
            <p:nvPr/>
          </p:nvSpPr>
          <p:spPr>
            <a:xfrm>
              <a:off x="2910969" y="2229600"/>
              <a:ext cx="138454" cy="137031"/>
            </a:xfrm>
            <a:custGeom>
              <a:avLst/>
              <a:gdLst/>
              <a:ahLst/>
              <a:cxnLst/>
              <a:rect l="l" t="t" r="r" b="b"/>
              <a:pathLst>
                <a:path w="2432" h="2407" extrusionOk="0">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0" name="Google Shape;1390;p28">
              <a:extLst>
                <a:ext uri="{FF2B5EF4-FFF2-40B4-BE49-F238E27FC236}">
                  <a16:creationId xmlns:a16="http://schemas.microsoft.com/office/drawing/2014/main" id="{E1FF539B-634F-619A-4C44-6E841CFD3838}"/>
                </a:ext>
              </a:extLst>
            </p:cNvPr>
            <p:cNvSpPr/>
            <p:nvPr/>
          </p:nvSpPr>
          <p:spPr>
            <a:xfrm>
              <a:off x="3125422" y="2463578"/>
              <a:ext cx="157411" cy="137714"/>
            </a:xfrm>
            <a:custGeom>
              <a:avLst/>
              <a:gdLst/>
              <a:ahLst/>
              <a:cxnLst/>
              <a:rect l="l" t="t" r="r" b="b"/>
              <a:pathLst>
                <a:path w="2765" h="2419" extrusionOk="0">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1" name="Google Shape;1391;p28">
              <a:extLst>
                <a:ext uri="{FF2B5EF4-FFF2-40B4-BE49-F238E27FC236}">
                  <a16:creationId xmlns:a16="http://schemas.microsoft.com/office/drawing/2014/main" id="{D1186BEC-C855-241F-020C-6C0B94AA7EFE}"/>
                </a:ext>
              </a:extLst>
            </p:cNvPr>
            <p:cNvSpPr/>
            <p:nvPr/>
          </p:nvSpPr>
          <p:spPr>
            <a:xfrm>
              <a:off x="3122234" y="2460902"/>
              <a:ext cx="156899" cy="144431"/>
            </a:xfrm>
            <a:custGeom>
              <a:avLst/>
              <a:gdLst/>
              <a:ahLst/>
              <a:cxnLst/>
              <a:rect l="l" t="t" r="r" b="b"/>
              <a:pathLst>
                <a:path w="2756" h="2537" extrusionOk="0">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2" name="Google Shape;1392;p28">
              <a:extLst>
                <a:ext uri="{FF2B5EF4-FFF2-40B4-BE49-F238E27FC236}">
                  <a16:creationId xmlns:a16="http://schemas.microsoft.com/office/drawing/2014/main" id="{E01FB0E4-1748-F539-F8E2-8C50720C0F2A}"/>
                </a:ext>
              </a:extLst>
            </p:cNvPr>
            <p:cNvSpPr/>
            <p:nvPr/>
          </p:nvSpPr>
          <p:spPr>
            <a:xfrm>
              <a:off x="3157075" y="2485382"/>
              <a:ext cx="95130" cy="95642"/>
            </a:xfrm>
            <a:custGeom>
              <a:avLst/>
              <a:gdLst/>
              <a:ahLst/>
              <a:cxnLst/>
              <a:rect l="l" t="t" r="r" b="b"/>
              <a:pathLst>
                <a:path w="1671" h="1680" extrusionOk="0">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3" name="Google Shape;1393;p28">
              <a:extLst>
                <a:ext uri="{FF2B5EF4-FFF2-40B4-BE49-F238E27FC236}">
                  <a16:creationId xmlns:a16="http://schemas.microsoft.com/office/drawing/2014/main" id="{20060939-B1DD-C3D6-F1D2-1BB7BD7EDE8E}"/>
                </a:ext>
              </a:extLst>
            </p:cNvPr>
            <p:cNvSpPr/>
            <p:nvPr/>
          </p:nvSpPr>
          <p:spPr>
            <a:xfrm>
              <a:off x="3153374" y="2482194"/>
              <a:ext cx="102531" cy="102019"/>
            </a:xfrm>
            <a:custGeom>
              <a:avLst/>
              <a:gdLst/>
              <a:ahLst/>
              <a:cxnLst/>
              <a:rect l="l" t="t" r="r" b="b"/>
              <a:pathLst>
                <a:path w="1801" h="1792" extrusionOk="0">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4" name="Google Shape;1394;p28">
              <a:extLst>
                <a:ext uri="{FF2B5EF4-FFF2-40B4-BE49-F238E27FC236}">
                  <a16:creationId xmlns:a16="http://schemas.microsoft.com/office/drawing/2014/main" id="{4B516922-3D4A-51AD-4BE6-0D00572F146A}"/>
                </a:ext>
              </a:extLst>
            </p:cNvPr>
            <p:cNvSpPr/>
            <p:nvPr/>
          </p:nvSpPr>
          <p:spPr>
            <a:xfrm>
              <a:off x="3166070" y="2499159"/>
              <a:ext cx="77140" cy="67576"/>
            </a:xfrm>
            <a:custGeom>
              <a:avLst/>
              <a:gdLst/>
              <a:ahLst/>
              <a:cxnLst/>
              <a:rect l="l" t="t" r="r" b="b"/>
              <a:pathLst>
                <a:path w="1355" h="1187" extrusionOk="0">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5" name="Google Shape;1395;p28">
              <a:extLst>
                <a:ext uri="{FF2B5EF4-FFF2-40B4-BE49-F238E27FC236}">
                  <a16:creationId xmlns:a16="http://schemas.microsoft.com/office/drawing/2014/main" id="{41F4B9ED-0941-8C7D-C76D-C038D02C2304}"/>
                </a:ext>
              </a:extLst>
            </p:cNvPr>
            <p:cNvSpPr/>
            <p:nvPr/>
          </p:nvSpPr>
          <p:spPr>
            <a:xfrm>
              <a:off x="3162369" y="2495971"/>
              <a:ext cx="84541" cy="74521"/>
            </a:xfrm>
            <a:custGeom>
              <a:avLst/>
              <a:gdLst/>
              <a:ahLst/>
              <a:cxnLst/>
              <a:rect l="l" t="t" r="r" b="b"/>
              <a:pathLst>
                <a:path w="1485" h="1309" extrusionOk="0">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6" name="Google Shape;1396;p28">
              <a:extLst>
                <a:ext uri="{FF2B5EF4-FFF2-40B4-BE49-F238E27FC236}">
                  <a16:creationId xmlns:a16="http://schemas.microsoft.com/office/drawing/2014/main" id="{E7EBA28C-EAF6-64A0-6148-86C53E8B8B3A}"/>
                </a:ext>
              </a:extLst>
            </p:cNvPr>
            <p:cNvSpPr/>
            <p:nvPr/>
          </p:nvSpPr>
          <p:spPr>
            <a:xfrm>
              <a:off x="3187703" y="2516522"/>
              <a:ext cx="33873" cy="33361"/>
            </a:xfrm>
            <a:custGeom>
              <a:avLst/>
              <a:gdLst/>
              <a:ahLst/>
              <a:cxnLst/>
              <a:rect l="l" t="t" r="r" b="b"/>
              <a:pathLst>
                <a:path w="595" h="586" extrusionOk="0">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7" name="Google Shape;1397;p28">
              <a:extLst>
                <a:ext uri="{FF2B5EF4-FFF2-40B4-BE49-F238E27FC236}">
                  <a16:creationId xmlns:a16="http://schemas.microsoft.com/office/drawing/2014/main" id="{E85F08C9-EBBD-C0DA-72C6-48B2C3A1D803}"/>
                </a:ext>
              </a:extLst>
            </p:cNvPr>
            <p:cNvSpPr/>
            <p:nvPr/>
          </p:nvSpPr>
          <p:spPr>
            <a:xfrm>
              <a:off x="3184572" y="2512822"/>
              <a:ext cx="40193" cy="40193"/>
            </a:xfrm>
            <a:custGeom>
              <a:avLst/>
              <a:gdLst/>
              <a:ahLst/>
              <a:cxnLst/>
              <a:rect l="l" t="t" r="r" b="b"/>
              <a:pathLst>
                <a:path w="706" h="706" extrusionOk="0">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8" name="Google Shape;1398;p28">
              <a:extLst>
                <a:ext uri="{FF2B5EF4-FFF2-40B4-BE49-F238E27FC236}">
                  <a16:creationId xmlns:a16="http://schemas.microsoft.com/office/drawing/2014/main" id="{826A5294-AD67-3436-5144-1455F91DD313}"/>
                </a:ext>
              </a:extLst>
            </p:cNvPr>
            <p:cNvSpPr/>
            <p:nvPr/>
          </p:nvSpPr>
          <p:spPr>
            <a:xfrm>
              <a:off x="3154968" y="2476956"/>
              <a:ext cx="52319" cy="59720"/>
            </a:xfrm>
            <a:custGeom>
              <a:avLst/>
              <a:gdLst/>
              <a:ahLst/>
              <a:cxnLst/>
              <a:rect l="l" t="t" r="r" b="b"/>
              <a:pathLst>
                <a:path w="919" h="1049" extrusionOk="0">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9" name="Google Shape;1399;p28">
              <a:extLst>
                <a:ext uri="{FF2B5EF4-FFF2-40B4-BE49-F238E27FC236}">
                  <a16:creationId xmlns:a16="http://schemas.microsoft.com/office/drawing/2014/main" id="{DBBFC64E-B331-6A79-191F-E348E2BC072A}"/>
                </a:ext>
              </a:extLst>
            </p:cNvPr>
            <p:cNvSpPr/>
            <p:nvPr/>
          </p:nvSpPr>
          <p:spPr>
            <a:xfrm>
              <a:off x="3142273" y="2464261"/>
              <a:ext cx="21747" cy="21690"/>
            </a:xfrm>
            <a:custGeom>
              <a:avLst/>
              <a:gdLst/>
              <a:ahLst/>
              <a:cxnLst/>
              <a:rect l="l" t="t" r="r" b="b"/>
              <a:pathLst>
                <a:path w="382" h="381" extrusionOk="0">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0" name="Google Shape;1400;p28">
              <a:extLst>
                <a:ext uri="{FF2B5EF4-FFF2-40B4-BE49-F238E27FC236}">
                  <a16:creationId xmlns:a16="http://schemas.microsoft.com/office/drawing/2014/main" id="{6D10EC8D-AD31-C396-FA6F-F3E33E64D6C4}"/>
                </a:ext>
              </a:extLst>
            </p:cNvPr>
            <p:cNvSpPr/>
            <p:nvPr/>
          </p:nvSpPr>
          <p:spPr>
            <a:xfrm>
              <a:off x="3147055" y="2469840"/>
              <a:ext cx="21690" cy="21918"/>
            </a:xfrm>
            <a:custGeom>
              <a:avLst/>
              <a:gdLst/>
              <a:ahLst/>
              <a:cxnLst/>
              <a:rect l="l" t="t" r="r" b="b"/>
              <a:pathLst>
                <a:path w="381" h="385" extrusionOk="0">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1" name="Google Shape;1401;p28">
              <a:extLst>
                <a:ext uri="{FF2B5EF4-FFF2-40B4-BE49-F238E27FC236}">
                  <a16:creationId xmlns:a16="http://schemas.microsoft.com/office/drawing/2014/main" id="{9E16C22A-9085-2893-CCC8-E55FD287F047}"/>
                </a:ext>
              </a:extLst>
            </p:cNvPr>
            <p:cNvSpPr/>
            <p:nvPr/>
          </p:nvSpPr>
          <p:spPr>
            <a:xfrm>
              <a:off x="2593589" y="2681844"/>
              <a:ext cx="175914" cy="249866"/>
            </a:xfrm>
            <a:custGeom>
              <a:avLst/>
              <a:gdLst/>
              <a:ahLst/>
              <a:cxnLst/>
              <a:rect l="l" t="t" r="r" b="b"/>
              <a:pathLst>
                <a:path w="3090" h="4389" extrusionOk="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2" name="Google Shape;1402;p28">
              <a:extLst>
                <a:ext uri="{FF2B5EF4-FFF2-40B4-BE49-F238E27FC236}">
                  <a16:creationId xmlns:a16="http://schemas.microsoft.com/office/drawing/2014/main" id="{0D50AE1E-7148-73D7-B2FA-5B14525B342D}"/>
                </a:ext>
              </a:extLst>
            </p:cNvPr>
            <p:cNvSpPr/>
            <p:nvPr/>
          </p:nvSpPr>
          <p:spPr>
            <a:xfrm>
              <a:off x="2590401" y="2678144"/>
              <a:ext cx="182802" cy="256697"/>
            </a:xfrm>
            <a:custGeom>
              <a:avLst/>
              <a:gdLst/>
              <a:ahLst/>
              <a:cxnLst/>
              <a:rect l="l" t="t" r="r" b="b"/>
              <a:pathLst>
                <a:path w="3211" h="4509" extrusionOk="0">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3" name="Google Shape;1403;p28">
              <a:extLst>
                <a:ext uri="{FF2B5EF4-FFF2-40B4-BE49-F238E27FC236}">
                  <a16:creationId xmlns:a16="http://schemas.microsoft.com/office/drawing/2014/main" id="{17ADD101-F44A-C40D-8B46-25895DA572EB}"/>
                </a:ext>
              </a:extLst>
            </p:cNvPr>
            <p:cNvSpPr/>
            <p:nvPr/>
          </p:nvSpPr>
          <p:spPr>
            <a:xfrm>
              <a:off x="2287821" y="2677631"/>
              <a:ext cx="268880" cy="268880"/>
            </a:xfrm>
            <a:custGeom>
              <a:avLst/>
              <a:gdLst/>
              <a:ahLst/>
              <a:cxnLst/>
              <a:rect l="l" t="t" r="r" b="b"/>
              <a:pathLst>
                <a:path w="4723" h="4723" extrusionOk="0">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4" name="Google Shape;1404;p28">
              <a:extLst>
                <a:ext uri="{FF2B5EF4-FFF2-40B4-BE49-F238E27FC236}">
                  <a16:creationId xmlns:a16="http://schemas.microsoft.com/office/drawing/2014/main" id="{19A28FEF-A520-521D-6BBD-CE8CD0093C8D}"/>
                </a:ext>
              </a:extLst>
            </p:cNvPr>
            <p:cNvSpPr/>
            <p:nvPr/>
          </p:nvSpPr>
          <p:spPr>
            <a:xfrm>
              <a:off x="2284633" y="2674443"/>
              <a:ext cx="275769" cy="275200"/>
            </a:xfrm>
            <a:custGeom>
              <a:avLst/>
              <a:gdLst/>
              <a:ahLst/>
              <a:cxnLst/>
              <a:rect l="l" t="t" r="r" b="b"/>
              <a:pathLst>
                <a:path w="4844" h="4834" extrusionOk="0">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5" name="Google Shape;1405;p28">
              <a:extLst>
                <a:ext uri="{FF2B5EF4-FFF2-40B4-BE49-F238E27FC236}">
                  <a16:creationId xmlns:a16="http://schemas.microsoft.com/office/drawing/2014/main" id="{CB880410-C2EA-F71B-E8F0-534BBAA06DA0}"/>
                </a:ext>
              </a:extLst>
            </p:cNvPr>
            <p:cNvSpPr/>
            <p:nvPr/>
          </p:nvSpPr>
          <p:spPr>
            <a:xfrm>
              <a:off x="2393425" y="2357433"/>
              <a:ext cx="373973" cy="201817"/>
            </a:xfrm>
            <a:custGeom>
              <a:avLst/>
              <a:gdLst/>
              <a:ahLst/>
              <a:cxnLst/>
              <a:rect l="l" t="t" r="r" b="b"/>
              <a:pathLst>
                <a:path w="6569" h="3545" extrusionOk="0">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6" name="Google Shape;1406;p28">
              <a:extLst>
                <a:ext uri="{FF2B5EF4-FFF2-40B4-BE49-F238E27FC236}">
                  <a16:creationId xmlns:a16="http://schemas.microsoft.com/office/drawing/2014/main" id="{1881A2AB-1F2C-EFD6-F630-68B535B820D4}"/>
                </a:ext>
              </a:extLst>
            </p:cNvPr>
            <p:cNvSpPr/>
            <p:nvPr/>
          </p:nvSpPr>
          <p:spPr>
            <a:xfrm>
              <a:off x="2389725" y="2506645"/>
              <a:ext cx="380862" cy="208136"/>
            </a:xfrm>
            <a:custGeom>
              <a:avLst/>
              <a:gdLst/>
              <a:ahLst/>
              <a:cxnLst/>
              <a:rect l="l" t="t" r="r" b="b"/>
              <a:pathLst>
                <a:path w="6690" h="3656" extrusionOk="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7" name="Google Shape;1407;p28">
              <a:extLst>
                <a:ext uri="{FF2B5EF4-FFF2-40B4-BE49-F238E27FC236}">
                  <a16:creationId xmlns:a16="http://schemas.microsoft.com/office/drawing/2014/main" id="{415E7097-D518-5FAE-D707-A54DF0F13CC0}"/>
                </a:ext>
              </a:extLst>
            </p:cNvPr>
            <p:cNvSpPr/>
            <p:nvPr/>
          </p:nvSpPr>
          <p:spPr>
            <a:xfrm>
              <a:off x="2454681" y="2494889"/>
              <a:ext cx="125246" cy="6376"/>
            </a:xfrm>
            <a:custGeom>
              <a:avLst/>
              <a:gdLst/>
              <a:ahLst/>
              <a:cxnLst/>
              <a:rect l="l" t="t" r="r" b="b"/>
              <a:pathLst>
                <a:path w="2200" h="112" extrusionOk="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8" name="Google Shape;1408;p28">
              <a:extLst>
                <a:ext uri="{FF2B5EF4-FFF2-40B4-BE49-F238E27FC236}">
                  <a16:creationId xmlns:a16="http://schemas.microsoft.com/office/drawing/2014/main" id="{04713F1F-EFA3-26F2-5EF6-3E06817174CE}"/>
                </a:ext>
              </a:extLst>
            </p:cNvPr>
            <p:cNvSpPr/>
            <p:nvPr/>
          </p:nvSpPr>
          <p:spPr>
            <a:xfrm>
              <a:off x="2604121" y="2494889"/>
              <a:ext cx="112038" cy="6376"/>
            </a:xfrm>
            <a:custGeom>
              <a:avLst/>
              <a:gdLst/>
              <a:ahLst/>
              <a:cxnLst/>
              <a:rect l="l" t="t" r="r" b="b"/>
              <a:pathLst>
                <a:path w="1968" h="112" extrusionOk="0">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9" name="Google Shape;1409;p28">
              <a:extLst>
                <a:ext uri="{FF2B5EF4-FFF2-40B4-BE49-F238E27FC236}">
                  <a16:creationId xmlns:a16="http://schemas.microsoft.com/office/drawing/2014/main" id="{DDD88417-59D2-FA4D-7379-15FC468BA4CA}"/>
                </a:ext>
              </a:extLst>
            </p:cNvPr>
            <p:cNvSpPr/>
            <p:nvPr/>
          </p:nvSpPr>
          <p:spPr>
            <a:xfrm>
              <a:off x="2454681" y="2558251"/>
              <a:ext cx="112551" cy="6945"/>
            </a:xfrm>
            <a:custGeom>
              <a:avLst/>
              <a:gdLst/>
              <a:ahLst/>
              <a:cxnLst/>
              <a:rect l="l" t="t" r="r" b="b"/>
              <a:pathLst>
                <a:path w="1977" h="122" extrusionOk="0">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0" name="Google Shape;1410;p28">
              <a:extLst>
                <a:ext uri="{FF2B5EF4-FFF2-40B4-BE49-F238E27FC236}">
                  <a16:creationId xmlns:a16="http://schemas.microsoft.com/office/drawing/2014/main" id="{0B247527-D7E6-CED5-548D-4AF1270E3E80}"/>
                </a:ext>
              </a:extLst>
            </p:cNvPr>
            <p:cNvSpPr/>
            <p:nvPr/>
          </p:nvSpPr>
          <p:spPr>
            <a:xfrm>
              <a:off x="2554478" y="2525005"/>
              <a:ext cx="112551" cy="6376"/>
            </a:xfrm>
            <a:custGeom>
              <a:avLst/>
              <a:gdLst/>
              <a:ahLst/>
              <a:cxnLst/>
              <a:rect l="l" t="t" r="r" b="b"/>
              <a:pathLst>
                <a:path w="1977" h="112" extrusionOk="0">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1" name="Google Shape;1411;p28">
              <a:extLst>
                <a:ext uri="{FF2B5EF4-FFF2-40B4-BE49-F238E27FC236}">
                  <a16:creationId xmlns:a16="http://schemas.microsoft.com/office/drawing/2014/main" id="{3506E26B-3FB8-FC41-E2E0-851C1A6762D4}"/>
                </a:ext>
              </a:extLst>
            </p:cNvPr>
            <p:cNvSpPr/>
            <p:nvPr/>
          </p:nvSpPr>
          <p:spPr>
            <a:xfrm>
              <a:off x="2454681" y="2525005"/>
              <a:ext cx="76115" cy="6376"/>
            </a:xfrm>
            <a:custGeom>
              <a:avLst/>
              <a:gdLst/>
              <a:ahLst/>
              <a:cxnLst/>
              <a:rect l="l" t="t" r="r" b="b"/>
              <a:pathLst>
                <a:path w="1337" h="112" extrusionOk="0">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2" name="Google Shape;1412;p28">
              <a:extLst>
                <a:ext uri="{FF2B5EF4-FFF2-40B4-BE49-F238E27FC236}">
                  <a16:creationId xmlns:a16="http://schemas.microsoft.com/office/drawing/2014/main" id="{51109BBE-E3B6-BC0C-B20B-C5284588977F}"/>
                </a:ext>
              </a:extLst>
            </p:cNvPr>
            <p:cNvSpPr/>
            <p:nvPr/>
          </p:nvSpPr>
          <p:spPr>
            <a:xfrm>
              <a:off x="2593076" y="2558251"/>
              <a:ext cx="49131" cy="6945"/>
            </a:xfrm>
            <a:custGeom>
              <a:avLst/>
              <a:gdLst/>
              <a:ahLst/>
              <a:cxnLst/>
              <a:rect l="l" t="t" r="r" b="b"/>
              <a:pathLst>
                <a:path w="863" h="122" extrusionOk="0">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3" name="Google Shape;1413;p28">
              <a:extLst>
                <a:ext uri="{FF2B5EF4-FFF2-40B4-BE49-F238E27FC236}">
                  <a16:creationId xmlns:a16="http://schemas.microsoft.com/office/drawing/2014/main" id="{ABE4C39D-2904-D80F-A943-A132A0C76C17}"/>
                </a:ext>
              </a:extLst>
            </p:cNvPr>
            <p:cNvSpPr/>
            <p:nvPr/>
          </p:nvSpPr>
          <p:spPr>
            <a:xfrm>
              <a:off x="2393425" y="2137375"/>
              <a:ext cx="373973" cy="250378"/>
            </a:xfrm>
            <a:custGeom>
              <a:avLst/>
              <a:gdLst/>
              <a:ahLst/>
              <a:cxnLst/>
              <a:rect l="l" t="t" r="r" b="b"/>
              <a:pathLst>
                <a:path w="6569" h="4398" extrusionOk="0">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4" name="Google Shape;1414;p28">
              <a:extLst>
                <a:ext uri="{FF2B5EF4-FFF2-40B4-BE49-F238E27FC236}">
                  <a16:creationId xmlns:a16="http://schemas.microsoft.com/office/drawing/2014/main" id="{7FD77C00-3810-D5D1-F970-4A53EA155FB9}"/>
                </a:ext>
              </a:extLst>
            </p:cNvPr>
            <p:cNvSpPr/>
            <p:nvPr/>
          </p:nvSpPr>
          <p:spPr>
            <a:xfrm>
              <a:off x="2389725" y="2133674"/>
              <a:ext cx="380862" cy="257210"/>
            </a:xfrm>
            <a:custGeom>
              <a:avLst/>
              <a:gdLst/>
              <a:ahLst/>
              <a:cxnLst/>
              <a:rect l="l" t="t" r="r" b="b"/>
              <a:pathLst>
                <a:path w="6690" h="4518" extrusionOk="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5" name="Google Shape;1415;p28">
              <a:extLst>
                <a:ext uri="{FF2B5EF4-FFF2-40B4-BE49-F238E27FC236}">
                  <a16:creationId xmlns:a16="http://schemas.microsoft.com/office/drawing/2014/main" id="{E84C6D58-0F43-70C9-E3FD-0274EEADAC61}"/>
                </a:ext>
              </a:extLst>
            </p:cNvPr>
            <p:cNvSpPr/>
            <p:nvPr/>
          </p:nvSpPr>
          <p:spPr>
            <a:xfrm>
              <a:off x="2658545"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6" name="Google Shape;1416;p28">
              <a:extLst>
                <a:ext uri="{FF2B5EF4-FFF2-40B4-BE49-F238E27FC236}">
                  <a16:creationId xmlns:a16="http://schemas.microsoft.com/office/drawing/2014/main" id="{BECCD195-47D9-D211-5924-AE9C1E1FCAE3}"/>
                </a:ext>
              </a:extLst>
            </p:cNvPr>
            <p:cNvSpPr/>
            <p:nvPr/>
          </p:nvSpPr>
          <p:spPr>
            <a:xfrm>
              <a:off x="2696574" y="2148988"/>
              <a:ext cx="19584" cy="19584"/>
            </a:xfrm>
            <a:custGeom>
              <a:avLst/>
              <a:gdLst/>
              <a:ahLst/>
              <a:cxnLst/>
              <a:rect l="l" t="t" r="r" b="b"/>
              <a:pathLst>
                <a:path w="344" h="344" extrusionOk="0">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7" name="Google Shape;1417;p28">
              <a:extLst>
                <a:ext uri="{FF2B5EF4-FFF2-40B4-BE49-F238E27FC236}">
                  <a16:creationId xmlns:a16="http://schemas.microsoft.com/office/drawing/2014/main" id="{4D79A8EB-B5A1-D188-40ED-BD6A09A4A736}"/>
                </a:ext>
              </a:extLst>
            </p:cNvPr>
            <p:cNvSpPr/>
            <p:nvPr/>
          </p:nvSpPr>
          <p:spPr>
            <a:xfrm>
              <a:off x="2734602" y="2148988"/>
              <a:ext cx="19584" cy="19584"/>
            </a:xfrm>
            <a:custGeom>
              <a:avLst/>
              <a:gdLst/>
              <a:ahLst/>
              <a:cxnLst/>
              <a:rect l="l" t="t" r="r" b="b"/>
              <a:pathLst>
                <a:path w="344" h="344" extrusionOk="0">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8" name="Google Shape;1418;p28">
              <a:extLst>
                <a:ext uri="{FF2B5EF4-FFF2-40B4-BE49-F238E27FC236}">
                  <a16:creationId xmlns:a16="http://schemas.microsoft.com/office/drawing/2014/main" id="{3C148A3D-6A04-4684-DEB7-1ED7C122CE57}"/>
                </a:ext>
              </a:extLst>
            </p:cNvPr>
            <p:cNvSpPr/>
            <p:nvPr/>
          </p:nvSpPr>
          <p:spPr>
            <a:xfrm>
              <a:off x="2494304" y="2179616"/>
              <a:ext cx="173295" cy="173295"/>
            </a:xfrm>
            <a:custGeom>
              <a:avLst/>
              <a:gdLst/>
              <a:ahLst/>
              <a:cxnLst/>
              <a:rect l="l" t="t" r="r" b="b"/>
              <a:pathLst>
                <a:path w="3044" h="3044" extrusionOk="0">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9" name="Google Shape;1419;p28">
              <a:extLst>
                <a:ext uri="{FF2B5EF4-FFF2-40B4-BE49-F238E27FC236}">
                  <a16:creationId xmlns:a16="http://schemas.microsoft.com/office/drawing/2014/main" id="{46B16C88-EE12-9D22-7602-6655993A9F95}"/>
                </a:ext>
              </a:extLst>
            </p:cNvPr>
            <p:cNvSpPr/>
            <p:nvPr/>
          </p:nvSpPr>
          <p:spPr>
            <a:xfrm>
              <a:off x="2491116" y="2176428"/>
              <a:ext cx="179614" cy="180127"/>
            </a:xfrm>
            <a:custGeom>
              <a:avLst/>
              <a:gdLst/>
              <a:ahLst/>
              <a:cxnLst/>
              <a:rect l="l" t="t" r="r" b="b"/>
              <a:pathLst>
                <a:path w="3155" h="3164" extrusionOk="0">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0" name="Google Shape;1420;p28">
              <a:extLst>
                <a:ext uri="{FF2B5EF4-FFF2-40B4-BE49-F238E27FC236}">
                  <a16:creationId xmlns:a16="http://schemas.microsoft.com/office/drawing/2014/main" id="{330F499F-A421-535B-68F5-664001BE68B9}"/>
                </a:ext>
              </a:extLst>
            </p:cNvPr>
            <p:cNvSpPr/>
            <p:nvPr/>
          </p:nvSpPr>
          <p:spPr>
            <a:xfrm>
              <a:off x="2512806" y="2198118"/>
              <a:ext cx="136290" cy="136290"/>
            </a:xfrm>
            <a:custGeom>
              <a:avLst/>
              <a:gdLst/>
              <a:ahLst/>
              <a:cxnLst/>
              <a:rect l="l" t="t" r="r" b="b"/>
              <a:pathLst>
                <a:path w="2394" h="2394" extrusionOk="0">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1" name="Google Shape;1421;p28">
              <a:extLst>
                <a:ext uri="{FF2B5EF4-FFF2-40B4-BE49-F238E27FC236}">
                  <a16:creationId xmlns:a16="http://schemas.microsoft.com/office/drawing/2014/main" id="{A5AB4D67-4A1D-E3E3-4D1F-2679CB644225}"/>
                </a:ext>
              </a:extLst>
            </p:cNvPr>
            <p:cNvSpPr/>
            <p:nvPr/>
          </p:nvSpPr>
          <p:spPr>
            <a:xfrm>
              <a:off x="2509618" y="2194930"/>
              <a:ext cx="142667" cy="142667"/>
            </a:xfrm>
            <a:custGeom>
              <a:avLst/>
              <a:gdLst/>
              <a:ahLst/>
              <a:cxnLst/>
              <a:rect l="l" t="t" r="r" b="b"/>
              <a:pathLst>
                <a:path w="2506" h="2506" extrusionOk="0">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2" name="Google Shape;1422;p28">
              <a:extLst>
                <a:ext uri="{FF2B5EF4-FFF2-40B4-BE49-F238E27FC236}">
                  <a16:creationId xmlns:a16="http://schemas.microsoft.com/office/drawing/2014/main" id="{8889FFE9-2330-00AD-976A-FE40D05174E1}"/>
                </a:ext>
              </a:extLst>
            </p:cNvPr>
            <p:cNvSpPr/>
            <p:nvPr/>
          </p:nvSpPr>
          <p:spPr>
            <a:xfrm>
              <a:off x="2576168" y="2227664"/>
              <a:ext cx="38599" cy="43381"/>
            </a:xfrm>
            <a:custGeom>
              <a:avLst/>
              <a:gdLst/>
              <a:ahLst/>
              <a:cxnLst/>
              <a:rect l="l" t="t" r="r" b="b"/>
              <a:pathLst>
                <a:path w="678" h="762" extrusionOk="0">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3" name="Google Shape;1423;p28">
              <a:extLst>
                <a:ext uri="{FF2B5EF4-FFF2-40B4-BE49-F238E27FC236}">
                  <a16:creationId xmlns:a16="http://schemas.microsoft.com/office/drawing/2014/main" id="{85D151EF-5575-4DD5-A5BC-01F50C69B85D}"/>
                </a:ext>
              </a:extLst>
            </p:cNvPr>
            <p:cNvSpPr/>
            <p:nvPr/>
          </p:nvSpPr>
          <p:spPr>
            <a:xfrm>
              <a:off x="2570874" y="2256698"/>
              <a:ext cx="20666" cy="20666"/>
            </a:xfrm>
            <a:custGeom>
              <a:avLst/>
              <a:gdLst/>
              <a:ahLst/>
              <a:cxnLst/>
              <a:rect l="l" t="t" r="r" b="b"/>
              <a:pathLst>
                <a:path w="363" h="363" extrusionOk="0">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4" name="Google Shape;1424;p28">
              <a:extLst>
                <a:ext uri="{FF2B5EF4-FFF2-40B4-BE49-F238E27FC236}">
                  <a16:creationId xmlns:a16="http://schemas.microsoft.com/office/drawing/2014/main" id="{41DFB12B-BA2E-BECD-5533-B0F4B6E68259}"/>
                </a:ext>
              </a:extLst>
            </p:cNvPr>
            <p:cNvSpPr/>
            <p:nvPr/>
          </p:nvSpPr>
          <p:spPr>
            <a:xfrm>
              <a:off x="2567686" y="2253567"/>
              <a:ext cx="26985" cy="26985"/>
            </a:xfrm>
            <a:custGeom>
              <a:avLst/>
              <a:gdLst/>
              <a:ahLst/>
              <a:cxnLst/>
              <a:rect l="l" t="t" r="r" b="b"/>
              <a:pathLst>
                <a:path w="474" h="474" extrusionOk="0">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5" name="Google Shape;1425;p28">
              <a:extLst>
                <a:ext uri="{FF2B5EF4-FFF2-40B4-BE49-F238E27FC236}">
                  <a16:creationId xmlns:a16="http://schemas.microsoft.com/office/drawing/2014/main" id="{08D54B63-B7D5-2F0B-3853-A13A00FC9912}"/>
                </a:ext>
              </a:extLst>
            </p:cNvPr>
            <p:cNvSpPr/>
            <p:nvPr/>
          </p:nvSpPr>
          <p:spPr>
            <a:xfrm>
              <a:off x="1792423" y="2126273"/>
              <a:ext cx="556206" cy="494892"/>
            </a:xfrm>
            <a:custGeom>
              <a:avLst/>
              <a:gdLst/>
              <a:ahLst/>
              <a:cxnLst/>
              <a:rect l="l" t="t" r="r" b="b"/>
              <a:pathLst>
                <a:path w="9770" h="8693" extrusionOk="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6" name="Google Shape;1426;p28">
              <a:extLst>
                <a:ext uri="{FF2B5EF4-FFF2-40B4-BE49-F238E27FC236}">
                  <a16:creationId xmlns:a16="http://schemas.microsoft.com/office/drawing/2014/main" id="{0A4E6F79-E830-3965-334F-3189214C045E}"/>
                </a:ext>
              </a:extLst>
            </p:cNvPr>
            <p:cNvSpPr/>
            <p:nvPr/>
          </p:nvSpPr>
          <p:spPr>
            <a:xfrm>
              <a:off x="1788722" y="2123085"/>
              <a:ext cx="563550" cy="501269"/>
            </a:xfrm>
            <a:custGeom>
              <a:avLst/>
              <a:gdLst/>
              <a:ahLst/>
              <a:cxnLst/>
              <a:rect l="l" t="t" r="r" b="b"/>
              <a:pathLst>
                <a:path w="9899" h="8805" extrusionOk="0">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7" name="Google Shape;1427;p28">
              <a:extLst>
                <a:ext uri="{FF2B5EF4-FFF2-40B4-BE49-F238E27FC236}">
                  <a16:creationId xmlns:a16="http://schemas.microsoft.com/office/drawing/2014/main" id="{2CC417F1-C03C-09DB-DA99-688E4FB013DA}"/>
                </a:ext>
              </a:extLst>
            </p:cNvPr>
            <p:cNvSpPr/>
            <p:nvPr/>
          </p:nvSpPr>
          <p:spPr>
            <a:xfrm>
              <a:off x="1978354" y="2178819"/>
              <a:ext cx="183827" cy="167488"/>
            </a:xfrm>
            <a:custGeom>
              <a:avLst/>
              <a:gdLst/>
              <a:ahLst/>
              <a:cxnLst/>
              <a:rect l="l" t="t" r="r" b="b"/>
              <a:pathLst>
                <a:path w="3229" h="2942" extrusionOk="0">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8" name="Google Shape;1428;p28">
              <a:extLst>
                <a:ext uri="{FF2B5EF4-FFF2-40B4-BE49-F238E27FC236}">
                  <a16:creationId xmlns:a16="http://schemas.microsoft.com/office/drawing/2014/main" id="{21B164A0-E341-D3B6-AC96-D453A7E733BF}"/>
                </a:ext>
              </a:extLst>
            </p:cNvPr>
            <p:cNvSpPr/>
            <p:nvPr/>
          </p:nvSpPr>
          <p:spPr>
            <a:xfrm>
              <a:off x="1983591" y="2175403"/>
              <a:ext cx="173807" cy="174320"/>
            </a:xfrm>
            <a:custGeom>
              <a:avLst/>
              <a:gdLst/>
              <a:ahLst/>
              <a:cxnLst/>
              <a:rect l="l" t="t" r="r" b="b"/>
              <a:pathLst>
                <a:path w="3053" h="3062" extrusionOk="0">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9" name="Google Shape;1429;p28">
              <a:extLst>
                <a:ext uri="{FF2B5EF4-FFF2-40B4-BE49-F238E27FC236}">
                  <a16:creationId xmlns:a16="http://schemas.microsoft.com/office/drawing/2014/main" id="{F5E7458E-5210-6935-4C35-1F7DF4274446}"/>
                </a:ext>
              </a:extLst>
            </p:cNvPr>
            <p:cNvSpPr/>
            <p:nvPr/>
          </p:nvSpPr>
          <p:spPr>
            <a:xfrm>
              <a:off x="2031697" y="2262505"/>
              <a:ext cx="76058" cy="38485"/>
            </a:xfrm>
            <a:custGeom>
              <a:avLst/>
              <a:gdLst/>
              <a:ahLst/>
              <a:cxnLst/>
              <a:rect l="l" t="t" r="r" b="b"/>
              <a:pathLst>
                <a:path w="1336" h="676" extrusionOk="0">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0" name="Google Shape;1430;p28">
              <a:extLst>
                <a:ext uri="{FF2B5EF4-FFF2-40B4-BE49-F238E27FC236}">
                  <a16:creationId xmlns:a16="http://schemas.microsoft.com/office/drawing/2014/main" id="{773320C0-D8AF-50ED-8A49-DD3AF229A231}"/>
                </a:ext>
              </a:extLst>
            </p:cNvPr>
            <p:cNvSpPr/>
            <p:nvPr/>
          </p:nvSpPr>
          <p:spPr>
            <a:xfrm>
              <a:off x="2027996" y="2259374"/>
              <a:ext cx="82947" cy="44918"/>
            </a:xfrm>
            <a:custGeom>
              <a:avLst/>
              <a:gdLst/>
              <a:ahLst/>
              <a:cxnLst/>
              <a:rect l="l" t="t" r="r" b="b"/>
              <a:pathLst>
                <a:path w="1457" h="789" extrusionOk="0">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1" name="Google Shape;1431;p28">
              <a:extLst>
                <a:ext uri="{FF2B5EF4-FFF2-40B4-BE49-F238E27FC236}">
                  <a16:creationId xmlns:a16="http://schemas.microsoft.com/office/drawing/2014/main" id="{9E273FAC-A1C2-AFE0-4F89-1CF5A381E6F5}"/>
                </a:ext>
              </a:extLst>
            </p:cNvPr>
            <p:cNvSpPr/>
            <p:nvPr/>
          </p:nvSpPr>
          <p:spPr>
            <a:xfrm>
              <a:off x="2048035" y="2214456"/>
              <a:ext cx="43381" cy="43381"/>
            </a:xfrm>
            <a:custGeom>
              <a:avLst/>
              <a:gdLst/>
              <a:ahLst/>
              <a:cxnLst/>
              <a:rect l="l" t="t" r="r" b="b"/>
              <a:pathLst>
                <a:path w="762" h="762" extrusionOk="0">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2" name="Google Shape;1432;p28">
              <a:extLst>
                <a:ext uri="{FF2B5EF4-FFF2-40B4-BE49-F238E27FC236}">
                  <a16:creationId xmlns:a16="http://schemas.microsoft.com/office/drawing/2014/main" id="{A9527615-8955-CD74-DA53-9B7CED4CD965}"/>
                </a:ext>
              </a:extLst>
            </p:cNvPr>
            <p:cNvSpPr/>
            <p:nvPr/>
          </p:nvSpPr>
          <p:spPr>
            <a:xfrm>
              <a:off x="2044847" y="2210756"/>
              <a:ext cx="50269" cy="50212"/>
            </a:xfrm>
            <a:custGeom>
              <a:avLst/>
              <a:gdLst/>
              <a:ahLst/>
              <a:cxnLst/>
              <a:rect l="l" t="t" r="r" b="b"/>
              <a:pathLst>
                <a:path w="883" h="882" extrusionOk="0">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3" name="Google Shape;1433;p28">
              <a:extLst>
                <a:ext uri="{FF2B5EF4-FFF2-40B4-BE49-F238E27FC236}">
                  <a16:creationId xmlns:a16="http://schemas.microsoft.com/office/drawing/2014/main" id="{12BBCEC9-B50B-CC3C-EF82-40461E7DD840}"/>
                </a:ext>
              </a:extLst>
            </p:cNvPr>
            <p:cNvSpPr/>
            <p:nvPr/>
          </p:nvSpPr>
          <p:spPr>
            <a:xfrm>
              <a:off x="1908103" y="2387692"/>
              <a:ext cx="324843" cy="58695"/>
            </a:xfrm>
            <a:custGeom>
              <a:avLst/>
              <a:gdLst/>
              <a:ahLst/>
              <a:cxnLst/>
              <a:rect l="l" t="t" r="r" b="b"/>
              <a:pathLst>
                <a:path w="5706" h="1031" extrusionOk="0">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4" name="Google Shape;1434;p28">
              <a:extLst>
                <a:ext uri="{FF2B5EF4-FFF2-40B4-BE49-F238E27FC236}">
                  <a16:creationId xmlns:a16="http://schemas.microsoft.com/office/drawing/2014/main" id="{E3E753C8-BFDC-5AE0-6C4F-D2C4D7D7859E}"/>
                </a:ext>
              </a:extLst>
            </p:cNvPr>
            <p:cNvSpPr/>
            <p:nvPr/>
          </p:nvSpPr>
          <p:spPr>
            <a:xfrm>
              <a:off x="1904915" y="2384504"/>
              <a:ext cx="331731" cy="65014"/>
            </a:xfrm>
            <a:custGeom>
              <a:avLst/>
              <a:gdLst/>
              <a:ahLst/>
              <a:cxnLst/>
              <a:rect l="l" t="t" r="r" b="b"/>
              <a:pathLst>
                <a:path w="5827" h="1142" extrusionOk="0">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5" name="Google Shape;1435;p28">
              <a:extLst>
                <a:ext uri="{FF2B5EF4-FFF2-40B4-BE49-F238E27FC236}">
                  <a16:creationId xmlns:a16="http://schemas.microsoft.com/office/drawing/2014/main" id="{6DB9DE83-49E4-F890-AF78-29CBEA4B6420}"/>
                </a:ext>
              </a:extLst>
            </p:cNvPr>
            <p:cNvSpPr/>
            <p:nvPr/>
          </p:nvSpPr>
          <p:spPr>
            <a:xfrm>
              <a:off x="2023726" y="2561439"/>
              <a:ext cx="93536" cy="10589"/>
            </a:xfrm>
            <a:custGeom>
              <a:avLst/>
              <a:gdLst/>
              <a:ahLst/>
              <a:cxnLst/>
              <a:rect l="l" t="t" r="r" b="b"/>
              <a:pathLst>
                <a:path w="1643" h="186" extrusionOk="0">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6" name="Google Shape;1436;p28">
              <a:extLst>
                <a:ext uri="{FF2B5EF4-FFF2-40B4-BE49-F238E27FC236}">
                  <a16:creationId xmlns:a16="http://schemas.microsoft.com/office/drawing/2014/main" id="{7BC8671C-64C5-695E-A220-E6AF7D7636C9}"/>
                </a:ext>
              </a:extLst>
            </p:cNvPr>
            <p:cNvSpPr/>
            <p:nvPr/>
          </p:nvSpPr>
          <p:spPr>
            <a:xfrm>
              <a:off x="2269832" y="2159406"/>
              <a:ext cx="39680" cy="38769"/>
            </a:xfrm>
            <a:custGeom>
              <a:avLst/>
              <a:gdLst/>
              <a:ahLst/>
              <a:cxnLst/>
              <a:rect l="l" t="t" r="r" b="b"/>
              <a:pathLst>
                <a:path w="697" h="681" extrusionOk="0">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7" name="Google Shape;1437;p28">
              <a:extLst>
                <a:ext uri="{FF2B5EF4-FFF2-40B4-BE49-F238E27FC236}">
                  <a16:creationId xmlns:a16="http://schemas.microsoft.com/office/drawing/2014/main" id="{9FA96676-BC9C-5785-D35F-48B85FD20F54}"/>
                </a:ext>
              </a:extLst>
            </p:cNvPr>
            <p:cNvSpPr/>
            <p:nvPr/>
          </p:nvSpPr>
          <p:spPr>
            <a:xfrm>
              <a:off x="2269832" y="2159406"/>
              <a:ext cx="39680" cy="38769"/>
            </a:xfrm>
            <a:custGeom>
              <a:avLst/>
              <a:gdLst/>
              <a:ahLst/>
              <a:cxnLst/>
              <a:rect l="l" t="t" r="r" b="b"/>
              <a:pathLst>
                <a:path w="697" h="681" extrusionOk="0">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8" name="Google Shape;1438;p28">
              <a:extLst>
                <a:ext uri="{FF2B5EF4-FFF2-40B4-BE49-F238E27FC236}">
                  <a16:creationId xmlns:a16="http://schemas.microsoft.com/office/drawing/2014/main" id="{75B9D775-6F95-5EFB-5BE4-A4D9691E2EDB}"/>
                </a:ext>
              </a:extLst>
            </p:cNvPr>
            <p:cNvSpPr/>
            <p:nvPr/>
          </p:nvSpPr>
          <p:spPr>
            <a:xfrm>
              <a:off x="2127793" y="2705071"/>
              <a:ext cx="71903" cy="201248"/>
            </a:xfrm>
            <a:custGeom>
              <a:avLst/>
              <a:gdLst/>
              <a:ahLst/>
              <a:cxnLst/>
              <a:rect l="l" t="t" r="r" b="b"/>
              <a:pathLst>
                <a:path w="1263" h="3535" extrusionOk="0">
                  <a:moveTo>
                    <a:pt x="0" y="1"/>
                  </a:moveTo>
                  <a:lnTo>
                    <a:pt x="0" y="3535"/>
                  </a:lnTo>
                  <a:lnTo>
                    <a:pt x="1262" y="3535"/>
                  </a:lnTo>
                  <a:lnTo>
                    <a:pt x="1262"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9" name="Google Shape;1439;p28">
              <a:extLst>
                <a:ext uri="{FF2B5EF4-FFF2-40B4-BE49-F238E27FC236}">
                  <a16:creationId xmlns:a16="http://schemas.microsoft.com/office/drawing/2014/main" id="{5AF96E83-917E-5305-CFD3-76339F435DB8}"/>
                </a:ext>
              </a:extLst>
            </p:cNvPr>
            <p:cNvSpPr/>
            <p:nvPr/>
          </p:nvSpPr>
          <p:spPr>
            <a:xfrm>
              <a:off x="2124605" y="2701883"/>
              <a:ext cx="78222" cy="208136"/>
            </a:xfrm>
            <a:custGeom>
              <a:avLst/>
              <a:gdLst/>
              <a:ahLst/>
              <a:cxnLst/>
              <a:rect l="l" t="t" r="r" b="b"/>
              <a:pathLst>
                <a:path w="1374" h="3656" extrusionOk="0">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0" name="Google Shape;1440;p28">
              <a:extLst>
                <a:ext uri="{FF2B5EF4-FFF2-40B4-BE49-F238E27FC236}">
                  <a16:creationId xmlns:a16="http://schemas.microsoft.com/office/drawing/2014/main" id="{7BB76313-D581-8C60-44BE-6BD05E4BB494}"/>
                </a:ext>
              </a:extLst>
            </p:cNvPr>
            <p:cNvSpPr/>
            <p:nvPr/>
          </p:nvSpPr>
          <p:spPr>
            <a:xfrm>
              <a:off x="2026402" y="2792742"/>
              <a:ext cx="71846" cy="113575"/>
            </a:xfrm>
            <a:custGeom>
              <a:avLst/>
              <a:gdLst/>
              <a:ahLst/>
              <a:cxnLst/>
              <a:rect l="l" t="t" r="r" b="b"/>
              <a:pathLst>
                <a:path w="1262" h="1995" extrusionOk="0">
                  <a:moveTo>
                    <a:pt x="0" y="1"/>
                  </a:moveTo>
                  <a:lnTo>
                    <a:pt x="0" y="1995"/>
                  </a:lnTo>
                  <a:lnTo>
                    <a:pt x="1262" y="1995"/>
                  </a:lnTo>
                  <a:lnTo>
                    <a:pt x="1262"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1" name="Google Shape;1441;p28">
              <a:extLst>
                <a:ext uri="{FF2B5EF4-FFF2-40B4-BE49-F238E27FC236}">
                  <a16:creationId xmlns:a16="http://schemas.microsoft.com/office/drawing/2014/main" id="{BAAA80FA-B910-05FF-B5D1-4B44DAEC664A}"/>
                </a:ext>
              </a:extLst>
            </p:cNvPr>
            <p:cNvSpPr/>
            <p:nvPr/>
          </p:nvSpPr>
          <p:spPr>
            <a:xfrm>
              <a:off x="2023214" y="2789554"/>
              <a:ext cx="78222" cy="120464"/>
            </a:xfrm>
            <a:custGeom>
              <a:avLst/>
              <a:gdLst/>
              <a:ahLst/>
              <a:cxnLst/>
              <a:rect l="l" t="t" r="r" b="b"/>
              <a:pathLst>
                <a:path w="1374" h="2116" extrusionOk="0">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2" name="Google Shape;1442;p28">
              <a:extLst>
                <a:ext uri="{FF2B5EF4-FFF2-40B4-BE49-F238E27FC236}">
                  <a16:creationId xmlns:a16="http://schemas.microsoft.com/office/drawing/2014/main" id="{FE9D6574-3721-3B41-7560-D6D441D85671}"/>
                </a:ext>
              </a:extLst>
            </p:cNvPr>
            <p:cNvSpPr/>
            <p:nvPr/>
          </p:nvSpPr>
          <p:spPr>
            <a:xfrm>
              <a:off x="2123011" y="2705071"/>
              <a:ext cx="71390" cy="194416"/>
            </a:xfrm>
            <a:custGeom>
              <a:avLst/>
              <a:gdLst/>
              <a:ahLst/>
              <a:cxnLst/>
              <a:rect l="l" t="t" r="r" b="b"/>
              <a:pathLst>
                <a:path w="1254" h="3415" extrusionOk="0">
                  <a:moveTo>
                    <a:pt x="1" y="1"/>
                  </a:moveTo>
                  <a:lnTo>
                    <a:pt x="1" y="3414"/>
                  </a:lnTo>
                  <a:lnTo>
                    <a:pt x="1253" y="3414"/>
                  </a:lnTo>
                  <a:lnTo>
                    <a:pt x="1253" y="1"/>
                  </a:lnTo>
                  <a:close/>
                </a:path>
              </a:pathLst>
            </a:custGeom>
            <a:solidFill>
              <a:srgbClr val="7C55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3" name="Google Shape;1443;p28">
              <a:extLst>
                <a:ext uri="{FF2B5EF4-FFF2-40B4-BE49-F238E27FC236}">
                  <a16:creationId xmlns:a16="http://schemas.microsoft.com/office/drawing/2014/main" id="{0A18152A-9762-D57E-0C89-1BB59AEB8374}"/>
                </a:ext>
              </a:extLst>
            </p:cNvPr>
            <p:cNvSpPr/>
            <p:nvPr/>
          </p:nvSpPr>
          <p:spPr>
            <a:xfrm>
              <a:off x="2119311" y="2701883"/>
              <a:ext cx="78791" cy="200792"/>
            </a:xfrm>
            <a:custGeom>
              <a:avLst/>
              <a:gdLst/>
              <a:ahLst/>
              <a:cxnLst/>
              <a:rect l="l" t="t" r="r" b="b"/>
              <a:pathLst>
                <a:path w="1384" h="3527" extrusionOk="0">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4" name="Google Shape;1444;p28">
              <a:extLst>
                <a:ext uri="{FF2B5EF4-FFF2-40B4-BE49-F238E27FC236}">
                  <a16:creationId xmlns:a16="http://schemas.microsoft.com/office/drawing/2014/main" id="{334B1F03-42A8-DFFB-8072-D1A0B9F4E977}"/>
                </a:ext>
              </a:extLst>
            </p:cNvPr>
            <p:cNvSpPr/>
            <p:nvPr/>
          </p:nvSpPr>
          <p:spPr>
            <a:xfrm>
              <a:off x="2021108" y="2792742"/>
              <a:ext cx="71903" cy="106744"/>
            </a:xfrm>
            <a:custGeom>
              <a:avLst/>
              <a:gdLst/>
              <a:ahLst/>
              <a:cxnLst/>
              <a:rect l="l" t="t" r="r" b="b"/>
              <a:pathLst>
                <a:path w="1263" h="1875" extrusionOk="0">
                  <a:moveTo>
                    <a:pt x="1" y="1"/>
                  </a:moveTo>
                  <a:lnTo>
                    <a:pt x="1" y="1874"/>
                  </a:lnTo>
                  <a:lnTo>
                    <a:pt x="1262" y="1874"/>
                  </a:lnTo>
                  <a:lnTo>
                    <a:pt x="1262" y="1"/>
                  </a:lnTo>
                  <a:close/>
                </a:path>
              </a:pathLst>
            </a:custGeom>
            <a:solidFill>
              <a:srgbClr val="2AAFE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5" name="Google Shape;1445;p28">
              <a:extLst>
                <a:ext uri="{FF2B5EF4-FFF2-40B4-BE49-F238E27FC236}">
                  <a16:creationId xmlns:a16="http://schemas.microsoft.com/office/drawing/2014/main" id="{EA28B065-5BB6-176B-965E-6043B64CE05C}"/>
                </a:ext>
              </a:extLst>
            </p:cNvPr>
            <p:cNvSpPr/>
            <p:nvPr/>
          </p:nvSpPr>
          <p:spPr>
            <a:xfrm>
              <a:off x="2017920" y="2789554"/>
              <a:ext cx="78222" cy="113120"/>
            </a:xfrm>
            <a:custGeom>
              <a:avLst/>
              <a:gdLst/>
              <a:ahLst/>
              <a:cxnLst/>
              <a:rect l="l" t="t" r="r" b="b"/>
              <a:pathLst>
                <a:path w="1374" h="1987" extrusionOk="0">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6" name="Google Shape;1446;p28">
              <a:extLst>
                <a:ext uri="{FF2B5EF4-FFF2-40B4-BE49-F238E27FC236}">
                  <a16:creationId xmlns:a16="http://schemas.microsoft.com/office/drawing/2014/main" id="{DF0A2C04-7B6C-ACA5-2D80-8EEECFFB7271}"/>
                </a:ext>
              </a:extLst>
            </p:cNvPr>
            <p:cNvSpPr/>
            <p:nvPr/>
          </p:nvSpPr>
          <p:spPr>
            <a:xfrm>
              <a:off x="1924442" y="2844490"/>
              <a:ext cx="71903" cy="62395"/>
            </a:xfrm>
            <a:custGeom>
              <a:avLst/>
              <a:gdLst/>
              <a:ahLst/>
              <a:cxnLst/>
              <a:rect l="l" t="t" r="r" b="b"/>
              <a:pathLst>
                <a:path w="1263" h="1096" extrusionOk="0">
                  <a:moveTo>
                    <a:pt x="1" y="1"/>
                  </a:moveTo>
                  <a:lnTo>
                    <a:pt x="1" y="1095"/>
                  </a:lnTo>
                  <a:lnTo>
                    <a:pt x="1263" y="1095"/>
                  </a:lnTo>
                  <a:lnTo>
                    <a:pt x="1263"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7" name="Google Shape;1447;p28">
              <a:extLst>
                <a:ext uri="{FF2B5EF4-FFF2-40B4-BE49-F238E27FC236}">
                  <a16:creationId xmlns:a16="http://schemas.microsoft.com/office/drawing/2014/main" id="{5094C29B-4BFA-718F-8AA5-49CC97DEFEC2}"/>
                </a:ext>
              </a:extLst>
            </p:cNvPr>
            <p:cNvSpPr/>
            <p:nvPr/>
          </p:nvSpPr>
          <p:spPr>
            <a:xfrm>
              <a:off x="1921311" y="2841302"/>
              <a:ext cx="78222" cy="68715"/>
            </a:xfrm>
            <a:custGeom>
              <a:avLst/>
              <a:gdLst/>
              <a:ahLst/>
              <a:cxnLst/>
              <a:rect l="l" t="t" r="r" b="b"/>
              <a:pathLst>
                <a:path w="1374" h="1207" extrusionOk="0">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8" name="Google Shape;1448;p28">
              <a:extLst>
                <a:ext uri="{FF2B5EF4-FFF2-40B4-BE49-F238E27FC236}">
                  <a16:creationId xmlns:a16="http://schemas.microsoft.com/office/drawing/2014/main" id="{ABC2A3A2-F971-AC44-77C5-D6216BFAE815}"/>
                </a:ext>
              </a:extLst>
            </p:cNvPr>
            <p:cNvSpPr/>
            <p:nvPr/>
          </p:nvSpPr>
          <p:spPr>
            <a:xfrm>
              <a:off x="1919204" y="2844490"/>
              <a:ext cx="71846" cy="58182"/>
            </a:xfrm>
            <a:custGeom>
              <a:avLst/>
              <a:gdLst/>
              <a:ahLst/>
              <a:cxnLst/>
              <a:rect l="l" t="t" r="r" b="b"/>
              <a:pathLst>
                <a:path w="1262" h="1022" extrusionOk="0">
                  <a:moveTo>
                    <a:pt x="0" y="1"/>
                  </a:moveTo>
                  <a:lnTo>
                    <a:pt x="0" y="1021"/>
                  </a:lnTo>
                  <a:lnTo>
                    <a:pt x="1262" y="1021"/>
                  </a:lnTo>
                  <a:lnTo>
                    <a:pt x="1262" y="1"/>
                  </a:lnTo>
                  <a:close/>
                </a:path>
              </a:pathLst>
            </a:custGeom>
            <a:solidFill>
              <a:srgbClr val="7C55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9" name="Google Shape;1449;p28">
              <a:extLst>
                <a:ext uri="{FF2B5EF4-FFF2-40B4-BE49-F238E27FC236}">
                  <a16:creationId xmlns:a16="http://schemas.microsoft.com/office/drawing/2014/main" id="{1A52D705-4835-1179-70AB-AF4812A97342}"/>
                </a:ext>
              </a:extLst>
            </p:cNvPr>
            <p:cNvSpPr/>
            <p:nvPr/>
          </p:nvSpPr>
          <p:spPr>
            <a:xfrm>
              <a:off x="1916016" y="2841302"/>
              <a:ext cx="78222" cy="64502"/>
            </a:xfrm>
            <a:custGeom>
              <a:avLst/>
              <a:gdLst/>
              <a:ahLst/>
              <a:cxnLst/>
              <a:rect l="l" t="t" r="r" b="b"/>
              <a:pathLst>
                <a:path w="1374" h="1133" extrusionOk="0">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0" name="Google Shape;1450;p28">
              <a:extLst>
                <a:ext uri="{FF2B5EF4-FFF2-40B4-BE49-F238E27FC236}">
                  <a16:creationId xmlns:a16="http://schemas.microsoft.com/office/drawing/2014/main" id="{D5D7D8BB-7A84-AB96-709B-3895425160CC}"/>
                </a:ext>
              </a:extLst>
            </p:cNvPr>
            <p:cNvSpPr/>
            <p:nvPr/>
          </p:nvSpPr>
          <p:spPr>
            <a:xfrm>
              <a:off x="1958258" y="2712984"/>
              <a:ext cx="49188" cy="58182"/>
            </a:xfrm>
            <a:custGeom>
              <a:avLst/>
              <a:gdLst/>
              <a:ahLst/>
              <a:cxnLst/>
              <a:rect l="l" t="t" r="r" b="b"/>
              <a:pathLst>
                <a:path w="864" h="1022" extrusionOk="0">
                  <a:moveTo>
                    <a:pt x="863" y="1"/>
                  </a:moveTo>
                  <a:lnTo>
                    <a:pt x="1" y="576"/>
                  </a:lnTo>
                  <a:lnTo>
                    <a:pt x="437" y="659"/>
                  </a:lnTo>
                  <a:lnTo>
                    <a:pt x="678" y="1021"/>
                  </a:lnTo>
                  <a:lnTo>
                    <a:pt x="863" y="1"/>
                  </a:lnTo>
                  <a:close/>
                </a:path>
              </a:pathLst>
            </a:custGeom>
            <a:solidFill>
              <a:srgbClr val="01004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1" name="Google Shape;1451;p28">
              <a:extLst>
                <a:ext uri="{FF2B5EF4-FFF2-40B4-BE49-F238E27FC236}">
                  <a16:creationId xmlns:a16="http://schemas.microsoft.com/office/drawing/2014/main" id="{A545F82A-B207-41F8-DF8A-630D3EA0197E}"/>
                </a:ext>
              </a:extLst>
            </p:cNvPr>
            <p:cNvSpPr/>
            <p:nvPr/>
          </p:nvSpPr>
          <p:spPr>
            <a:xfrm>
              <a:off x="2564555" y="2795930"/>
              <a:ext cx="268880" cy="282031"/>
            </a:xfrm>
            <a:custGeom>
              <a:avLst/>
              <a:gdLst/>
              <a:ahLst/>
              <a:cxnLst/>
              <a:rect l="l" t="t" r="r" b="b"/>
              <a:pathLst>
                <a:path w="4723" h="4954" extrusionOk="0">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2" name="Google Shape;1452;p28">
              <a:extLst>
                <a:ext uri="{FF2B5EF4-FFF2-40B4-BE49-F238E27FC236}">
                  <a16:creationId xmlns:a16="http://schemas.microsoft.com/office/drawing/2014/main" id="{0622E4D2-EDA5-231F-EED3-2DF8D902083A}"/>
                </a:ext>
              </a:extLst>
            </p:cNvPr>
            <p:cNvSpPr/>
            <p:nvPr/>
          </p:nvSpPr>
          <p:spPr>
            <a:xfrm>
              <a:off x="2561367" y="2792230"/>
              <a:ext cx="275200" cy="288920"/>
            </a:xfrm>
            <a:custGeom>
              <a:avLst/>
              <a:gdLst/>
              <a:ahLst/>
              <a:cxnLst/>
              <a:rect l="l" t="t" r="r" b="b"/>
              <a:pathLst>
                <a:path w="4834" h="5075" extrusionOk="0">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3" name="Google Shape;1453;p28">
              <a:extLst>
                <a:ext uri="{FF2B5EF4-FFF2-40B4-BE49-F238E27FC236}">
                  <a16:creationId xmlns:a16="http://schemas.microsoft.com/office/drawing/2014/main" id="{874DBD57-85B5-C898-2BED-C7828F1D9379}"/>
                </a:ext>
              </a:extLst>
            </p:cNvPr>
            <p:cNvSpPr/>
            <p:nvPr/>
          </p:nvSpPr>
          <p:spPr>
            <a:xfrm>
              <a:off x="2572468" y="2799630"/>
              <a:ext cx="260967" cy="274630"/>
            </a:xfrm>
            <a:custGeom>
              <a:avLst/>
              <a:gdLst/>
              <a:ahLst/>
              <a:cxnLst/>
              <a:rect l="l" t="t" r="r" b="b"/>
              <a:pathLst>
                <a:path w="4584" h="4824" extrusionOk="0">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4" name="Google Shape;1454;p28">
              <a:extLst>
                <a:ext uri="{FF2B5EF4-FFF2-40B4-BE49-F238E27FC236}">
                  <a16:creationId xmlns:a16="http://schemas.microsoft.com/office/drawing/2014/main" id="{24FA93EF-E3C0-383C-D456-13AF85CED827}"/>
                </a:ext>
              </a:extLst>
            </p:cNvPr>
            <p:cNvSpPr/>
            <p:nvPr/>
          </p:nvSpPr>
          <p:spPr>
            <a:xfrm>
              <a:off x="2730902" y="2795361"/>
              <a:ext cx="742595" cy="638071"/>
            </a:xfrm>
            <a:custGeom>
              <a:avLst/>
              <a:gdLst/>
              <a:ahLst/>
              <a:cxnLst/>
              <a:rect l="l" t="t" r="r" b="b"/>
              <a:pathLst>
                <a:path w="13044" h="11208" extrusionOk="0">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5" name="Google Shape;1455;p28">
              <a:extLst>
                <a:ext uri="{FF2B5EF4-FFF2-40B4-BE49-F238E27FC236}">
                  <a16:creationId xmlns:a16="http://schemas.microsoft.com/office/drawing/2014/main" id="{6746AF74-38FB-28F0-B51B-2A9FD90F2E9B}"/>
                </a:ext>
              </a:extLst>
            </p:cNvPr>
            <p:cNvSpPr/>
            <p:nvPr/>
          </p:nvSpPr>
          <p:spPr>
            <a:xfrm>
              <a:off x="2726689" y="2792230"/>
              <a:ext cx="749427" cy="644334"/>
            </a:xfrm>
            <a:custGeom>
              <a:avLst/>
              <a:gdLst/>
              <a:ahLst/>
              <a:cxnLst/>
              <a:rect l="l" t="t" r="r" b="b"/>
              <a:pathLst>
                <a:path w="13164" h="11318" extrusionOk="0">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6" name="Google Shape;1456;p28">
              <a:extLst>
                <a:ext uri="{FF2B5EF4-FFF2-40B4-BE49-F238E27FC236}">
                  <a16:creationId xmlns:a16="http://schemas.microsoft.com/office/drawing/2014/main" id="{E5351F32-4018-A015-CF89-319A82F4402B}"/>
                </a:ext>
              </a:extLst>
            </p:cNvPr>
            <p:cNvSpPr/>
            <p:nvPr/>
          </p:nvSpPr>
          <p:spPr>
            <a:xfrm>
              <a:off x="2931065" y="2916847"/>
              <a:ext cx="88242" cy="87729"/>
            </a:xfrm>
            <a:custGeom>
              <a:avLst/>
              <a:gdLst/>
              <a:ahLst/>
              <a:cxnLst/>
              <a:rect l="l" t="t" r="r" b="b"/>
              <a:pathLst>
                <a:path w="1550" h="1541" extrusionOk="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7" name="Google Shape;1457;p28">
              <a:extLst>
                <a:ext uri="{FF2B5EF4-FFF2-40B4-BE49-F238E27FC236}">
                  <a16:creationId xmlns:a16="http://schemas.microsoft.com/office/drawing/2014/main" id="{4C63E1E3-94EA-9A3E-721C-500CF7FB3D6E}"/>
                </a:ext>
              </a:extLst>
            </p:cNvPr>
            <p:cNvSpPr/>
            <p:nvPr/>
          </p:nvSpPr>
          <p:spPr>
            <a:xfrm>
              <a:off x="2927877" y="2913659"/>
              <a:ext cx="94618" cy="94105"/>
            </a:xfrm>
            <a:custGeom>
              <a:avLst/>
              <a:gdLst/>
              <a:ahLst/>
              <a:cxnLst/>
              <a:rect l="l" t="t" r="r" b="b"/>
              <a:pathLst>
                <a:path w="1662" h="1653" extrusionOk="0">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8" name="Google Shape;1458;p28">
              <a:extLst>
                <a:ext uri="{FF2B5EF4-FFF2-40B4-BE49-F238E27FC236}">
                  <a16:creationId xmlns:a16="http://schemas.microsoft.com/office/drawing/2014/main" id="{72A8B0DA-5206-1E2C-E019-2176DE2FF7A3}"/>
                </a:ext>
              </a:extLst>
            </p:cNvPr>
            <p:cNvSpPr/>
            <p:nvPr/>
          </p:nvSpPr>
          <p:spPr>
            <a:xfrm>
              <a:off x="3072079" y="2925842"/>
              <a:ext cx="278331" cy="6376"/>
            </a:xfrm>
            <a:custGeom>
              <a:avLst/>
              <a:gdLst/>
              <a:ahLst/>
              <a:cxnLst/>
              <a:rect l="l" t="t" r="r" b="b"/>
              <a:pathLst>
                <a:path w="4889" h="112" extrusionOk="0">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9" name="Google Shape;1459;p28">
              <a:extLst>
                <a:ext uri="{FF2B5EF4-FFF2-40B4-BE49-F238E27FC236}">
                  <a16:creationId xmlns:a16="http://schemas.microsoft.com/office/drawing/2014/main" id="{BD4A57BE-3418-8014-0FFE-41E2B0A70285}"/>
                </a:ext>
              </a:extLst>
            </p:cNvPr>
            <p:cNvSpPr/>
            <p:nvPr/>
          </p:nvSpPr>
          <p:spPr>
            <a:xfrm>
              <a:off x="3072079" y="2960683"/>
              <a:ext cx="115682" cy="6945"/>
            </a:xfrm>
            <a:custGeom>
              <a:avLst/>
              <a:gdLst/>
              <a:ahLst/>
              <a:cxnLst/>
              <a:rect l="l" t="t" r="r" b="b"/>
              <a:pathLst>
                <a:path w="2032" h="122" extrusionOk="0">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0" name="Google Shape;1460;p28">
              <a:extLst>
                <a:ext uri="{FF2B5EF4-FFF2-40B4-BE49-F238E27FC236}">
                  <a16:creationId xmlns:a16="http://schemas.microsoft.com/office/drawing/2014/main" id="{28A17014-9E77-7297-A195-54CB598359DB}"/>
                </a:ext>
              </a:extLst>
            </p:cNvPr>
            <p:cNvSpPr/>
            <p:nvPr/>
          </p:nvSpPr>
          <p:spPr>
            <a:xfrm>
              <a:off x="3234214" y="2960683"/>
              <a:ext cx="116194" cy="6945"/>
            </a:xfrm>
            <a:custGeom>
              <a:avLst/>
              <a:gdLst/>
              <a:ahLst/>
              <a:cxnLst/>
              <a:rect l="l" t="t" r="r" b="b"/>
              <a:pathLst>
                <a:path w="2041" h="122" extrusionOk="0">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1" name="Google Shape;1461;p28">
              <a:extLst>
                <a:ext uri="{FF2B5EF4-FFF2-40B4-BE49-F238E27FC236}">
                  <a16:creationId xmlns:a16="http://schemas.microsoft.com/office/drawing/2014/main" id="{EE126C48-9749-3645-CD5C-7E714CB979F9}"/>
                </a:ext>
              </a:extLst>
            </p:cNvPr>
            <p:cNvSpPr/>
            <p:nvPr/>
          </p:nvSpPr>
          <p:spPr>
            <a:xfrm>
              <a:off x="3074698" y="3010325"/>
              <a:ext cx="115739" cy="6376"/>
            </a:xfrm>
            <a:custGeom>
              <a:avLst/>
              <a:gdLst/>
              <a:ahLst/>
              <a:cxnLst/>
              <a:rect l="l" t="t" r="r" b="b"/>
              <a:pathLst>
                <a:path w="2033" h="112" extrusionOk="0">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2" name="Google Shape;1462;p28">
              <a:extLst>
                <a:ext uri="{FF2B5EF4-FFF2-40B4-BE49-F238E27FC236}">
                  <a16:creationId xmlns:a16="http://schemas.microsoft.com/office/drawing/2014/main" id="{24694C58-F3FB-2135-185B-3243032C5E9F}"/>
                </a:ext>
              </a:extLst>
            </p:cNvPr>
            <p:cNvSpPr/>
            <p:nvPr/>
          </p:nvSpPr>
          <p:spPr>
            <a:xfrm>
              <a:off x="2932659" y="3068962"/>
              <a:ext cx="85053" cy="84541"/>
            </a:xfrm>
            <a:custGeom>
              <a:avLst/>
              <a:gdLst/>
              <a:ahLst/>
              <a:cxnLst/>
              <a:rect l="l" t="t" r="r" b="b"/>
              <a:pathLst>
                <a:path w="1494" h="1485" extrusionOk="0">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3" name="Google Shape;1463;p28">
              <a:extLst>
                <a:ext uri="{FF2B5EF4-FFF2-40B4-BE49-F238E27FC236}">
                  <a16:creationId xmlns:a16="http://schemas.microsoft.com/office/drawing/2014/main" id="{0CC8D5E7-3906-C90A-9E29-75F249D0434E}"/>
                </a:ext>
              </a:extLst>
            </p:cNvPr>
            <p:cNvSpPr/>
            <p:nvPr/>
          </p:nvSpPr>
          <p:spPr>
            <a:xfrm>
              <a:off x="2929471" y="3065774"/>
              <a:ext cx="91430" cy="91430"/>
            </a:xfrm>
            <a:custGeom>
              <a:avLst/>
              <a:gdLst/>
              <a:ahLst/>
              <a:cxnLst/>
              <a:rect l="l" t="t" r="r" b="b"/>
              <a:pathLst>
                <a:path w="1606" h="1606" extrusionOk="0">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4" name="Google Shape;1464;p28">
              <a:extLst>
                <a:ext uri="{FF2B5EF4-FFF2-40B4-BE49-F238E27FC236}">
                  <a16:creationId xmlns:a16="http://schemas.microsoft.com/office/drawing/2014/main" id="{CF7B69D3-D65E-20FD-6B64-8933242AAAE4}"/>
                </a:ext>
              </a:extLst>
            </p:cNvPr>
            <p:cNvSpPr/>
            <p:nvPr/>
          </p:nvSpPr>
          <p:spPr>
            <a:xfrm>
              <a:off x="3072079" y="3076363"/>
              <a:ext cx="278331" cy="6889"/>
            </a:xfrm>
            <a:custGeom>
              <a:avLst/>
              <a:gdLst/>
              <a:ahLst/>
              <a:cxnLst/>
              <a:rect l="l" t="t" r="r" b="b"/>
              <a:pathLst>
                <a:path w="4889" h="121" extrusionOk="0">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5" name="Google Shape;1465;p28">
              <a:extLst>
                <a:ext uri="{FF2B5EF4-FFF2-40B4-BE49-F238E27FC236}">
                  <a16:creationId xmlns:a16="http://schemas.microsoft.com/office/drawing/2014/main" id="{D8214D17-4452-706C-6271-65C50C681C6D}"/>
                </a:ext>
              </a:extLst>
            </p:cNvPr>
            <p:cNvSpPr/>
            <p:nvPr/>
          </p:nvSpPr>
          <p:spPr>
            <a:xfrm>
              <a:off x="2927365" y="3123841"/>
              <a:ext cx="323249" cy="309016"/>
            </a:xfrm>
            <a:custGeom>
              <a:avLst/>
              <a:gdLst/>
              <a:ahLst/>
              <a:cxnLst/>
              <a:rect l="l" t="t" r="r" b="b"/>
              <a:pathLst>
                <a:path w="5678" h="5428" extrusionOk="0">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6" name="Google Shape;1466;p28">
              <a:extLst>
                <a:ext uri="{FF2B5EF4-FFF2-40B4-BE49-F238E27FC236}">
                  <a16:creationId xmlns:a16="http://schemas.microsoft.com/office/drawing/2014/main" id="{345B9A12-BB89-A28E-B899-EE5665517440}"/>
                </a:ext>
              </a:extLst>
            </p:cNvPr>
            <p:cNvSpPr/>
            <p:nvPr/>
          </p:nvSpPr>
          <p:spPr>
            <a:xfrm>
              <a:off x="2924177" y="3120198"/>
              <a:ext cx="329625" cy="315848"/>
            </a:xfrm>
            <a:custGeom>
              <a:avLst/>
              <a:gdLst/>
              <a:ahLst/>
              <a:cxnLst/>
              <a:rect l="l" t="t" r="r" b="b"/>
              <a:pathLst>
                <a:path w="5790" h="5548" extrusionOk="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7" name="Google Shape;1467;p28">
              <a:extLst>
                <a:ext uri="{FF2B5EF4-FFF2-40B4-BE49-F238E27FC236}">
                  <a16:creationId xmlns:a16="http://schemas.microsoft.com/office/drawing/2014/main" id="{8A9EF846-48FF-2CEF-CFC5-EFD61D91BB31}"/>
                </a:ext>
              </a:extLst>
            </p:cNvPr>
            <p:cNvSpPr/>
            <p:nvPr/>
          </p:nvSpPr>
          <p:spPr>
            <a:xfrm>
              <a:off x="2936360" y="3132324"/>
              <a:ext cx="307934" cy="294214"/>
            </a:xfrm>
            <a:custGeom>
              <a:avLst/>
              <a:gdLst/>
              <a:ahLst/>
              <a:cxnLst/>
              <a:rect l="l" t="t" r="r" b="b"/>
              <a:pathLst>
                <a:path w="5409" h="5168" extrusionOk="0">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8" name="Google Shape;1468;p28">
              <a:extLst>
                <a:ext uri="{FF2B5EF4-FFF2-40B4-BE49-F238E27FC236}">
                  <a16:creationId xmlns:a16="http://schemas.microsoft.com/office/drawing/2014/main" id="{DFCDF5AE-06D1-B428-B902-96FF16787E0D}"/>
                </a:ext>
              </a:extLst>
            </p:cNvPr>
            <p:cNvSpPr/>
            <p:nvPr/>
          </p:nvSpPr>
          <p:spPr>
            <a:xfrm>
              <a:off x="3142273" y="3123841"/>
              <a:ext cx="634883" cy="497056"/>
            </a:xfrm>
            <a:custGeom>
              <a:avLst/>
              <a:gdLst/>
              <a:ahLst/>
              <a:cxnLst/>
              <a:rect l="l" t="t" r="r" b="b"/>
              <a:pathLst>
                <a:path w="11152" h="8731" extrusionOk="0">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9" name="Google Shape;1469;p28">
              <a:extLst>
                <a:ext uri="{FF2B5EF4-FFF2-40B4-BE49-F238E27FC236}">
                  <a16:creationId xmlns:a16="http://schemas.microsoft.com/office/drawing/2014/main" id="{4BED7657-6390-162F-B2B5-4AA6B077E819}"/>
                </a:ext>
              </a:extLst>
            </p:cNvPr>
            <p:cNvSpPr/>
            <p:nvPr/>
          </p:nvSpPr>
          <p:spPr>
            <a:xfrm>
              <a:off x="3139142" y="3120198"/>
              <a:ext cx="641203" cy="503831"/>
            </a:xfrm>
            <a:custGeom>
              <a:avLst/>
              <a:gdLst/>
              <a:ahLst/>
              <a:cxnLst/>
              <a:rect l="l" t="t" r="r" b="b"/>
              <a:pathLst>
                <a:path w="11263" h="8850" extrusionOk="0">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0" name="Google Shape;1470;p28">
              <a:extLst>
                <a:ext uri="{FF2B5EF4-FFF2-40B4-BE49-F238E27FC236}">
                  <a16:creationId xmlns:a16="http://schemas.microsoft.com/office/drawing/2014/main" id="{1C4181B0-E697-6A9D-A445-9D379A4F2268}"/>
                </a:ext>
              </a:extLst>
            </p:cNvPr>
            <p:cNvSpPr/>
            <p:nvPr/>
          </p:nvSpPr>
          <p:spPr>
            <a:xfrm>
              <a:off x="3355132" y="3261724"/>
              <a:ext cx="82435" cy="82435"/>
            </a:xfrm>
            <a:custGeom>
              <a:avLst/>
              <a:gdLst/>
              <a:ahLst/>
              <a:cxnLst/>
              <a:rect l="l" t="t" r="r" b="b"/>
              <a:pathLst>
                <a:path w="1448" h="1448" extrusionOk="0">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1" name="Google Shape;1471;p28">
              <a:extLst>
                <a:ext uri="{FF2B5EF4-FFF2-40B4-BE49-F238E27FC236}">
                  <a16:creationId xmlns:a16="http://schemas.microsoft.com/office/drawing/2014/main" id="{2C11721C-FAE9-8069-BB79-AE52C63419FE}"/>
                </a:ext>
              </a:extLst>
            </p:cNvPr>
            <p:cNvSpPr/>
            <p:nvPr/>
          </p:nvSpPr>
          <p:spPr>
            <a:xfrm>
              <a:off x="3351944" y="3258536"/>
              <a:ext cx="88811" cy="88754"/>
            </a:xfrm>
            <a:custGeom>
              <a:avLst/>
              <a:gdLst/>
              <a:ahLst/>
              <a:cxnLst/>
              <a:rect l="l" t="t" r="r" b="b"/>
              <a:pathLst>
                <a:path w="1560" h="1559" extrusionOk="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2" name="Google Shape;1472;p28">
              <a:extLst>
                <a:ext uri="{FF2B5EF4-FFF2-40B4-BE49-F238E27FC236}">
                  <a16:creationId xmlns:a16="http://schemas.microsoft.com/office/drawing/2014/main" id="{DB347B01-16E0-E890-0FD1-6193315E4866}"/>
                </a:ext>
              </a:extLst>
            </p:cNvPr>
            <p:cNvSpPr/>
            <p:nvPr/>
          </p:nvSpPr>
          <p:spPr>
            <a:xfrm>
              <a:off x="3478725" y="3265936"/>
              <a:ext cx="219237" cy="6889"/>
            </a:xfrm>
            <a:custGeom>
              <a:avLst/>
              <a:gdLst/>
              <a:ahLst/>
              <a:cxnLst/>
              <a:rect l="l" t="t" r="r" b="b"/>
              <a:pathLst>
                <a:path w="3851" h="121"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3" name="Google Shape;1473;p28">
              <a:extLst>
                <a:ext uri="{FF2B5EF4-FFF2-40B4-BE49-F238E27FC236}">
                  <a16:creationId xmlns:a16="http://schemas.microsoft.com/office/drawing/2014/main" id="{DB261251-8C28-EC18-0546-DFA1D76E4BD8}"/>
                </a:ext>
              </a:extLst>
            </p:cNvPr>
            <p:cNvSpPr/>
            <p:nvPr/>
          </p:nvSpPr>
          <p:spPr>
            <a:xfrm>
              <a:off x="3478725" y="3309772"/>
              <a:ext cx="111981" cy="6889"/>
            </a:xfrm>
            <a:custGeom>
              <a:avLst/>
              <a:gdLst/>
              <a:ahLst/>
              <a:cxnLst/>
              <a:rect l="l" t="t" r="r" b="b"/>
              <a:pathLst>
                <a:path w="1967" h="121" extrusionOk="0">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4" name="Google Shape;1474;p28">
              <a:extLst>
                <a:ext uri="{FF2B5EF4-FFF2-40B4-BE49-F238E27FC236}">
                  <a16:creationId xmlns:a16="http://schemas.microsoft.com/office/drawing/2014/main" id="{F90A021F-FA8B-BCF8-6469-0BD230EEA374}"/>
                </a:ext>
              </a:extLst>
            </p:cNvPr>
            <p:cNvSpPr/>
            <p:nvPr/>
          </p:nvSpPr>
          <p:spPr>
            <a:xfrm>
              <a:off x="3478725" y="3346206"/>
              <a:ext cx="219237" cy="6945"/>
            </a:xfrm>
            <a:custGeom>
              <a:avLst/>
              <a:gdLst/>
              <a:ahLst/>
              <a:cxnLst/>
              <a:rect l="l" t="t" r="r" b="b"/>
              <a:pathLst>
                <a:path w="3851" h="122" extrusionOk="0">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5" name="Google Shape;1475;p28">
              <a:extLst>
                <a:ext uri="{FF2B5EF4-FFF2-40B4-BE49-F238E27FC236}">
                  <a16:creationId xmlns:a16="http://schemas.microsoft.com/office/drawing/2014/main" id="{71B67B93-FDC3-F901-D9DC-182B376D0A5E}"/>
                </a:ext>
              </a:extLst>
            </p:cNvPr>
            <p:cNvSpPr/>
            <p:nvPr/>
          </p:nvSpPr>
          <p:spPr>
            <a:xfrm>
              <a:off x="3314484" y="3420670"/>
              <a:ext cx="598904" cy="199654"/>
            </a:xfrm>
            <a:custGeom>
              <a:avLst/>
              <a:gdLst/>
              <a:ahLst/>
              <a:cxnLst/>
              <a:rect l="l" t="t" r="r" b="b"/>
              <a:pathLst>
                <a:path w="10520" h="3507" extrusionOk="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6" name="Google Shape;1476;p28">
              <a:extLst>
                <a:ext uri="{FF2B5EF4-FFF2-40B4-BE49-F238E27FC236}">
                  <a16:creationId xmlns:a16="http://schemas.microsoft.com/office/drawing/2014/main" id="{28E6D929-8713-2EAC-BB54-16B54F643035}"/>
                </a:ext>
              </a:extLst>
            </p:cNvPr>
            <p:cNvSpPr/>
            <p:nvPr/>
          </p:nvSpPr>
          <p:spPr>
            <a:xfrm>
              <a:off x="3309190" y="3417482"/>
              <a:ext cx="607386" cy="206030"/>
            </a:xfrm>
            <a:custGeom>
              <a:avLst/>
              <a:gdLst/>
              <a:ahLst/>
              <a:cxnLst/>
              <a:rect l="l" t="t" r="r" b="b"/>
              <a:pathLst>
                <a:path w="10669" h="3619" extrusionOk="0">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7" name="Google Shape;1477;p28">
              <a:extLst>
                <a:ext uri="{FF2B5EF4-FFF2-40B4-BE49-F238E27FC236}">
                  <a16:creationId xmlns:a16="http://schemas.microsoft.com/office/drawing/2014/main" id="{92A73826-FC89-7140-C8F0-7A8CA33E4995}"/>
                </a:ext>
              </a:extLst>
            </p:cNvPr>
            <p:cNvSpPr/>
            <p:nvPr/>
          </p:nvSpPr>
          <p:spPr>
            <a:xfrm>
              <a:off x="3319722" y="3424370"/>
              <a:ext cx="583646" cy="192822"/>
            </a:xfrm>
            <a:custGeom>
              <a:avLst/>
              <a:gdLst/>
              <a:ahLst/>
              <a:cxnLst/>
              <a:rect l="l" t="t" r="r" b="b"/>
              <a:pathLst>
                <a:path w="10252" h="3387" extrusionOk="0">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8" name="Google Shape;1478;p28">
              <a:extLst>
                <a:ext uri="{FF2B5EF4-FFF2-40B4-BE49-F238E27FC236}">
                  <a16:creationId xmlns:a16="http://schemas.microsoft.com/office/drawing/2014/main" id="{9DC5A851-0BAF-429F-AEE3-6744616D9363}"/>
                </a:ext>
              </a:extLst>
            </p:cNvPr>
            <p:cNvSpPr/>
            <p:nvPr/>
          </p:nvSpPr>
          <p:spPr>
            <a:xfrm>
              <a:off x="1858973" y="2558251"/>
              <a:ext cx="562525" cy="562525"/>
            </a:xfrm>
            <a:custGeom>
              <a:avLst/>
              <a:gdLst/>
              <a:ahLst/>
              <a:cxnLst/>
              <a:rect l="l" t="t" r="r" b="b"/>
              <a:pathLst>
                <a:path w="9881" h="9881" extrusionOk="0">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9" name="Google Shape;1479;p28">
              <a:extLst>
                <a:ext uri="{FF2B5EF4-FFF2-40B4-BE49-F238E27FC236}">
                  <a16:creationId xmlns:a16="http://schemas.microsoft.com/office/drawing/2014/main" id="{659875A9-FA5C-4F60-4C5D-249C50957182}"/>
                </a:ext>
              </a:extLst>
            </p:cNvPr>
            <p:cNvSpPr/>
            <p:nvPr/>
          </p:nvSpPr>
          <p:spPr>
            <a:xfrm>
              <a:off x="1748957" y="2524435"/>
              <a:ext cx="630101" cy="630158"/>
            </a:xfrm>
            <a:custGeom>
              <a:avLst/>
              <a:gdLst/>
              <a:ahLst/>
              <a:cxnLst/>
              <a:rect l="l" t="t" r="r" b="b"/>
              <a:pathLst>
                <a:path w="11068" h="11069" extrusionOk="0">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0" name="Google Shape;1480;p28">
              <a:extLst>
                <a:ext uri="{FF2B5EF4-FFF2-40B4-BE49-F238E27FC236}">
                  <a16:creationId xmlns:a16="http://schemas.microsoft.com/office/drawing/2014/main" id="{14236BB7-0AB7-89E9-61F6-802510FF27FB}"/>
                </a:ext>
              </a:extLst>
            </p:cNvPr>
            <p:cNvSpPr/>
            <p:nvPr/>
          </p:nvSpPr>
          <p:spPr>
            <a:xfrm>
              <a:off x="1866886" y="2566164"/>
              <a:ext cx="547211" cy="547211"/>
            </a:xfrm>
            <a:custGeom>
              <a:avLst/>
              <a:gdLst/>
              <a:ahLst/>
              <a:cxnLst/>
              <a:rect l="l" t="t" r="r" b="b"/>
              <a:pathLst>
                <a:path w="9612" h="9612" extrusionOk="0">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1" name="Google Shape;1481;p28">
              <a:extLst>
                <a:ext uri="{FF2B5EF4-FFF2-40B4-BE49-F238E27FC236}">
                  <a16:creationId xmlns:a16="http://schemas.microsoft.com/office/drawing/2014/main" id="{C603112C-AC70-B3EA-9F73-2884CB93C3E0}"/>
                </a:ext>
              </a:extLst>
            </p:cNvPr>
            <p:cNvSpPr/>
            <p:nvPr/>
          </p:nvSpPr>
          <p:spPr>
            <a:xfrm>
              <a:off x="1890683" y="2596621"/>
              <a:ext cx="128890" cy="134412"/>
            </a:xfrm>
            <a:custGeom>
              <a:avLst/>
              <a:gdLst/>
              <a:ahLst/>
              <a:cxnLst/>
              <a:rect l="l" t="t" r="r" b="b"/>
              <a:pathLst>
                <a:path w="2264" h="2361" extrusionOk="0">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2" name="Google Shape;1482;p28">
              <a:extLst>
                <a:ext uri="{FF2B5EF4-FFF2-40B4-BE49-F238E27FC236}">
                  <a16:creationId xmlns:a16="http://schemas.microsoft.com/office/drawing/2014/main" id="{A58629E4-75CA-E0A8-AB40-B527862EE0BF}"/>
                </a:ext>
              </a:extLst>
            </p:cNvPr>
            <p:cNvSpPr/>
            <p:nvPr/>
          </p:nvSpPr>
          <p:spPr>
            <a:xfrm>
              <a:off x="1712152" y="3085073"/>
              <a:ext cx="182802" cy="179216"/>
            </a:xfrm>
            <a:custGeom>
              <a:avLst/>
              <a:gdLst/>
              <a:ahLst/>
              <a:cxnLst/>
              <a:rect l="l" t="t" r="r" b="b"/>
              <a:pathLst>
                <a:path w="3211" h="3148" extrusionOk="0">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3" name="Google Shape;1483;p28">
              <a:extLst>
                <a:ext uri="{FF2B5EF4-FFF2-40B4-BE49-F238E27FC236}">
                  <a16:creationId xmlns:a16="http://schemas.microsoft.com/office/drawing/2014/main" id="{FA075957-7483-F552-5723-241AB730238D}"/>
                </a:ext>
              </a:extLst>
            </p:cNvPr>
            <p:cNvSpPr/>
            <p:nvPr/>
          </p:nvSpPr>
          <p:spPr>
            <a:xfrm>
              <a:off x="1710558" y="3081600"/>
              <a:ext cx="188097" cy="185990"/>
            </a:xfrm>
            <a:custGeom>
              <a:avLst/>
              <a:gdLst/>
              <a:ahLst/>
              <a:cxnLst/>
              <a:rect l="l" t="t" r="r" b="b"/>
              <a:pathLst>
                <a:path w="3304" h="3267" extrusionOk="0">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4" name="Google Shape;1484;p28">
              <a:extLst>
                <a:ext uri="{FF2B5EF4-FFF2-40B4-BE49-F238E27FC236}">
                  <a16:creationId xmlns:a16="http://schemas.microsoft.com/office/drawing/2014/main" id="{FAC5DF68-7A8E-1806-6B02-9CFA55197470}"/>
                </a:ext>
              </a:extLst>
            </p:cNvPr>
            <p:cNvSpPr/>
            <p:nvPr/>
          </p:nvSpPr>
          <p:spPr>
            <a:xfrm>
              <a:off x="1663022" y="3177184"/>
              <a:ext cx="131053" cy="132135"/>
            </a:xfrm>
            <a:custGeom>
              <a:avLst/>
              <a:gdLst/>
              <a:ahLst/>
              <a:cxnLst/>
              <a:rect l="l" t="t" r="r" b="b"/>
              <a:pathLst>
                <a:path w="2302" h="2321" extrusionOk="0">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5" name="Google Shape;1485;p28">
              <a:extLst>
                <a:ext uri="{FF2B5EF4-FFF2-40B4-BE49-F238E27FC236}">
                  <a16:creationId xmlns:a16="http://schemas.microsoft.com/office/drawing/2014/main" id="{A0D21AD1-C528-2A95-FA18-076FA24BDC8F}"/>
                </a:ext>
              </a:extLst>
            </p:cNvPr>
            <p:cNvSpPr/>
            <p:nvPr/>
          </p:nvSpPr>
          <p:spPr>
            <a:xfrm>
              <a:off x="1659322" y="3174053"/>
              <a:ext cx="138454" cy="138909"/>
            </a:xfrm>
            <a:custGeom>
              <a:avLst/>
              <a:gdLst/>
              <a:ahLst/>
              <a:cxnLst/>
              <a:rect l="l" t="t" r="r" b="b"/>
              <a:pathLst>
                <a:path w="2432" h="2440" extrusionOk="0">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6" name="Google Shape;1486;p28">
              <a:extLst>
                <a:ext uri="{FF2B5EF4-FFF2-40B4-BE49-F238E27FC236}">
                  <a16:creationId xmlns:a16="http://schemas.microsoft.com/office/drawing/2014/main" id="{CF8CDD0E-CF15-DFBA-A1E5-26B8B9EE77A8}"/>
                </a:ext>
              </a:extLst>
            </p:cNvPr>
            <p:cNvSpPr/>
            <p:nvPr/>
          </p:nvSpPr>
          <p:spPr>
            <a:xfrm>
              <a:off x="1329815" y="3227054"/>
              <a:ext cx="419403" cy="406252"/>
            </a:xfrm>
            <a:custGeom>
              <a:avLst/>
              <a:gdLst/>
              <a:ahLst/>
              <a:cxnLst/>
              <a:rect l="l" t="t" r="r" b="b"/>
              <a:pathLst>
                <a:path w="7367" h="7136" extrusionOk="0">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7" name="Google Shape;1487;p28">
              <a:extLst>
                <a:ext uri="{FF2B5EF4-FFF2-40B4-BE49-F238E27FC236}">
                  <a16:creationId xmlns:a16="http://schemas.microsoft.com/office/drawing/2014/main" id="{31B36EEC-C9BE-901E-331D-40720BB3B41B}"/>
                </a:ext>
              </a:extLst>
            </p:cNvPr>
            <p:cNvSpPr/>
            <p:nvPr/>
          </p:nvSpPr>
          <p:spPr>
            <a:xfrm>
              <a:off x="1333516" y="3223752"/>
              <a:ext cx="419346" cy="412970"/>
            </a:xfrm>
            <a:custGeom>
              <a:avLst/>
              <a:gdLst/>
              <a:ahLst/>
              <a:cxnLst/>
              <a:rect l="l" t="t" r="r" b="b"/>
              <a:pathLst>
                <a:path w="7366" h="7254" extrusionOk="0">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8" name="Google Shape;1488;p28">
              <a:extLst>
                <a:ext uri="{FF2B5EF4-FFF2-40B4-BE49-F238E27FC236}">
                  <a16:creationId xmlns:a16="http://schemas.microsoft.com/office/drawing/2014/main" id="{4EEAAAF7-3AA6-47F0-CC66-99503F956A4C}"/>
                </a:ext>
              </a:extLst>
            </p:cNvPr>
            <p:cNvSpPr/>
            <p:nvPr/>
          </p:nvSpPr>
          <p:spPr>
            <a:xfrm>
              <a:off x="1719553" y="2418832"/>
              <a:ext cx="841881" cy="841881"/>
            </a:xfrm>
            <a:custGeom>
              <a:avLst/>
              <a:gdLst/>
              <a:ahLst/>
              <a:cxnLst/>
              <a:rect l="l" t="t" r="r" b="b"/>
              <a:pathLst>
                <a:path w="14788" h="14788" extrusionOk="0">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9" name="Google Shape;1489;p28">
              <a:extLst>
                <a:ext uri="{FF2B5EF4-FFF2-40B4-BE49-F238E27FC236}">
                  <a16:creationId xmlns:a16="http://schemas.microsoft.com/office/drawing/2014/main" id="{77960492-99D4-5702-BD68-1D0AFF3441B9}"/>
                </a:ext>
              </a:extLst>
            </p:cNvPr>
            <p:cNvSpPr/>
            <p:nvPr/>
          </p:nvSpPr>
          <p:spPr>
            <a:xfrm>
              <a:off x="1792053" y="2415131"/>
              <a:ext cx="849282" cy="849282"/>
            </a:xfrm>
            <a:custGeom>
              <a:avLst/>
              <a:gdLst/>
              <a:ahLst/>
              <a:cxnLst/>
              <a:rect l="l" t="t" r="r" b="b"/>
              <a:pathLst>
                <a:path w="14918" h="14918" extrusionOk="0">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0" name="Google Shape;1490;p28">
              <a:extLst>
                <a:ext uri="{FF2B5EF4-FFF2-40B4-BE49-F238E27FC236}">
                  <a16:creationId xmlns:a16="http://schemas.microsoft.com/office/drawing/2014/main" id="{B2504651-4104-C189-5933-C8966FAF0157}"/>
                </a:ext>
              </a:extLst>
            </p:cNvPr>
            <p:cNvSpPr/>
            <p:nvPr/>
          </p:nvSpPr>
          <p:spPr>
            <a:xfrm>
              <a:off x="2308430" y="2495515"/>
              <a:ext cx="209161" cy="257153"/>
            </a:xfrm>
            <a:custGeom>
              <a:avLst/>
              <a:gdLst/>
              <a:ahLst/>
              <a:cxnLst/>
              <a:rect l="l" t="t" r="r" b="b"/>
              <a:pathLst>
                <a:path w="3674" h="4517" extrusionOk="0">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1" name="Google Shape;1491;p28">
              <a:extLst>
                <a:ext uri="{FF2B5EF4-FFF2-40B4-BE49-F238E27FC236}">
                  <a16:creationId xmlns:a16="http://schemas.microsoft.com/office/drawing/2014/main" id="{8597F4AA-81FF-157B-D0AF-99B4C05FAF01}"/>
                </a:ext>
              </a:extLst>
            </p:cNvPr>
            <p:cNvSpPr/>
            <p:nvPr/>
          </p:nvSpPr>
          <p:spPr>
            <a:xfrm>
              <a:off x="1826239" y="3139212"/>
              <a:ext cx="42811" cy="88242"/>
            </a:xfrm>
            <a:custGeom>
              <a:avLst/>
              <a:gdLst/>
              <a:ahLst/>
              <a:cxnLst/>
              <a:rect l="l" t="t" r="r" b="b"/>
              <a:pathLst>
                <a:path w="752" h="1550" extrusionOk="0">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2" name="Google Shape;1492;p28">
              <a:extLst>
                <a:ext uri="{FF2B5EF4-FFF2-40B4-BE49-F238E27FC236}">
                  <a16:creationId xmlns:a16="http://schemas.microsoft.com/office/drawing/2014/main" id="{B4D54D0A-CFC2-E378-1136-105DE638F197}"/>
                </a:ext>
              </a:extLst>
            </p:cNvPr>
            <p:cNvSpPr/>
            <p:nvPr/>
          </p:nvSpPr>
          <p:spPr>
            <a:xfrm>
              <a:off x="2169522" y="2615806"/>
              <a:ext cx="214968" cy="215025"/>
            </a:xfrm>
            <a:custGeom>
              <a:avLst/>
              <a:gdLst/>
              <a:ahLst/>
              <a:cxnLst/>
              <a:rect l="l" t="t" r="r" b="b"/>
              <a:pathLst>
                <a:path w="3776" h="3777" extrusionOk="0">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3" name="Google Shape;1493;p28">
              <a:extLst>
                <a:ext uri="{FF2B5EF4-FFF2-40B4-BE49-F238E27FC236}">
                  <a16:creationId xmlns:a16="http://schemas.microsoft.com/office/drawing/2014/main" id="{628AE459-7C6C-4442-0346-51C85B44D2F0}"/>
                </a:ext>
              </a:extLst>
            </p:cNvPr>
            <p:cNvSpPr/>
            <p:nvPr/>
          </p:nvSpPr>
          <p:spPr>
            <a:xfrm>
              <a:off x="1357768" y="3566920"/>
              <a:ext cx="117845" cy="42868"/>
            </a:xfrm>
            <a:custGeom>
              <a:avLst/>
              <a:gdLst/>
              <a:ahLst/>
              <a:cxnLst/>
              <a:rect l="l" t="t" r="r" b="b"/>
              <a:pathLst>
                <a:path w="2070" h="753" extrusionOk="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4" name="Google Shape;1494;p28">
              <a:extLst>
                <a:ext uri="{FF2B5EF4-FFF2-40B4-BE49-F238E27FC236}">
                  <a16:creationId xmlns:a16="http://schemas.microsoft.com/office/drawing/2014/main" id="{C5E172D1-79AF-38BC-B108-A9C2500B53F5}"/>
                </a:ext>
              </a:extLst>
            </p:cNvPr>
            <p:cNvSpPr/>
            <p:nvPr/>
          </p:nvSpPr>
          <p:spPr>
            <a:xfrm>
              <a:off x="1348317" y="2743612"/>
              <a:ext cx="1225817" cy="929553"/>
            </a:xfrm>
            <a:custGeom>
              <a:avLst/>
              <a:gdLst/>
              <a:ahLst/>
              <a:cxnLst/>
              <a:rect l="l" t="t" r="r" b="b"/>
              <a:pathLst>
                <a:path w="21532" h="16328" extrusionOk="0">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2519360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file photo for Randy Giffen">
            <a:extLst>
              <a:ext uri="{FF2B5EF4-FFF2-40B4-BE49-F238E27FC236}">
                <a16:creationId xmlns:a16="http://schemas.microsoft.com/office/drawing/2014/main" id="{E5C163C3-C23F-7A00-4A26-69BAE1FB0B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8963" y="1543843"/>
            <a:ext cx="1450491" cy="13766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3DC3CC5-CC6F-BD4D-90D5-FA098131E333}"/>
              </a:ext>
            </a:extLst>
          </p:cNvPr>
          <p:cNvSpPr txBox="1"/>
          <p:nvPr/>
        </p:nvSpPr>
        <p:spPr>
          <a:xfrm>
            <a:off x="1469647" y="3016709"/>
            <a:ext cx="1301533" cy="1815882"/>
          </a:xfrm>
          <a:prstGeom prst="rect">
            <a:avLst/>
          </a:prstGeom>
          <a:noFill/>
        </p:spPr>
        <p:txBody>
          <a:bodyPr wrap="square">
            <a:spAutoFit/>
          </a:bodyPr>
          <a:lstStyle/>
          <a:p>
            <a:pPr marL="0" lvl="0" indent="0" algn="ctr" rtl="0">
              <a:spcBef>
                <a:spcPts val="0"/>
              </a:spcBef>
              <a:spcAft>
                <a:spcPts val="0"/>
              </a:spcAft>
              <a:buNone/>
            </a:pPr>
            <a:r>
              <a:rPr lang="en-CA" dirty="0">
                <a:latin typeface="Open Sans" panose="020B0606030504020204" pitchFamily="34" charset="0"/>
                <a:ea typeface="Open Sans" panose="020B0606030504020204" pitchFamily="34" charset="0"/>
                <a:cs typeface="Open Sans" panose="020B0606030504020204" pitchFamily="34" charset="0"/>
              </a:rPr>
              <a:t>Randy Giffen</a:t>
            </a:r>
          </a:p>
          <a:p>
            <a:pPr marL="0" lvl="0" indent="0" algn="ctr" rtl="0">
              <a:spcBef>
                <a:spcPts val="0"/>
              </a:spcBef>
              <a:spcAft>
                <a:spcPts val="0"/>
              </a:spcAft>
              <a:buNone/>
            </a:pPr>
            <a:endParaRPr lang="en-CA"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dirty="0">
                <a:latin typeface="Open Sans" panose="020B0606030504020204" pitchFamily="34" charset="0"/>
                <a:ea typeface="Open Sans" panose="020B0606030504020204" pitchFamily="34" charset="0"/>
                <a:cs typeface="Open Sans" panose="020B0606030504020204" pitchFamily="34" charset="0"/>
              </a:rPr>
              <a:t>Health Solutions Architect </a:t>
            </a:r>
          </a:p>
          <a:p>
            <a:pPr marL="0" lvl="0" indent="0" algn="ctr" rtl="0">
              <a:spcBef>
                <a:spcPts val="0"/>
              </a:spcBef>
              <a:spcAft>
                <a:spcPts val="0"/>
              </a:spcAft>
              <a:buNone/>
            </a:pPr>
            <a:endParaRPr lang="en-CA"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dirty="0">
                <a:latin typeface="Open Sans" panose="020B0606030504020204" pitchFamily="34" charset="0"/>
                <a:ea typeface="Open Sans" panose="020B0606030504020204" pitchFamily="34" charset="0"/>
                <a:cs typeface="Open Sans" panose="020B0606030504020204" pitchFamily="34" charset="0"/>
              </a:rPr>
              <a:t> </a:t>
            </a:r>
          </a:p>
          <a:p>
            <a:pPr marL="0" lvl="0" indent="0" algn="ctr" rtl="0">
              <a:spcBef>
                <a:spcPts val="0"/>
              </a:spcBef>
              <a:spcAft>
                <a:spcPts val="0"/>
              </a:spcAft>
              <a:buNone/>
            </a:pPr>
            <a:endParaRPr lang="en-CA"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Box 6">
            <a:extLst>
              <a:ext uri="{FF2B5EF4-FFF2-40B4-BE49-F238E27FC236}">
                <a16:creationId xmlns:a16="http://schemas.microsoft.com/office/drawing/2014/main" id="{8E3B43DF-4545-A0D6-48EE-2F4EBD64F3A2}"/>
              </a:ext>
            </a:extLst>
          </p:cNvPr>
          <p:cNvSpPr txBox="1"/>
          <p:nvPr/>
        </p:nvSpPr>
        <p:spPr>
          <a:xfrm>
            <a:off x="870412" y="605873"/>
            <a:ext cx="5288844" cy="707886"/>
          </a:xfrm>
          <a:prstGeom prst="rect">
            <a:avLst/>
          </a:prstGeom>
          <a:noFill/>
        </p:spPr>
        <p:txBody>
          <a:bodyPr wrap="square">
            <a:spAutoFit/>
          </a:bodyPr>
          <a:lstStyle/>
          <a:p>
            <a:r>
              <a:rPr lang="en" sz="4000" b="1" dirty="0">
                <a:latin typeface="Open Sans" panose="020B0606030504020204" pitchFamily="34" charset="0"/>
                <a:ea typeface="Open Sans" panose="020B0606030504020204" pitchFamily="34" charset="0"/>
                <a:cs typeface="Open Sans" panose="020B0606030504020204" pitchFamily="34" charset="0"/>
              </a:rPr>
              <a:t>IBM Industry Panel</a:t>
            </a:r>
            <a:endParaRPr lang="en-US" sz="4000" b="1" dirty="0">
              <a:latin typeface="Open Sans" panose="020B0606030504020204" pitchFamily="34" charset="0"/>
              <a:ea typeface="Open Sans" panose="020B0606030504020204" pitchFamily="34" charset="0"/>
              <a:cs typeface="Open Sans" panose="020B0606030504020204" pitchFamily="34" charset="0"/>
            </a:endParaRPr>
          </a:p>
        </p:txBody>
      </p:sp>
      <p:pic>
        <p:nvPicPr>
          <p:cNvPr id="1028" name="Picture 4" descr="Profile photo for Debra Henry">
            <a:extLst>
              <a:ext uri="{FF2B5EF4-FFF2-40B4-BE49-F238E27FC236}">
                <a16:creationId xmlns:a16="http://schemas.microsoft.com/office/drawing/2014/main" id="{DE469889-C3AA-162D-EAE7-DDBA4A9E79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6292" y="1543843"/>
            <a:ext cx="1518837" cy="144147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06815FA-E26E-4E27-C116-861A2C955893}"/>
              </a:ext>
            </a:extLst>
          </p:cNvPr>
          <p:cNvSpPr txBox="1"/>
          <p:nvPr/>
        </p:nvSpPr>
        <p:spPr>
          <a:xfrm>
            <a:off x="3566292" y="3016710"/>
            <a:ext cx="1506486" cy="1384995"/>
          </a:xfrm>
          <a:prstGeom prst="rect">
            <a:avLst/>
          </a:prstGeom>
          <a:noFill/>
        </p:spPr>
        <p:txBody>
          <a:bodyPr wrap="square">
            <a:spAutoFit/>
          </a:bodyPr>
          <a:lstStyle/>
          <a:p>
            <a:pPr marL="0" lvl="0" indent="0" algn="ctr" rtl="0">
              <a:spcBef>
                <a:spcPts val="0"/>
              </a:spcBef>
              <a:spcAft>
                <a:spcPts val="0"/>
              </a:spcAft>
              <a:buNone/>
            </a:pPr>
            <a:r>
              <a:rPr lang="en-CA" dirty="0">
                <a:latin typeface="Open Sans" panose="020B0606030504020204" pitchFamily="34" charset="0"/>
                <a:ea typeface="Open Sans" panose="020B0606030504020204" pitchFamily="34" charset="0"/>
                <a:cs typeface="Open Sans" panose="020B0606030504020204" pitchFamily="34" charset="0"/>
              </a:rPr>
              <a:t>Debra Henry</a:t>
            </a:r>
          </a:p>
          <a:p>
            <a:pPr marL="0" lvl="0" indent="0" algn="ctr" rtl="0">
              <a:spcBef>
                <a:spcPts val="0"/>
              </a:spcBef>
              <a:spcAft>
                <a:spcPts val="0"/>
              </a:spcAft>
              <a:buNone/>
            </a:pPr>
            <a:endParaRPr lang="en-CA"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dirty="0">
                <a:latin typeface="Open Sans" panose="020B0606030504020204" pitchFamily="34" charset="0"/>
                <a:ea typeface="Open Sans" panose="020B0606030504020204" pitchFamily="34" charset="0"/>
                <a:cs typeface="Open Sans" panose="020B0606030504020204" pitchFamily="34" charset="0"/>
              </a:rPr>
              <a:t>Employee Engagement, Culture &amp; Early Talent Leader</a:t>
            </a:r>
          </a:p>
        </p:txBody>
      </p:sp>
      <p:pic>
        <p:nvPicPr>
          <p:cNvPr id="2" name="Picture 2" descr="Profile photo for Tosha Henry-Adams">
            <a:extLst>
              <a:ext uri="{FF2B5EF4-FFF2-40B4-BE49-F238E27FC236}">
                <a16:creationId xmlns:a16="http://schemas.microsoft.com/office/drawing/2014/main" id="{6C7E51FF-8D44-C17B-30EE-D861BAFCE7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9754" y="1495716"/>
            <a:ext cx="1472866" cy="14728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CE860BA-8452-4DEF-139C-683E7B6B734A}"/>
              </a:ext>
            </a:extLst>
          </p:cNvPr>
          <p:cNvSpPr txBox="1"/>
          <p:nvPr/>
        </p:nvSpPr>
        <p:spPr>
          <a:xfrm>
            <a:off x="5608580" y="3016709"/>
            <a:ext cx="1995214" cy="954107"/>
          </a:xfrm>
          <a:prstGeom prst="rect">
            <a:avLst/>
          </a:prstGeom>
          <a:noFill/>
        </p:spPr>
        <p:txBody>
          <a:bodyPr wrap="square">
            <a:spAutoFit/>
          </a:bodyPr>
          <a:lstStyle/>
          <a:p>
            <a:pPr marL="0" lvl="0" indent="0" algn="ctr" rtl="0">
              <a:spcBef>
                <a:spcPts val="0"/>
              </a:spcBef>
              <a:spcAft>
                <a:spcPts val="0"/>
              </a:spcAft>
              <a:buNone/>
            </a:pPr>
            <a:r>
              <a:rPr lang="en-CA" dirty="0">
                <a:latin typeface="Open Sans" panose="020B0606030504020204" pitchFamily="34" charset="0"/>
                <a:ea typeface="Open Sans" panose="020B0606030504020204" pitchFamily="34" charset="0"/>
                <a:cs typeface="Open Sans" panose="020B0606030504020204" pitchFamily="34" charset="0"/>
              </a:rPr>
              <a:t>Tosha Henry Adams </a:t>
            </a:r>
          </a:p>
          <a:p>
            <a:pPr marL="0" lvl="0" indent="0" algn="ctr" rtl="0">
              <a:spcBef>
                <a:spcPts val="0"/>
              </a:spcBef>
              <a:spcAft>
                <a:spcPts val="0"/>
              </a:spcAft>
              <a:buNone/>
            </a:pPr>
            <a:endParaRPr lang="en-CA" dirty="0">
              <a:latin typeface="Open Sans" panose="020B0606030504020204" pitchFamily="34" charset="0"/>
              <a:ea typeface="Open Sans" panose="020B0606030504020204" pitchFamily="34" charset="0"/>
              <a:cs typeface="Open Sans" panose="020B0606030504020204" pitchFamily="34" charset="0"/>
            </a:endParaRPr>
          </a:p>
          <a:p>
            <a:pPr marL="0" lvl="0" indent="0" algn="ctr" rtl="0">
              <a:spcBef>
                <a:spcPts val="0"/>
              </a:spcBef>
              <a:spcAft>
                <a:spcPts val="0"/>
              </a:spcAft>
              <a:buNone/>
            </a:pPr>
            <a:r>
              <a:rPr lang="en-CA" dirty="0">
                <a:latin typeface="Open Sans" panose="020B0606030504020204" pitchFamily="34" charset="0"/>
                <a:ea typeface="Open Sans" panose="020B0606030504020204" pitchFamily="34" charset="0"/>
                <a:cs typeface="Open Sans" panose="020B0606030504020204" pitchFamily="34" charset="0"/>
              </a:rPr>
              <a:t>AI Customer Success Engineer </a:t>
            </a:r>
          </a:p>
        </p:txBody>
      </p:sp>
    </p:spTree>
    <p:extLst>
      <p:ext uri="{BB962C8B-B14F-4D97-AF65-F5344CB8AC3E}">
        <p14:creationId xmlns:p14="http://schemas.microsoft.com/office/powerpoint/2010/main" val="29200301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08">
          <a:extLst>
            <a:ext uri="{FF2B5EF4-FFF2-40B4-BE49-F238E27FC236}">
              <a16:creationId xmlns:a16="http://schemas.microsoft.com/office/drawing/2014/main" id="{E0707D8A-F28A-1B4D-0138-5C809F046BA7}"/>
            </a:ext>
          </a:extLst>
        </p:cNvPr>
        <p:cNvGrpSpPr/>
        <p:nvPr/>
      </p:nvGrpSpPr>
      <p:grpSpPr>
        <a:xfrm>
          <a:off x="0" y="0"/>
          <a:ext cx="0" cy="0"/>
          <a:chOff x="0" y="0"/>
          <a:chExt cx="0" cy="0"/>
        </a:xfrm>
      </p:grpSpPr>
      <p:sp>
        <p:nvSpPr>
          <p:cNvPr id="1709" name="Google Shape;1709;p33">
            <a:extLst>
              <a:ext uri="{FF2B5EF4-FFF2-40B4-BE49-F238E27FC236}">
                <a16:creationId xmlns:a16="http://schemas.microsoft.com/office/drawing/2014/main" id="{E8638047-12A0-516A-308F-0FB1863C1125}"/>
              </a:ext>
            </a:extLst>
          </p:cNvPr>
          <p:cNvSpPr txBox="1">
            <a:spLocks noGrp="1"/>
          </p:cNvSpPr>
          <p:nvPr>
            <p:ph type="title"/>
          </p:nvPr>
        </p:nvSpPr>
        <p:spPr>
          <a:xfrm>
            <a:off x="3124355" y="1983503"/>
            <a:ext cx="5320200" cy="93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Happy Hacking!</a:t>
            </a:r>
            <a:endParaRPr dirty="0"/>
          </a:p>
        </p:txBody>
      </p:sp>
      <p:grpSp>
        <p:nvGrpSpPr>
          <p:cNvPr id="1711" name="Google Shape;1711;p33">
            <a:extLst>
              <a:ext uri="{FF2B5EF4-FFF2-40B4-BE49-F238E27FC236}">
                <a16:creationId xmlns:a16="http://schemas.microsoft.com/office/drawing/2014/main" id="{D7F890C2-C9C9-F560-F4EC-C21021E2BD68}"/>
              </a:ext>
            </a:extLst>
          </p:cNvPr>
          <p:cNvGrpSpPr/>
          <p:nvPr/>
        </p:nvGrpSpPr>
        <p:grpSpPr>
          <a:xfrm>
            <a:off x="713216" y="1123904"/>
            <a:ext cx="2305770" cy="2895692"/>
            <a:chOff x="1539175" y="2330700"/>
            <a:chExt cx="810350" cy="1017675"/>
          </a:xfrm>
        </p:grpSpPr>
        <p:sp>
          <p:nvSpPr>
            <p:cNvPr id="1712" name="Google Shape;1712;p33">
              <a:extLst>
                <a:ext uri="{FF2B5EF4-FFF2-40B4-BE49-F238E27FC236}">
                  <a16:creationId xmlns:a16="http://schemas.microsoft.com/office/drawing/2014/main" id="{8B761BB7-8B4C-5830-E811-85C2A220B991}"/>
                </a:ext>
              </a:extLst>
            </p:cNvPr>
            <p:cNvSpPr/>
            <p:nvPr/>
          </p:nvSpPr>
          <p:spPr>
            <a:xfrm>
              <a:off x="1898400" y="2363625"/>
              <a:ext cx="2825" cy="37825"/>
            </a:xfrm>
            <a:custGeom>
              <a:avLst/>
              <a:gdLst/>
              <a:ahLst/>
              <a:cxnLst/>
              <a:rect l="l" t="t" r="r" b="b"/>
              <a:pathLst>
                <a:path w="113" h="1513" extrusionOk="0">
                  <a:moveTo>
                    <a:pt x="57" y="0"/>
                  </a:moveTo>
                  <a:cubicBezTo>
                    <a:pt x="29" y="0"/>
                    <a:pt x="1" y="28"/>
                    <a:pt x="1" y="65"/>
                  </a:cubicBezTo>
                  <a:lnTo>
                    <a:pt x="1" y="529"/>
                  </a:lnTo>
                  <a:cubicBezTo>
                    <a:pt x="1" y="557"/>
                    <a:pt x="29" y="585"/>
                    <a:pt x="57" y="585"/>
                  </a:cubicBezTo>
                  <a:cubicBezTo>
                    <a:pt x="94" y="585"/>
                    <a:pt x="112" y="557"/>
                    <a:pt x="112" y="529"/>
                  </a:cubicBezTo>
                  <a:lnTo>
                    <a:pt x="112" y="65"/>
                  </a:lnTo>
                  <a:cubicBezTo>
                    <a:pt x="112" y="28"/>
                    <a:pt x="94" y="0"/>
                    <a:pt x="57" y="0"/>
                  </a:cubicBezTo>
                  <a:close/>
                  <a:moveTo>
                    <a:pt x="57" y="928"/>
                  </a:moveTo>
                  <a:cubicBezTo>
                    <a:pt x="29" y="928"/>
                    <a:pt x="1" y="956"/>
                    <a:pt x="1" y="993"/>
                  </a:cubicBezTo>
                  <a:lnTo>
                    <a:pt x="1" y="1457"/>
                  </a:lnTo>
                  <a:cubicBezTo>
                    <a:pt x="1" y="1485"/>
                    <a:pt x="29" y="1512"/>
                    <a:pt x="57" y="1512"/>
                  </a:cubicBezTo>
                  <a:cubicBezTo>
                    <a:pt x="94" y="1512"/>
                    <a:pt x="112" y="1485"/>
                    <a:pt x="112" y="1457"/>
                  </a:cubicBezTo>
                  <a:lnTo>
                    <a:pt x="112" y="993"/>
                  </a:lnTo>
                  <a:cubicBezTo>
                    <a:pt x="112" y="956"/>
                    <a:pt x="94" y="928"/>
                    <a:pt x="57" y="92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3">
              <a:extLst>
                <a:ext uri="{FF2B5EF4-FFF2-40B4-BE49-F238E27FC236}">
                  <a16:creationId xmlns:a16="http://schemas.microsoft.com/office/drawing/2014/main" id="{A2C30C1F-6831-B14D-6968-7861ED56DB16}"/>
                </a:ext>
              </a:extLst>
            </p:cNvPr>
            <p:cNvSpPr/>
            <p:nvPr/>
          </p:nvSpPr>
          <p:spPr>
            <a:xfrm>
              <a:off x="2199675" y="2704075"/>
              <a:ext cx="82350" cy="174425"/>
            </a:xfrm>
            <a:custGeom>
              <a:avLst/>
              <a:gdLst/>
              <a:ahLst/>
              <a:cxnLst/>
              <a:rect l="l" t="t" r="r" b="b"/>
              <a:pathLst>
                <a:path w="3294" h="6977" extrusionOk="0">
                  <a:moveTo>
                    <a:pt x="1670" y="1"/>
                  </a:moveTo>
                  <a:cubicBezTo>
                    <a:pt x="1642" y="1"/>
                    <a:pt x="1614" y="19"/>
                    <a:pt x="1614" y="56"/>
                  </a:cubicBezTo>
                  <a:cubicBezTo>
                    <a:pt x="1614" y="84"/>
                    <a:pt x="1642" y="112"/>
                    <a:pt x="1670" y="112"/>
                  </a:cubicBezTo>
                  <a:lnTo>
                    <a:pt x="2134" y="112"/>
                  </a:lnTo>
                  <a:cubicBezTo>
                    <a:pt x="2171" y="112"/>
                    <a:pt x="2190" y="84"/>
                    <a:pt x="2190" y="56"/>
                  </a:cubicBezTo>
                  <a:cubicBezTo>
                    <a:pt x="2190" y="19"/>
                    <a:pt x="2171" y="1"/>
                    <a:pt x="2134" y="1"/>
                  </a:cubicBezTo>
                  <a:close/>
                  <a:moveTo>
                    <a:pt x="2598" y="1"/>
                  </a:moveTo>
                  <a:cubicBezTo>
                    <a:pt x="2570" y="1"/>
                    <a:pt x="2542" y="19"/>
                    <a:pt x="2542" y="56"/>
                  </a:cubicBezTo>
                  <a:cubicBezTo>
                    <a:pt x="2542" y="84"/>
                    <a:pt x="2570" y="112"/>
                    <a:pt x="2598" y="112"/>
                  </a:cubicBezTo>
                  <a:lnTo>
                    <a:pt x="3062" y="112"/>
                  </a:lnTo>
                  <a:cubicBezTo>
                    <a:pt x="3099" y="112"/>
                    <a:pt x="3117" y="84"/>
                    <a:pt x="3117" y="56"/>
                  </a:cubicBezTo>
                  <a:cubicBezTo>
                    <a:pt x="3117" y="19"/>
                    <a:pt x="3099" y="1"/>
                    <a:pt x="3062" y="1"/>
                  </a:cubicBezTo>
                  <a:close/>
                  <a:moveTo>
                    <a:pt x="3229" y="288"/>
                  </a:moveTo>
                  <a:cubicBezTo>
                    <a:pt x="3201" y="288"/>
                    <a:pt x="3173" y="316"/>
                    <a:pt x="3173" y="353"/>
                  </a:cubicBezTo>
                  <a:lnTo>
                    <a:pt x="3173" y="817"/>
                  </a:lnTo>
                  <a:cubicBezTo>
                    <a:pt x="3173" y="845"/>
                    <a:pt x="3201" y="873"/>
                    <a:pt x="3229" y="873"/>
                  </a:cubicBezTo>
                  <a:cubicBezTo>
                    <a:pt x="3266" y="873"/>
                    <a:pt x="3294" y="845"/>
                    <a:pt x="3294" y="817"/>
                  </a:cubicBezTo>
                  <a:lnTo>
                    <a:pt x="3294" y="353"/>
                  </a:lnTo>
                  <a:cubicBezTo>
                    <a:pt x="3294" y="316"/>
                    <a:pt x="3266" y="288"/>
                    <a:pt x="3229" y="288"/>
                  </a:cubicBezTo>
                  <a:close/>
                  <a:moveTo>
                    <a:pt x="3229" y="1216"/>
                  </a:moveTo>
                  <a:cubicBezTo>
                    <a:pt x="3201" y="1216"/>
                    <a:pt x="3173" y="1244"/>
                    <a:pt x="3173" y="1281"/>
                  </a:cubicBezTo>
                  <a:lnTo>
                    <a:pt x="3173" y="1745"/>
                  </a:lnTo>
                  <a:cubicBezTo>
                    <a:pt x="3173" y="1772"/>
                    <a:pt x="3201" y="1800"/>
                    <a:pt x="3229" y="1800"/>
                  </a:cubicBezTo>
                  <a:cubicBezTo>
                    <a:pt x="3266" y="1800"/>
                    <a:pt x="3294" y="1772"/>
                    <a:pt x="3294" y="1745"/>
                  </a:cubicBezTo>
                  <a:lnTo>
                    <a:pt x="3294" y="1281"/>
                  </a:lnTo>
                  <a:cubicBezTo>
                    <a:pt x="3294" y="1244"/>
                    <a:pt x="3266" y="1216"/>
                    <a:pt x="3229" y="1216"/>
                  </a:cubicBezTo>
                  <a:close/>
                  <a:moveTo>
                    <a:pt x="3229" y="2143"/>
                  </a:moveTo>
                  <a:cubicBezTo>
                    <a:pt x="3201" y="2143"/>
                    <a:pt x="3173" y="2171"/>
                    <a:pt x="3173" y="2208"/>
                  </a:cubicBezTo>
                  <a:lnTo>
                    <a:pt x="3173" y="2672"/>
                  </a:lnTo>
                  <a:cubicBezTo>
                    <a:pt x="3173" y="2700"/>
                    <a:pt x="3201" y="2728"/>
                    <a:pt x="3229" y="2728"/>
                  </a:cubicBezTo>
                  <a:cubicBezTo>
                    <a:pt x="3266" y="2728"/>
                    <a:pt x="3294" y="2700"/>
                    <a:pt x="3294" y="2672"/>
                  </a:cubicBezTo>
                  <a:lnTo>
                    <a:pt x="3294" y="2208"/>
                  </a:lnTo>
                  <a:cubicBezTo>
                    <a:pt x="3294" y="2171"/>
                    <a:pt x="3266" y="2143"/>
                    <a:pt x="3229" y="2143"/>
                  </a:cubicBezTo>
                  <a:close/>
                  <a:moveTo>
                    <a:pt x="3229" y="3071"/>
                  </a:moveTo>
                  <a:cubicBezTo>
                    <a:pt x="3201" y="3071"/>
                    <a:pt x="3173" y="3099"/>
                    <a:pt x="3173" y="3136"/>
                  </a:cubicBezTo>
                  <a:lnTo>
                    <a:pt x="3173" y="3600"/>
                  </a:lnTo>
                  <a:cubicBezTo>
                    <a:pt x="3173" y="3628"/>
                    <a:pt x="3201" y="3656"/>
                    <a:pt x="3229" y="3656"/>
                  </a:cubicBezTo>
                  <a:cubicBezTo>
                    <a:pt x="3266" y="3656"/>
                    <a:pt x="3294" y="3628"/>
                    <a:pt x="3294" y="3600"/>
                  </a:cubicBezTo>
                  <a:lnTo>
                    <a:pt x="3294" y="3136"/>
                  </a:lnTo>
                  <a:cubicBezTo>
                    <a:pt x="3294" y="3099"/>
                    <a:pt x="3266" y="3071"/>
                    <a:pt x="3229" y="3071"/>
                  </a:cubicBezTo>
                  <a:close/>
                  <a:moveTo>
                    <a:pt x="3229" y="3999"/>
                  </a:moveTo>
                  <a:cubicBezTo>
                    <a:pt x="3201" y="3999"/>
                    <a:pt x="3173" y="4027"/>
                    <a:pt x="3173" y="4064"/>
                  </a:cubicBezTo>
                  <a:lnTo>
                    <a:pt x="3173" y="4528"/>
                  </a:lnTo>
                  <a:cubicBezTo>
                    <a:pt x="3173" y="4555"/>
                    <a:pt x="3201" y="4583"/>
                    <a:pt x="3229" y="4583"/>
                  </a:cubicBezTo>
                  <a:cubicBezTo>
                    <a:pt x="3266" y="4583"/>
                    <a:pt x="3294" y="4555"/>
                    <a:pt x="3294" y="4528"/>
                  </a:cubicBezTo>
                  <a:lnTo>
                    <a:pt x="3294" y="4064"/>
                  </a:lnTo>
                  <a:cubicBezTo>
                    <a:pt x="3294" y="4027"/>
                    <a:pt x="3266" y="3999"/>
                    <a:pt x="3229" y="3999"/>
                  </a:cubicBezTo>
                  <a:close/>
                  <a:moveTo>
                    <a:pt x="269" y="5214"/>
                  </a:moveTo>
                  <a:cubicBezTo>
                    <a:pt x="241" y="5214"/>
                    <a:pt x="214" y="5242"/>
                    <a:pt x="214" y="5279"/>
                  </a:cubicBezTo>
                  <a:cubicBezTo>
                    <a:pt x="214" y="5307"/>
                    <a:pt x="241" y="5335"/>
                    <a:pt x="269" y="5335"/>
                  </a:cubicBezTo>
                  <a:lnTo>
                    <a:pt x="733" y="5335"/>
                  </a:lnTo>
                  <a:cubicBezTo>
                    <a:pt x="770" y="5335"/>
                    <a:pt x="789" y="5307"/>
                    <a:pt x="789" y="5279"/>
                  </a:cubicBezTo>
                  <a:cubicBezTo>
                    <a:pt x="789" y="5242"/>
                    <a:pt x="770" y="5214"/>
                    <a:pt x="733" y="5214"/>
                  </a:cubicBezTo>
                  <a:close/>
                  <a:moveTo>
                    <a:pt x="1197" y="5214"/>
                  </a:moveTo>
                  <a:cubicBezTo>
                    <a:pt x="1169" y="5214"/>
                    <a:pt x="1141" y="5242"/>
                    <a:pt x="1141" y="5279"/>
                  </a:cubicBezTo>
                  <a:cubicBezTo>
                    <a:pt x="1141" y="5307"/>
                    <a:pt x="1169" y="5335"/>
                    <a:pt x="1197" y="5335"/>
                  </a:cubicBezTo>
                  <a:lnTo>
                    <a:pt x="1661" y="5335"/>
                  </a:lnTo>
                  <a:cubicBezTo>
                    <a:pt x="1698" y="5335"/>
                    <a:pt x="1716" y="5307"/>
                    <a:pt x="1716" y="5279"/>
                  </a:cubicBezTo>
                  <a:cubicBezTo>
                    <a:pt x="1716" y="5242"/>
                    <a:pt x="1698" y="5214"/>
                    <a:pt x="1661" y="5214"/>
                  </a:cubicBezTo>
                  <a:close/>
                  <a:moveTo>
                    <a:pt x="2125" y="5214"/>
                  </a:moveTo>
                  <a:cubicBezTo>
                    <a:pt x="2097" y="5214"/>
                    <a:pt x="2069" y="5242"/>
                    <a:pt x="2069" y="5279"/>
                  </a:cubicBezTo>
                  <a:cubicBezTo>
                    <a:pt x="2069" y="5307"/>
                    <a:pt x="2097" y="5335"/>
                    <a:pt x="2125" y="5335"/>
                  </a:cubicBezTo>
                  <a:lnTo>
                    <a:pt x="2588" y="5335"/>
                  </a:lnTo>
                  <a:cubicBezTo>
                    <a:pt x="2626" y="5335"/>
                    <a:pt x="2644" y="5307"/>
                    <a:pt x="2644" y="5279"/>
                  </a:cubicBezTo>
                  <a:cubicBezTo>
                    <a:pt x="2644" y="5242"/>
                    <a:pt x="2626" y="5214"/>
                    <a:pt x="2588" y="5214"/>
                  </a:cubicBezTo>
                  <a:close/>
                  <a:moveTo>
                    <a:pt x="3229" y="4936"/>
                  </a:moveTo>
                  <a:cubicBezTo>
                    <a:pt x="3201" y="4936"/>
                    <a:pt x="3173" y="4954"/>
                    <a:pt x="3173" y="4991"/>
                  </a:cubicBezTo>
                  <a:lnTo>
                    <a:pt x="3173" y="5214"/>
                  </a:lnTo>
                  <a:lnTo>
                    <a:pt x="3052" y="5214"/>
                  </a:lnTo>
                  <a:cubicBezTo>
                    <a:pt x="3024" y="5214"/>
                    <a:pt x="2997" y="5242"/>
                    <a:pt x="2997" y="5279"/>
                  </a:cubicBezTo>
                  <a:cubicBezTo>
                    <a:pt x="2997" y="5307"/>
                    <a:pt x="3024" y="5335"/>
                    <a:pt x="3052" y="5335"/>
                  </a:cubicBezTo>
                  <a:lnTo>
                    <a:pt x="3229" y="5335"/>
                  </a:lnTo>
                  <a:cubicBezTo>
                    <a:pt x="3266" y="5335"/>
                    <a:pt x="3294" y="5307"/>
                    <a:pt x="3294" y="5279"/>
                  </a:cubicBezTo>
                  <a:lnTo>
                    <a:pt x="3294" y="4991"/>
                  </a:lnTo>
                  <a:cubicBezTo>
                    <a:pt x="3294" y="4954"/>
                    <a:pt x="3266" y="4936"/>
                    <a:pt x="3229" y="4936"/>
                  </a:cubicBezTo>
                  <a:close/>
                  <a:moveTo>
                    <a:pt x="56" y="5464"/>
                  </a:moveTo>
                  <a:cubicBezTo>
                    <a:pt x="28" y="5464"/>
                    <a:pt x="0" y="5492"/>
                    <a:pt x="0" y="5520"/>
                  </a:cubicBezTo>
                  <a:lnTo>
                    <a:pt x="0" y="5993"/>
                  </a:lnTo>
                  <a:cubicBezTo>
                    <a:pt x="0" y="6021"/>
                    <a:pt x="28" y="6049"/>
                    <a:pt x="56" y="6049"/>
                  </a:cubicBezTo>
                  <a:cubicBezTo>
                    <a:pt x="93" y="6049"/>
                    <a:pt x="112" y="6021"/>
                    <a:pt x="112" y="5993"/>
                  </a:cubicBezTo>
                  <a:lnTo>
                    <a:pt x="112" y="5520"/>
                  </a:lnTo>
                  <a:cubicBezTo>
                    <a:pt x="112" y="5492"/>
                    <a:pt x="93" y="5464"/>
                    <a:pt x="56" y="5464"/>
                  </a:cubicBezTo>
                  <a:close/>
                  <a:moveTo>
                    <a:pt x="56" y="6392"/>
                  </a:moveTo>
                  <a:cubicBezTo>
                    <a:pt x="28" y="6392"/>
                    <a:pt x="0" y="6420"/>
                    <a:pt x="0" y="6457"/>
                  </a:cubicBezTo>
                  <a:lnTo>
                    <a:pt x="0" y="6921"/>
                  </a:lnTo>
                  <a:cubicBezTo>
                    <a:pt x="0" y="6949"/>
                    <a:pt x="28" y="6977"/>
                    <a:pt x="56" y="6977"/>
                  </a:cubicBezTo>
                  <a:cubicBezTo>
                    <a:pt x="93" y="6977"/>
                    <a:pt x="112" y="6949"/>
                    <a:pt x="112" y="6921"/>
                  </a:cubicBezTo>
                  <a:lnTo>
                    <a:pt x="112" y="6457"/>
                  </a:lnTo>
                  <a:cubicBezTo>
                    <a:pt x="112" y="6420"/>
                    <a:pt x="93" y="6392"/>
                    <a:pt x="56" y="639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3">
              <a:extLst>
                <a:ext uri="{FF2B5EF4-FFF2-40B4-BE49-F238E27FC236}">
                  <a16:creationId xmlns:a16="http://schemas.microsoft.com/office/drawing/2014/main" id="{BB00C684-4EF2-5F74-AB8D-F048C5805CEC}"/>
                </a:ext>
              </a:extLst>
            </p:cNvPr>
            <p:cNvSpPr/>
            <p:nvPr/>
          </p:nvSpPr>
          <p:spPr>
            <a:xfrm>
              <a:off x="2221250" y="2699900"/>
              <a:ext cx="76775" cy="195775"/>
            </a:xfrm>
            <a:custGeom>
              <a:avLst/>
              <a:gdLst/>
              <a:ahLst/>
              <a:cxnLst/>
              <a:rect l="l" t="t" r="r" b="b"/>
              <a:pathLst>
                <a:path w="3071" h="7831" extrusionOk="0">
                  <a:moveTo>
                    <a:pt x="3015" y="1"/>
                  </a:moveTo>
                  <a:cubicBezTo>
                    <a:pt x="2987" y="1"/>
                    <a:pt x="2959" y="28"/>
                    <a:pt x="2959" y="56"/>
                  </a:cubicBezTo>
                  <a:lnTo>
                    <a:pt x="2959" y="520"/>
                  </a:lnTo>
                  <a:cubicBezTo>
                    <a:pt x="2959" y="557"/>
                    <a:pt x="2987" y="585"/>
                    <a:pt x="3015" y="585"/>
                  </a:cubicBezTo>
                  <a:cubicBezTo>
                    <a:pt x="3043" y="585"/>
                    <a:pt x="3071" y="557"/>
                    <a:pt x="3071" y="520"/>
                  </a:cubicBezTo>
                  <a:lnTo>
                    <a:pt x="3071" y="56"/>
                  </a:lnTo>
                  <a:cubicBezTo>
                    <a:pt x="3071" y="28"/>
                    <a:pt x="3052" y="1"/>
                    <a:pt x="3015" y="1"/>
                  </a:cubicBezTo>
                  <a:close/>
                  <a:moveTo>
                    <a:pt x="3015" y="928"/>
                  </a:moveTo>
                  <a:cubicBezTo>
                    <a:pt x="2987" y="928"/>
                    <a:pt x="2959" y="956"/>
                    <a:pt x="2959" y="984"/>
                  </a:cubicBezTo>
                  <a:lnTo>
                    <a:pt x="2959" y="1448"/>
                  </a:lnTo>
                  <a:cubicBezTo>
                    <a:pt x="2959" y="1485"/>
                    <a:pt x="2987" y="1513"/>
                    <a:pt x="3015" y="1513"/>
                  </a:cubicBezTo>
                  <a:cubicBezTo>
                    <a:pt x="3043" y="1513"/>
                    <a:pt x="3071" y="1485"/>
                    <a:pt x="3071" y="1448"/>
                  </a:cubicBezTo>
                  <a:lnTo>
                    <a:pt x="3071" y="984"/>
                  </a:lnTo>
                  <a:cubicBezTo>
                    <a:pt x="3071" y="956"/>
                    <a:pt x="3052" y="928"/>
                    <a:pt x="3015" y="928"/>
                  </a:cubicBezTo>
                  <a:close/>
                  <a:moveTo>
                    <a:pt x="3015" y="1856"/>
                  </a:moveTo>
                  <a:cubicBezTo>
                    <a:pt x="2987" y="1856"/>
                    <a:pt x="2959" y="1884"/>
                    <a:pt x="2959" y="1912"/>
                  </a:cubicBezTo>
                  <a:lnTo>
                    <a:pt x="2959" y="2375"/>
                  </a:lnTo>
                  <a:cubicBezTo>
                    <a:pt x="2959" y="2412"/>
                    <a:pt x="2987" y="2440"/>
                    <a:pt x="3015" y="2440"/>
                  </a:cubicBezTo>
                  <a:cubicBezTo>
                    <a:pt x="3043" y="2440"/>
                    <a:pt x="3071" y="2412"/>
                    <a:pt x="3071" y="2375"/>
                  </a:cubicBezTo>
                  <a:lnTo>
                    <a:pt x="3071" y="1912"/>
                  </a:lnTo>
                  <a:cubicBezTo>
                    <a:pt x="3071" y="1884"/>
                    <a:pt x="3052" y="1856"/>
                    <a:pt x="3015" y="1856"/>
                  </a:cubicBezTo>
                  <a:close/>
                  <a:moveTo>
                    <a:pt x="3015" y="2784"/>
                  </a:moveTo>
                  <a:cubicBezTo>
                    <a:pt x="2987" y="2784"/>
                    <a:pt x="2959" y="2811"/>
                    <a:pt x="2959" y="2839"/>
                  </a:cubicBezTo>
                  <a:lnTo>
                    <a:pt x="2959" y="3303"/>
                  </a:lnTo>
                  <a:cubicBezTo>
                    <a:pt x="2959" y="3340"/>
                    <a:pt x="2987" y="3368"/>
                    <a:pt x="3015" y="3368"/>
                  </a:cubicBezTo>
                  <a:cubicBezTo>
                    <a:pt x="3043" y="3368"/>
                    <a:pt x="3071" y="3340"/>
                    <a:pt x="3071" y="3303"/>
                  </a:cubicBezTo>
                  <a:lnTo>
                    <a:pt x="3071" y="2839"/>
                  </a:lnTo>
                  <a:cubicBezTo>
                    <a:pt x="3071" y="2811"/>
                    <a:pt x="3052" y="2784"/>
                    <a:pt x="3015" y="2784"/>
                  </a:cubicBezTo>
                  <a:close/>
                  <a:moveTo>
                    <a:pt x="3015" y="3711"/>
                  </a:moveTo>
                  <a:cubicBezTo>
                    <a:pt x="2987" y="3711"/>
                    <a:pt x="2959" y="3739"/>
                    <a:pt x="2959" y="3767"/>
                  </a:cubicBezTo>
                  <a:lnTo>
                    <a:pt x="2959" y="4231"/>
                  </a:lnTo>
                  <a:cubicBezTo>
                    <a:pt x="2959" y="4268"/>
                    <a:pt x="2987" y="4296"/>
                    <a:pt x="3015" y="4296"/>
                  </a:cubicBezTo>
                  <a:cubicBezTo>
                    <a:pt x="3043" y="4296"/>
                    <a:pt x="3071" y="4268"/>
                    <a:pt x="3071" y="4231"/>
                  </a:cubicBezTo>
                  <a:lnTo>
                    <a:pt x="3071" y="3767"/>
                  </a:lnTo>
                  <a:cubicBezTo>
                    <a:pt x="3071" y="3739"/>
                    <a:pt x="3052" y="3711"/>
                    <a:pt x="3015" y="3711"/>
                  </a:cubicBezTo>
                  <a:close/>
                  <a:moveTo>
                    <a:pt x="3015" y="4639"/>
                  </a:moveTo>
                  <a:cubicBezTo>
                    <a:pt x="2987" y="4639"/>
                    <a:pt x="2959" y="4667"/>
                    <a:pt x="2959" y="4695"/>
                  </a:cubicBezTo>
                  <a:lnTo>
                    <a:pt x="2959" y="5158"/>
                  </a:lnTo>
                  <a:cubicBezTo>
                    <a:pt x="2959" y="5195"/>
                    <a:pt x="2987" y="5223"/>
                    <a:pt x="3015" y="5223"/>
                  </a:cubicBezTo>
                  <a:cubicBezTo>
                    <a:pt x="3043" y="5223"/>
                    <a:pt x="3071" y="5195"/>
                    <a:pt x="3071" y="5158"/>
                  </a:cubicBezTo>
                  <a:lnTo>
                    <a:pt x="3071" y="4695"/>
                  </a:lnTo>
                  <a:cubicBezTo>
                    <a:pt x="3071" y="4667"/>
                    <a:pt x="3052" y="4639"/>
                    <a:pt x="3015" y="4639"/>
                  </a:cubicBezTo>
                  <a:close/>
                  <a:moveTo>
                    <a:pt x="3015" y="5567"/>
                  </a:moveTo>
                  <a:cubicBezTo>
                    <a:pt x="2987" y="5567"/>
                    <a:pt x="2959" y="5594"/>
                    <a:pt x="2959" y="5622"/>
                  </a:cubicBezTo>
                  <a:lnTo>
                    <a:pt x="2959" y="6095"/>
                  </a:lnTo>
                  <a:cubicBezTo>
                    <a:pt x="2959" y="6123"/>
                    <a:pt x="2987" y="6151"/>
                    <a:pt x="3015" y="6151"/>
                  </a:cubicBezTo>
                  <a:cubicBezTo>
                    <a:pt x="3043" y="6151"/>
                    <a:pt x="3071" y="6123"/>
                    <a:pt x="3071" y="6095"/>
                  </a:cubicBezTo>
                  <a:lnTo>
                    <a:pt x="3071" y="5622"/>
                  </a:lnTo>
                  <a:cubicBezTo>
                    <a:pt x="3071" y="5594"/>
                    <a:pt x="3052" y="5567"/>
                    <a:pt x="3015" y="5567"/>
                  </a:cubicBezTo>
                  <a:close/>
                  <a:moveTo>
                    <a:pt x="390" y="6188"/>
                  </a:moveTo>
                  <a:cubicBezTo>
                    <a:pt x="353" y="6188"/>
                    <a:pt x="334" y="6216"/>
                    <a:pt x="334" y="6253"/>
                  </a:cubicBezTo>
                  <a:cubicBezTo>
                    <a:pt x="334" y="6281"/>
                    <a:pt x="353" y="6309"/>
                    <a:pt x="390" y="6309"/>
                  </a:cubicBezTo>
                  <a:lnTo>
                    <a:pt x="853" y="6309"/>
                  </a:lnTo>
                  <a:cubicBezTo>
                    <a:pt x="881" y="6309"/>
                    <a:pt x="909" y="6281"/>
                    <a:pt x="909" y="6253"/>
                  </a:cubicBezTo>
                  <a:cubicBezTo>
                    <a:pt x="909" y="6216"/>
                    <a:pt x="881" y="6188"/>
                    <a:pt x="853" y="6188"/>
                  </a:cubicBezTo>
                  <a:close/>
                  <a:moveTo>
                    <a:pt x="1317" y="6188"/>
                  </a:moveTo>
                  <a:cubicBezTo>
                    <a:pt x="1280" y="6188"/>
                    <a:pt x="1262" y="6216"/>
                    <a:pt x="1262" y="6253"/>
                  </a:cubicBezTo>
                  <a:cubicBezTo>
                    <a:pt x="1262" y="6281"/>
                    <a:pt x="1280" y="6309"/>
                    <a:pt x="1317" y="6309"/>
                  </a:cubicBezTo>
                  <a:lnTo>
                    <a:pt x="1781" y="6309"/>
                  </a:lnTo>
                  <a:cubicBezTo>
                    <a:pt x="1809" y="6309"/>
                    <a:pt x="1837" y="6281"/>
                    <a:pt x="1837" y="6253"/>
                  </a:cubicBezTo>
                  <a:cubicBezTo>
                    <a:pt x="1837" y="6216"/>
                    <a:pt x="1809" y="6188"/>
                    <a:pt x="1781" y="6188"/>
                  </a:cubicBezTo>
                  <a:close/>
                  <a:moveTo>
                    <a:pt x="2245" y="6188"/>
                  </a:moveTo>
                  <a:cubicBezTo>
                    <a:pt x="2208" y="6188"/>
                    <a:pt x="2189" y="6216"/>
                    <a:pt x="2189" y="6253"/>
                  </a:cubicBezTo>
                  <a:cubicBezTo>
                    <a:pt x="2189" y="6281"/>
                    <a:pt x="2208" y="6309"/>
                    <a:pt x="2245" y="6309"/>
                  </a:cubicBezTo>
                  <a:lnTo>
                    <a:pt x="2709" y="6309"/>
                  </a:lnTo>
                  <a:cubicBezTo>
                    <a:pt x="2737" y="6309"/>
                    <a:pt x="2764" y="6281"/>
                    <a:pt x="2764" y="6253"/>
                  </a:cubicBezTo>
                  <a:cubicBezTo>
                    <a:pt x="2764" y="6216"/>
                    <a:pt x="2737" y="6188"/>
                    <a:pt x="2709" y="6188"/>
                  </a:cubicBezTo>
                  <a:close/>
                  <a:moveTo>
                    <a:pt x="56" y="6318"/>
                  </a:moveTo>
                  <a:cubicBezTo>
                    <a:pt x="28" y="6318"/>
                    <a:pt x="0" y="6346"/>
                    <a:pt x="0" y="6383"/>
                  </a:cubicBezTo>
                  <a:lnTo>
                    <a:pt x="0" y="6847"/>
                  </a:lnTo>
                  <a:cubicBezTo>
                    <a:pt x="0" y="6875"/>
                    <a:pt x="28" y="6902"/>
                    <a:pt x="56" y="6902"/>
                  </a:cubicBezTo>
                  <a:cubicBezTo>
                    <a:pt x="84" y="6902"/>
                    <a:pt x="111" y="6875"/>
                    <a:pt x="111" y="6847"/>
                  </a:cubicBezTo>
                  <a:lnTo>
                    <a:pt x="111" y="6383"/>
                  </a:lnTo>
                  <a:cubicBezTo>
                    <a:pt x="111" y="6346"/>
                    <a:pt x="84" y="6318"/>
                    <a:pt x="56" y="6318"/>
                  </a:cubicBezTo>
                  <a:close/>
                  <a:moveTo>
                    <a:pt x="56" y="7246"/>
                  </a:moveTo>
                  <a:cubicBezTo>
                    <a:pt x="28" y="7246"/>
                    <a:pt x="0" y="7273"/>
                    <a:pt x="0" y="7311"/>
                  </a:cubicBezTo>
                  <a:lnTo>
                    <a:pt x="0" y="7774"/>
                  </a:lnTo>
                  <a:cubicBezTo>
                    <a:pt x="0" y="7802"/>
                    <a:pt x="28" y="7830"/>
                    <a:pt x="56" y="7830"/>
                  </a:cubicBezTo>
                  <a:cubicBezTo>
                    <a:pt x="84" y="7830"/>
                    <a:pt x="111" y="7802"/>
                    <a:pt x="111" y="7774"/>
                  </a:cubicBezTo>
                  <a:lnTo>
                    <a:pt x="111" y="7311"/>
                  </a:lnTo>
                  <a:cubicBezTo>
                    <a:pt x="111" y="7273"/>
                    <a:pt x="84" y="7246"/>
                    <a:pt x="56" y="72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3">
              <a:extLst>
                <a:ext uri="{FF2B5EF4-FFF2-40B4-BE49-F238E27FC236}">
                  <a16:creationId xmlns:a16="http://schemas.microsoft.com/office/drawing/2014/main" id="{0FC04659-B505-F053-F6A7-1C9AB2386B41}"/>
                </a:ext>
              </a:extLst>
            </p:cNvPr>
            <p:cNvSpPr/>
            <p:nvPr/>
          </p:nvSpPr>
          <p:spPr>
            <a:xfrm>
              <a:off x="2079525" y="2330700"/>
              <a:ext cx="30425" cy="30175"/>
            </a:xfrm>
            <a:custGeom>
              <a:avLst/>
              <a:gdLst/>
              <a:ahLst/>
              <a:cxnLst/>
              <a:rect l="l" t="t" r="r" b="b"/>
              <a:pathLst>
                <a:path w="1217" h="1207" extrusionOk="0">
                  <a:moveTo>
                    <a:pt x="613" y="176"/>
                  </a:moveTo>
                  <a:lnTo>
                    <a:pt x="752" y="436"/>
                  </a:lnTo>
                  <a:cubicBezTo>
                    <a:pt x="752" y="445"/>
                    <a:pt x="762" y="455"/>
                    <a:pt x="771" y="464"/>
                  </a:cubicBezTo>
                  <a:lnTo>
                    <a:pt x="1031" y="603"/>
                  </a:lnTo>
                  <a:lnTo>
                    <a:pt x="771" y="742"/>
                  </a:lnTo>
                  <a:cubicBezTo>
                    <a:pt x="762" y="752"/>
                    <a:pt x="752" y="761"/>
                    <a:pt x="752" y="770"/>
                  </a:cubicBezTo>
                  <a:lnTo>
                    <a:pt x="604" y="1030"/>
                  </a:lnTo>
                  <a:lnTo>
                    <a:pt x="465" y="770"/>
                  </a:lnTo>
                  <a:cubicBezTo>
                    <a:pt x="465" y="761"/>
                    <a:pt x="456" y="752"/>
                    <a:pt x="446" y="742"/>
                  </a:cubicBezTo>
                  <a:lnTo>
                    <a:pt x="186" y="603"/>
                  </a:lnTo>
                  <a:lnTo>
                    <a:pt x="446" y="464"/>
                  </a:lnTo>
                  <a:cubicBezTo>
                    <a:pt x="456" y="455"/>
                    <a:pt x="465" y="445"/>
                    <a:pt x="465" y="436"/>
                  </a:cubicBezTo>
                  <a:lnTo>
                    <a:pt x="613" y="176"/>
                  </a:lnTo>
                  <a:close/>
                  <a:moveTo>
                    <a:pt x="613" y="0"/>
                  </a:moveTo>
                  <a:cubicBezTo>
                    <a:pt x="585" y="0"/>
                    <a:pt x="567" y="9"/>
                    <a:pt x="558" y="28"/>
                  </a:cubicBezTo>
                  <a:lnTo>
                    <a:pt x="372" y="362"/>
                  </a:lnTo>
                  <a:lnTo>
                    <a:pt x="38" y="547"/>
                  </a:lnTo>
                  <a:cubicBezTo>
                    <a:pt x="20" y="557"/>
                    <a:pt x="1" y="585"/>
                    <a:pt x="1" y="603"/>
                  </a:cubicBezTo>
                  <a:cubicBezTo>
                    <a:pt x="1" y="622"/>
                    <a:pt x="20" y="640"/>
                    <a:pt x="38" y="649"/>
                  </a:cubicBezTo>
                  <a:lnTo>
                    <a:pt x="372" y="835"/>
                  </a:lnTo>
                  <a:lnTo>
                    <a:pt x="558" y="1178"/>
                  </a:lnTo>
                  <a:cubicBezTo>
                    <a:pt x="567" y="1197"/>
                    <a:pt x="585" y="1206"/>
                    <a:pt x="604" y="1206"/>
                  </a:cubicBezTo>
                  <a:cubicBezTo>
                    <a:pt x="632" y="1206"/>
                    <a:pt x="650" y="1197"/>
                    <a:pt x="660" y="1178"/>
                  </a:cubicBezTo>
                  <a:lnTo>
                    <a:pt x="845" y="835"/>
                  </a:lnTo>
                  <a:lnTo>
                    <a:pt x="1179" y="659"/>
                  </a:lnTo>
                  <a:cubicBezTo>
                    <a:pt x="1198" y="640"/>
                    <a:pt x="1216" y="622"/>
                    <a:pt x="1216" y="603"/>
                  </a:cubicBezTo>
                  <a:cubicBezTo>
                    <a:pt x="1216" y="585"/>
                    <a:pt x="1198" y="566"/>
                    <a:pt x="1179" y="557"/>
                  </a:cubicBezTo>
                  <a:lnTo>
                    <a:pt x="845" y="371"/>
                  </a:lnTo>
                  <a:lnTo>
                    <a:pt x="660" y="28"/>
                  </a:lnTo>
                  <a:cubicBezTo>
                    <a:pt x="650" y="9"/>
                    <a:pt x="632" y="0"/>
                    <a:pt x="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3">
              <a:extLst>
                <a:ext uri="{FF2B5EF4-FFF2-40B4-BE49-F238E27FC236}">
                  <a16:creationId xmlns:a16="http://schemas.microsoft.com/office/drawing/2014/main" id="{295C15E5-0483-3B9E-F61F-F06473234068}"/>
                </a:ext>
              </a:extLst>
            </p:cNvPr>
            <p:cNvSpPr/>
            <p:nvPr/>
          </p:nvSpPr>
          <p:spPr>
            <a:xfrm>
              <a:off x="2275275" y="3037350"/>
              <a:ext cx="44550" cy="44775"/>
            </a:xfrm>
            <a:custGeom>
              <a:avLst/>
              <a:gdLst/>
              <a:ahLst/>
              <a:cxnLst/>
              <a:rect l="l" t="t" r="r" b="b"/>
              <a:pathLst>
                <a:path w="1782" h="1791" extrusionOk="0">
                  <a:moveTo>
                    <a:pt x="891" y="176"/>
                  </a:moveTo>
                  <a:lnTo>
                    <a:pt x="1142" y="631"/>
                  </a:lnTo>
                  <a:cubicBezTo>
                    <a:pt x="1142" y="640"/>
                    <a:pt x="1151" y="640"/>
                    <a:pt x="1160" y="649"/>
                  </a:cubicBezTo>
                  <a:lnTo>
                    <a:pt x="1605" y="900"/>
                  </a:lnTo>
                  <a:lnTo>
                    <a:pt x="1160" y="1141"/>
                  </a:lnTo>
                  <a:cubicBezTo>
                    <a:pt x="1151" y="1141"/>
                    <a:pt x="1142" y="1150"/>
                    <a:pt x="1142" y="1160"/>
                  </a:cubicBezTo>
                  <a:lnTo>
                    <a:pt x="891" y="1605"/>
                  </a:lnTo>
                  <a:lnTo>
                    <a:pt x="650" y="1160"/>
                  </a:lnTo>
                  <a:cubicBezTo>
                    <a:pt x="641" y="1150"/>
                    <a:pt x="631" y="1141"/>
                    <a:pt x="622" y="1141"/>
                  </a:cubicBezTo>
                  <a:lnTo>
                    <a:pt x="177" y="891"/>
                  </a:lnTo>
                  <a:lnTo>
                    <a:pt x="622" y="649"/>
                  </a:lnTo>
                  <a:cubicBezTo>
                    <a:pt x="641" y="640"/>
                    <a:pt x="641" y="631"/>
                    <a:pt x="650" y="622"/>
                  </a:cubicBezTo>
                  <a:lnTo>
                    <a:pt x="891" y="176"/>
                  </a:lnTo>
                  <a:close/>
                  <a:moveTo>
                    <a:pt x="891" y="0"/>
                  </a:moveTo>
                  <a:cubicBezTo>
                    <a:pt x="872" y="0"/>
                    <a:pt x="854" y="9"/>
                    <a:pt x="845" y="28"/>
                  </a:cubicBezTo>
                  <a:lnTo>
                    <a:pt x="557" y="557"/>
                  </a:lnTo>
                  <a:lnTo>
                    <a:pt x="28" y="844"/>
                  </a:lnTo>
                  <a:cubicBezTo>
                    <a:pt x="10" y="853"/>
                    <a:pt x="0" y="872"/>
                    <a:pt x="0" y="891"/>
                  </a:cubicBezTo>
                  <a:cubicBezTo>
                    <a:pt x="0" y="909"/>
                    <a:pt x="10" y="937"/>
                    <a:pt x="28" y="946"/>
                  </a:cubicBezTo>
                  <a:lnTo>
                    <a:pt x="557" y="1234"/>
                  </a:lnTo>
                  <a:lnTo>
                    <a:pt x="835" y="1753"/>
                  </a:lnTo>
                  <a:cubicBezTo>
                    <a:pt x="854" y="1772"/>
                    <a:pt x="872" y="1790"/>
                    <a:pt x="891" y="1790"/>
                  </a:cubicBezTo>
                  <a:cubicBezTo>
                    <a:pt x="910" y="1790"/>
                    <a:pt x="928" y="1772"/>
                    <a:pt x="937" y="1753"/>
                  </a:cubicBezTo>
                  <a:lnTo>
                    <a:pt x="1234" y="1234"/>
                  </a:lnTo>
                  <a:lnTo>
                    <a:pt x="1754" y="946"/>
                  </a:lnTo>
                  <a:cubicBezTo>
                    <a:pt x="1772" y="937"/>
                    <a:pt x="1782" y="918"/>
                    <a:pt x="1782" y="900"/>
                  </a:cubicBezTo>
                  <a:cubicBezTo>
                    <a:pt x="1782" y="872"/>
                    <a:pt x="1772" y="853"/>
                    <a:pt x="1754" y="844"/>
                  </a:cubicBezTo>
                  <a:lnTo>
                    <a:pt x="1234" y="557"/>
                  </a:lnTo>
                  <a:lnTo>
                    <a:pt x="947" y="28"/>
                  </a:lnTo>
                  <a:cubicBezTo>
                    <a:pt x="937" y="9"/>
                    <a:pt x="919" y="0"/>
                    <a:pt x="8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3">
              <a:extLst>
                <a:ext uri="{FF2B5EF4-FFF2-40B4-BE49-F238E27FC236}">
                  <a16:creationId xmlns:a16="http://schemas.microsoft.com/office/drawing/2014/main" id="{DC48DC17-D534-000C-A31A-9A7342349C56}"/>
                </a:ext>
              </a:extLst>
            </p:cNvPr>
            <p:cNvSpPr/>
            <p:nvPr/>
          </p:nvSpPr>
          <p:spPr>
            <a:xfrm>
              <a:off x="2281075" y="2533150"/>
              <a:ext cx="3025" cy="16500"/>
            </a:xfrm>
            <a:custGeom>
              <a:avLst/>
              <a:gdLst/>
              <a:ahLst/>
              <a:cxnLst/>
              <a:rect l="l" t="t" r="r" b="b"/>
              <a:pathLst>
                <a:path w="121" h="660" extrusionOk="0">
                  <a:moveTo>
                    <a:pt x="65" y="1"/>
                  </a:moveTo>
                  <a:cubicBezTo>
                    <a:pt x="28" y="1"/>
                    <a:pt x="0" y="28"/>
                    <a:pt x="0" y="66"/>
                  </a:cubicBezTo>
                  <a:lnTo>
                    <a:pt x="0" y="604"/>
                  </a:lnTo>
                  <a:cubicBezTo>
                    <a:pt x="0" y="641"/>
                    <a:pt x="28" y="659"/>
                    <a:pt x="65" y="659"/>
                  </a:cubicBezTo>
                  <a:cubicBezTo>
                    <a:pt x="93" y="659"/>
                    <a:pt x="121" y="631"/>
                    <a:pt x="121" y="604"/>
                  </a:cubicBezTo>
                  <a:lnTo>
                    <a:pt x="121" y="66"/>
                  </a:lnTo>
                  <a:cubicBezTo>
                    <a:pt x="121" y="28"/>
                    <a:pt x="93" y="1"/>
                    <a:pt x="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3">
              <a:extLst>
                <a:ext uri="{FF2B5EF4-FFF2-40B4-BE49-F238E27FC236}">
                  <a16:creationId xmlns:a16="http://schemas.microsoft.com/office/drawing/2014/main" id="{19FB66A3-CD6C-E90F-67BA-C3611544C784}"/>
                </a:ext>
              </a:extLst>
            </p:cNvPr>
            <p:cNvSpPr/>
            <p:nvPr/>
          </p:nvSpPr>
          <p:spPr>
            <a:xfrm>
              <a:off x="2281075" y="2567950"/>
              <a:ext cx="3025" cy="16475"/>
            </a:xfrm>
            <a:custGeom>
              <a:avLst/>
              <a:gdLst/>
              <a:ahLst/>
              <a:cxnLst/>
              <a:rect l="l" t="t" r="r" b="b"/>
              <a:pathLst>
                <a:path w="121" h="659" extrusionOk="0">
                  <a:moveTo>
                    <a:pt x="65" y="0"/>
                  </a:moveTo>
                  <a:cubicBezTo>
                    <a:pt x="28" y="0"/>
                    <a:pt x="0" y="28"/>
                    <a:pt x="0" y="65"/>
                  </a:cubicBezTo>
                  <a:lnTo>
                    <a:pt x="0" y="603"/>
                  </a:lnTo>
                  <a:cubicBezTo>
                    <a:pt x="0" y="640"/>
                    <a:pt x="28" y="659"/>
                    <a:pt x="65" y="659"/>
                  </a:cubicBezTo>
                  <a:cubicBezTo>
                    <a:pt x="93" y="659"/>
                    <a:pt x="121" y="631"/>
                    <a:pt x="121" y="603"/>
                  </a:cubicBezTo>
                  <a:lnTo>
                    <a:pt x="121" y="65"/>
                  </a:lnTo>
                  <a:cubicBezTo>
                    <a:pt x="121" y="28"/>
                    <a:pt x="93" y="0"/>
                    <a:pt x="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3">
              <a:extLst>
                <a:ext uri="{FF2B5EF4-FFF2-40B4-BE49-F238E27FC236}">
                  <a16:creationId xmlns:a16="http://schemas.microsoft.com/office/drawing/2014/main" id="{E9797551-C68E-9DFC-ED84-F6B6C855AD46}"/>
                </a:ext>
              </a:extLst>
            </p:cNvPr>
            <p:cNvSpPr/>
            <p:nvPr/>
          </p:nvSpPr>
          <p:spPr>
            <a:xfrm>
              <a:off x="2291750" y="2557500"/>
              <a:ext cx="16475" cy="2800"/>
            </a:xfrm>
            <a:custGeom>
              <a:avLst/>
              <a:gdLst/>
              <a:ahLst/>
              <a:cxnLst/>
              <a:rect l="l" t="t" r="r" b="b"/>
              <a:pathLst>
                <a:path w="659" h="112" extrusionOk="0">
                  <a:moveTo>
                    <a:pt x="65" y="1"/>
                  </a:moveTo>
                  <a:cubicBezTo>
                    <a:pt x="28" y="1"/>
                    <a:pt x="0" y="19"/>
                    <a:pt x="0" y="56"/>
                  </a:cubicBezTo>
                  <a:cubicBezTo>
                    <a:pt x="0" y="84"/>
                    <a:pt x="28" y="112"/>
                    <a:pt x="65" y="112"/>
                  </a:cubicBezTo>
                  <a:lnTo>
                    <a:pt x="603" y="112"/>
                  </a:lnTo>
                  <a:cubicBezTo>
                    <a:pt x="631" y="112"/>
                    <a:pt x="659" y="84"/>
                    <a:pt x="659" y="56"/>
                  </a:cubicBezTo>
                  <a:cubicBezTo>
                    <a:pt x="659" y="19"/>
                    <a:pt x="631"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3">
              <a:extLst>
                <a:ext uri="{FF2B5EF4-FFF2-40B4-BE49-F238E27FC236}">
                  <a16:creationId xmlns:a16="http://schemas.microsoft.com/office/drawing/2014/main" id="{50501D51-AE90-3152-912A-0BA54701B69E}"/>
                </a:ext>
              </a:extLst>
            </p:cNvPr>
            <p:cNvSpPr/>
            <p:nvPr/>
          </p:nvSpPr>
          <p:spPr>
            <a:xfrm>
              <a:off x="2256950" y="2557500"/>
              <a:ext cx="16500" cy="2800"/>
            </a:xfrm>
            <a:custGeom>
              <a:avLst/>
              <a:gdLst/>
              <a:ahLst/>
              <a:cxnLst/>
              <a:rect l="l" t="t" r="r" b="b"/>
              <a:pathLst>
                <a:path w="660" h="112" extrusionOk="0">
                  <a:moveTo>
                    <a:pt x="66" y="1"/>
                  </a:moveTo>
                  <a:cubicBezTo>
                    <a:pt x="28" y="1"/>
                    <a:pt x="1" y="19"/>
                    <a:pt x="1" y="56"/>
                  </a:cubicBezTo>
                  <a:cubicBezTo>
                    <a:pt x="1" y="84"/>
                    <a:pt x="28" y="112"/>
                    <a:pt x="66" y="112"/>
                  </a:cubicBezTo>
                  <a:lnTo>
                    <a:pt x="604" y="112"/>
                  </a:lnTo>
                  <a:cubicBezTo>
                    <a:pt x="631" y="112"/>
                    <a:pt x="659" y="84"/>
                    <a:pt x="659" y="56"/>
                  </a:cubicBezTo>
                  <a:cubicBezTo>
                    <a:pt x="659" y="19"/>
                    <a:pt x="631"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3">
              <a:extLst>
                <a:ext uri="{FF2B5EF4-FFF2-40B4-BE49-F238E27FC236}">
                  <a16:creationId xmlns:a16="http://schemas.microsoft.com/office/drawing/2014/main" id="{4D3FD6FC-7D09-A9FA-0295-028558091ECB}"/>
                </a:ext>
              </a:extLst>
            </p:cNvPr>
            <p:cNvSpPr/>
            <p:nvPr/>
          </p:nvSpPr>
          <p:spPr>
            <a:xfrm>
              <a:off x="2265525" y="2566325"/>
              <a:ext cx="9550" cy="9525"/>
            </a:xfrm>
            <a:custGeom>
              <a:avLst/>
              <a:gdLst/>
              <a:ahLst/>
              <a:cxnLst/>
              <a:rect l="l" t="t" r="r" b="b"/>
              <a:pathLst>
                <a:path w="382" h="381" extrusionOk="0">
                  <a:moveTo>
                    <a:pt x="1" y="381"/>
                  </a:moveTo>
                  <a:lnTo>
                    <a:pt x="381"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3">
              <a:extLst>
                <a:ext uri="{FF2B5EF4-FFF2-40B4-BE49-F238E27FC236}">
                  <a16:creationId xmlns:a16="http://schemas.microsoft.com/office/drawing/2014/main" id="{2FD940A8-B608-84AF-1834-F4DE12351F04}"/>
                </a:ext>
              </a:extLst>
            </p:cNvPr>
            <p:cNvSpPr/>
            <p:nvPr/>
          </p:nvSpPr>
          <p:spPr>
            <a:xfrm>
              <a:off x="2263900" y="2564875"/>
              <a:ext cx="12800" cy="12600"/>
            </a:xfrm>
            <a:custGeom>
              <a:avLst/>
              <a:gdLst/>
              <a:ahLst/>
              <a:cxnLst/>
              <a:rect l="l" t="t" r="r" b="b"/>
              <a:pathLst>
                <a:path w="512" h="504" extrusionOk="0">
                  <a:moveTo>
                    <a:pt x="447" y="0"/>
                  </a:moveTo>
                  <a:cubicBezTo>
                    <a:pt x="432" y="0"/>
                    <a:pt x="418" y="7"/>
                    <a:pt x="409" y="21"/>
                  </a:cubicBezTo>
                  <a:lnTo>
                    <a:pt x="29" y="401"/>
                  </a:lnTo>
                  <a:cubicBezTo>
                    <a:pt x="1" y="420"/>
                    <a:pt x="1" y="457"/>
                    <a:pt x="29" y="485"/>
                  </a:cubicBezTo>
                  <a:cubicBezTo>
                    <a:pt x="38" y="494"/>
                    <a:pt x="47" y="503"/>
                    <a:pt x="66" y="503"/>
                  </a:cubicBezTo>
                  <a:cubicBezTo>
                    <a:pt x="84" y="503"/>
                    <a:pt x="94" y="494"/>
                    <a:pt x="112" y="485"/>
                  </a:cubicBezTo>
                  <a:lnTo>
                    <a:pt x="493" y="105"/>
                  </a:lnTo>
                  <a:cubicBezTo>
                    <a:pt x="511" y="77"/>
                    <a:pt x="511" y="40"/>
                    <a:pt x="493" y="21"/>
                  </a:cubicBezTo>
                  <a:cubicBezTo>
                    <a:pt x="479" y="7"/>
                    <a:pt x="462" y="0"/>
                    <a:pt x="4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3">
              <a:extLst>
                <a:ext uri="{FF2B5EF4-FFF2-40B4-BE49-F238E27FC236}">
                  <a16:creationId xmlns:a16="http://schemas.microsoft.com/office/drawing/2014/main" id="{F9762495-73B7-F897-0CA2-9740C7F8790B}"/>
                </a:ext>
              </a:extLst>
            </p:cNvPr>
            <p:cNvSpPr/>
            <p:nvPr/>
          </p:nvSpPr>
          <p:spPr>
            <a:xfrm>
              <a:off x="2290125" y="2541725"/>
              <a:ext cx="9525" cy="9550"/>
            </a:xfrm>
            <a:custGeom>
              <a:avLst/>
              <a:gdLst/>
              <a:ahLst/>
              <a:cxnLst/>
              <a:rect l="l" t="t" r="r" b="b"/>
              <a:pathLst>
                <a:path w="381" h="382" extrusionOk="0">
                  <a:moveTo>
                    <a:pt x="0" y="381"/>
                  </a:moveTo>
                  <a:lnTo>
                    <a:pt x="381"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3">
              <a:extLst>
                <a:ext uri="{FF2B5EF4-FFF2-40B4-BE49-F238E27FC236}">
                  <a16:creationId xmlns:a16="http://schemas.microsoft.com/office/drawing/2014/main" id="{0023D325-543C-A57E-92EB-9282403EBC5A}"/>
                </a:ext>
              </a:extLst>
            </p:cNvPr>
            <p:cNvSpPr/>
            <p:nvPr/>
          </p:nvSpPr>
          <p:spPr>
            <a:xfrm>
              <a:off x="2288500" y="2540275"/>
              <a:ext cx="12775" cy="12625"/>
            </a:xfrm>
            <a:custGeom>
              <a:avLst/>
              <a:gdLst/>
              <a:ahLst/>
              <a:cxnLst/>
              <a:rect l="l" t="t" r="r" b="b"/>
              <a:pathLst>
                <a:path w="511" h="505" extrusionOk="0">
                  <a:moveTo>
                    <a:pt x="447" y="1"/>
                  </a:moveTo>
                  <a:cubicBezTo>
                    <a:pt x="432" y="1"/>
                    <a:pt x="418" y="8"/>
                    <a:pt x="408" y="22"/>
                  </a:cubicBezTo>
                  <a:lnTo>
                    <a:pt x="28" y="402"/>
                  </a:lnTo>
                  <a:cubicBezTo>
                    <a:pt x="0" y="421"/>
                    <a:pt x="0" y="458"/>
                    <a:pt x="28" y="486"/>
                  </a:cubicBezTo>
                  <a:cubicBezTo>
                    <a:pt x="37" y="495"/>
                    <a:pt x="47" y="504"/>
                    <a:pt x="65" y="504"/>
                  </a:cubicBezTo>
                  <a:cubicBezTo>
                    <a:pt x="84" y="504"/>
                    <a:pt x="93" y="495"/>
                    <a:pt x="112" y="486"/>
                  </a:cubicBezTo>
                  <a:lnTo>
                    <a:pt x="492" y="96"/>
                  </a:lnTo>
                  <a:cubicBezTo>
                    <a:pt x="510" y="77"/>
                    <a:pt x="510" y="40"/>
                    <a:pt x="492" y="22"/>
                  </a:cubicBezTo>
                  <a:cubicBezTo>
                    <a:pt x="478" y="8"/>
                    <a:pt x="462" y="1"/>
                    <a:pt x="4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3">
              <a:extLst>
                <a:ext uri="{FF2B5EF4-FFF2-40B4-BE49-F238E27FC236}">
                  <a16:creationId xmlns:a16="http://schemas.microsoft.com/office/drawing/2014/main" id="{476804E0-988F-D9E1-532B-8F38D8B317B9}"/>
                </a:ext>
              </a:extLst>
            </p:cNvPr>
            <p:cNvSpPr/>
            <p:nvPr/>
          </p:nvSpPr>
          <p:spPr>
            <a:xfrm>
              <a:off x="2265525" y="2541725"/>
              <a:ext cx="9550" cy="9550"/>
            </a:xfrm>
            <a:custGeom>
              <a:avLst/>
              <a:gdLst/>
              <a:ahLst/>
              <a:cxnLst/>
              <a:rect l="l" t="t" r="r" b="b"/>
              <a:pathLst>
                <a:path w="382" h="382" extrusionOk="0">
                  <a:moveTo>
                    <a:pt x="1" y="1"/>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3">
              <a:extLst>
                <a:ext uri="{FF2B5EF4-FFF2-40B4-BE49-F238E27FC236}">
                  <a16:creationId xmlns:a16="http://schemas.microsoft.com/office/drawing/2014/main" id="{5CE3B977-8FA9-9089-A1D7-F8DA972A64EE}"/>
                </a:ext>
              </a:extLst>
            </p:cNvPr>
            <p:cNvSpPr/>
            <p:nvPr/>
          </p:nvSpPr>
          <p:spPr>
            <a:xfrm>
              <a:off x="2263900" y="2540275"/>
              <a:ext cx="12800" cy="12625"/>
            </a:xfrm>
            <a:custGeom>
              <a:avLst/>
              <a:gdLst/>
              <a:ahLst/>
              <a:cxnLst/>
              <a:rect l="l" t="t" r="r" b="b"/>
              <a:pathLst>
                <a:path w="512" h="505" extrusionOk="0">
                  <a:moveTo>
                    <a:pt x="67" y="1"/>
                  </a:moveTo>
                  <a:cubicBezTo>
                    <a:pt x="52" y="1"/>
                    <a:pt x="38" y="8"/>
                    <a:pt x="29" y="22"/>
                  </a:cubicBezTo>
                  <a:cubicBezTo>
                    <a:pt x="1" y="40"/>
                    <a:pt x="1" y="77"/>
                    <a:pt x="29" y="96"/>
                  </a:cubicBezTo>
                  <a:lnTo>
                    <a:pt x="409" y="486"/>
                  </a:lnTo>
                  <a:cubicBezTo>
                    <a:pt x="418" y="495"/>
                    <a:pt x="437" y="504"/>
                    <a:pt x="446" y="504"/>
                  </a:cubicBezTo>
                  <a:cubicBezTo>
                    <a:pt x="465" y="504"/>
                    <a:pt x="483" y="495"/>
                    <a:pt x="493" y="486"/>
                  </a:cubicBezTo>
                  <a:cubicBezTo>
                    <a:pt x="511" y="458"/>
                    <a:pt x="511" y="421"/>
                    <a:pt x="493" y="402"/>
                  </a:cubicBezTo>
                  <a:lnTo>
                    <a:pt x="112" y="22"/>
                  </a:lnTo>
                  <a:cubicBezTo>
                    <a:pt x="98" y="8"/>
                    <a:pt x="82" y="1"/>
                    <a:pt x="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3">
              <a:extLst>
                <a:ext uri="{FF2B5EF4-FFF2-40B4-BE49-F238E27FC236}">
                  <a16:creationId xmlns:a16="http://schemas.microsoft.com/office/drawing/2014/main" id="{F7A22E9F-6817-3B33-2D55-0F473A3BC8F9}"/>
                </a:ext>
              </a:extLst>
            </p:cNvPr>
            <p:cNvSpPr/>
            <p:nvPr/>
          </p:nvSpPr>
          <p:spPr>
            <a:xfrm>
              <a:off x="2290125" y="2566325"/>
              <a:ext cx="9525" cy="9525"/>
            </a:xfrm>
            <a:custGeom>
              <a:avLst/>
              <a:gdLst/>
              <a:ahLst/>
              <a:cxnLst/>
              <a:rect l="l" t="t" r="r" b="b"/>
              <a:pathLst>
                <a:path w="381" h="381" extrusionOk="0">
                  <a:moveTo>
                    <a:pt x="0" y="0"/>
                  </a:moveTo>
                  <a:lnTo>
                    <a:pt x="381" y="38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3">
              <a:extLst>
                <a:ext uri="{FF2B5EF4-FFF2-40B4-BE49-F238E27FC236}">
                  <a16:creationId xmlns:a16="http://schemas.microsoft.com/office/drawing/2014/main" id="{357341DD-0227-E16B-8BB4-6A312B96512F}"/>
                </a:ext>
              </a:extLst>
            </p:cNvPr>
            <p:cNvSpPr/>
            <p:nvPr/>
          </p:nvSpPr>
          <p:spPr>
            <a:xfrm>
              <a:off x="2288500" y="2564875"/>
              <a:ext cx="12775" cy="12600"/>
            </a:xfrm>
            <a:custGeom>
              <a:avLst/>
              <a:gdLst/>
              <a:ahLst/>
              <a:cxnLst/>
              <a:rect l="l" t="t" r="r" b="b"/>
              <a:pathLst>
                <a:path w="511" h="504" extrusionOk="0">
                  <a:moveTo>
                    <a:pt x="66" y="0"/>
                  </a:moveTo>
                  <a:cubicBezTo>
                    <a:pt x="51" y="0"/>
                    <a:pt x="37" y="7"/>
                    <a:pt x="28" y="21"/>
                  </a:cubicBezTo>
                  <a:cubicBezTo>
                    <a:pt x="0" y="40"/>
                    <a:pt x="0" y="77"/>
                    <a:pt x="28" y="105"/>
                  </a:cubicBezTo>
                  <a:lnTo>
                    <a:pt x="408" y="485"/>
                  </a:lnTo>
                  <a:cubicBezTo>
                    <a:pt x="418" y="494"/>
                    <a:pt x="436" y="503"/>
                    <a:pt x="446" y="503"/>
                  </a:cubicBezTo>
                  <a:cubicBezTo>
                    <a:pt x="464" y="503"/>
                    <a:pt x="483" y="494"/>
                    <a:pt x="492" y="485"/>
                  </a:cubicBezTo>
                  <a:cubicBezTo>
                    <a:pt x="510" y="457"/>
                    <a:pt x="510" y="420"/>
                    <a:pt x="492" y="401"/>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3">
              <a:extLst>
                <a:ext uri="{FF2B5EF4-FFF2-40B4-BE49-F238E27FC236}">
                  <a16:creationId xmlns:a16="http://schemas.microsoft.com/office/drawing/2014/main" id="{5B3BCA79-1AA9-B00C-D648-321B9657F179}"/>
                </a:ext>
              </a:extLst>
            </p:cNvPr>
            <p:cNvSpPr/>
            <p:nvPr/>
          </p:nvSpPr>
          <p:spPr>
            <a:xfrm>
              <a:off x="2241175" y="2381700"/>
              <a:ext cx="19525" cy="19525"/>
            </a:xfrm>
            <a:custGeom>
              <a:avLst/>
              <a:gdLst/>
              <a:ahLst/>
              <a:cxnLst/>
              <a:rect l="l" t="t" r="r" b="b"/>
              <a:pathLst>
                <a:path w="781" h="781" extrusionOk="0">
                  <a:moveTo>
                    <a:pt x="390" y="112"/>
                  </a:moveTo>
                  <a:cubicBezTo>
                    <a:pt x="539" y="112"/>
                    <a:pt x="659" y="233"/>
                    <a:pt x="659" y="391"/>
                  </a:cubicBezTo>
                  <a:cubicBezTo>
                    <a:pt x="659" y="539"/>
                    <a:pt x="539" y="660"/>
                    <a:pt x="390" y="660"/>
                  </a:cubicBezTo>
                  <a:cubicBezTo>
                    <a:pt x="233" y="660"/>
                    <a:pt x="112" y="539"/>
                    <a:pt x="112" y="391"/>
                  </a:cubicBezTo>
                  <a:cubicBezTo>
                    <a:pt x="112" y="233"/>
                    <a:pt x="242" y="112"/>
                    <a:pt x="390" y="112"/>
                  </a:cubicBezTo>
                  <a:close/>
                  <a:moveTo>
                    <a:pt x="390" y="1"/>
                  </a:moveTo>
                  <a:cubicBezTo>
                    <a:pt x="177" y="1"/>
                    <a:pt x="1" y="177"/>
                    <a:pt x="1" y="391"/>
                  </a:cubicBezTo>
                  <a:cubicBezTo>
                    <a:pt x="1" y="604"/>
                    <a:pt x="177" y="780"/>
                    <a:pt x="390" y="780"/>
                  </a:cubicBezTo>
                  <a:cubicBezTo>
                    <a:pt x="604" y="780"/>
                    <a:pt x="780" y="604"/>
                    <a:pt x="780" y="391"/>
                  </a:cubicBezTo>
                  <a:cubicBezTo>
                    <a:pt x="780" y="177"/>
                    <a:pt x="604" y="1"/>
                    <a:pt x="3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3">
              <a:extLst>
                <a:ext uri="{FF2B5EF4-FFF2-40B4-BE49-F238E27FC236}">
                  <a16:creationId xmlns:a16="http://schemas.microsoft.com/office/drawing/2014/main" id="{103B2A35-BD08-BBC4-969A-527EC7936DFF}"/>
                </a:ext>
              </a:extLst>
            </p:cNvPr>
            <p:cNvSpPr/>
            <p:nvPr/>
          </p:nvSpPr>
          <p:spPr>
            <a:xfrm>
              <a:off x="2330000" y="2906075"/>
              <a:ext cx="19525" cy="19500"/>
            </a:xfrm>
            <a:custGeom>
              <a:avLst/>
              <a:gdLst/>
              <a:ahLst/>
              <a:cxnLst/>
              <a:rect l="l" t="t" r="r" b="b"/>
              <a:pathLst>
                <a:path w="781" h="780" extrusionOk="0">
                  <a:moveTo>
                    <a:pt x="390" y="112"/>
                  </a:moveTo>
                  <a:cubicBezTo>
                    <a:pt x="539" y="112"/>
                    <a:pt x="659" y="232"/>
                    <a:pt x="659" y="390"/>
                  </a:cubicBezTo>
                  <a:cubicBezTo>
                    <a:pt x="659" y="539"/>
                    <a:pt x="539" y="659"/>
                    <a:pt x="390" y="659"/>
                  </a:cubicBezTo>
                  <a:cubicBezTo>
                    <a:pt x="233" y="659"/>
                    <a:pt x="112" y="539"/>
                    <a:pt x="112" y="390"/>
                  </a:cubicBezTo>
                  <a:cubicBezTo>
                    <a:pt x="112" y="232"/>
                    <a:pt x="233" y="112"/>
                    <a:pt x="390" y="112"/>
                  </a:cubicBezTo>
                  <a:close/>
                  <a:moveTo>
                    <a:pt x="390" y="0"/>
                  </a:moveTo>
                  <a:cubicBezTo>
                    <a:pt x="168" y="0"/>
                    <a:pt x="1" y="167"/>
                    <a:pt x="1" y="390"/>
                  </a:cubicBezTo>
                  <a:cubicBezTo>
                    <a:pt x="1" y="603"/>
                    <a:pt x="168" y="780"/>
                    <a:pt x="390" y="780"/>
                  </a:cubicBezTo>
                  <a:cubicBezTo>
                    <a:pt x="604" y="780"/>
                    <a:pt x="780" y="603"/>
                    <a:pt x="780" y="390"/>
                  </a:cubicBezTo>
                  <a:cubicBezTo>
                    <a:pt x="780" y="167"/>
                    <a:pt x="604" y="0"/>
                    <a:pt x="3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3">
              <a:extLst>
                <a:ext uri="{FF2B5EF4-FFF2-40B4-BE49-F238E27FC236}">
                  <a16:creationId xmlns:a16="http://schemas.microsoft.com/office/drawing/2014/main" id="{425AA7BE-03E5-41D4-4826-A393B5932508}"/>
                </a:ext>
              </a:extLst>
            </p:cNvPr>
            <p:cNvSpPr/>
            <p:nvPr/>
          </p:nvSpPr>
          <p:spPr>
            <a:xfrm>
              <a:off x="2228425" y="3186000"/>
              <a:ext cx="12550" cy="12775"/>
            </a:xfrm>
            <a:custGeom>
              <a:avLst/>
              <a:gdLst/>
              <a:ahLst/>
              <a:cxnLst/>
              <a:rect l="l" t="t" r="r" b="b"/>
              <a:pathLst>
                <a:path w="502" h="511" extrusionOk="0">
                  <a:moveTo>
                    <a:pt x="251" y="121"/>
                  </a:moveTo>
                  <a:cubicBezTo>
                    <a:pt x="325" y="121"/>
                    <a:pt x="390" y="177"/>
                    <a:pt x="390" y="251"/>
                  </a:cubicBezTo>
                  <a:cubicBezTo>
                    <a:pt x="390" y="325"/>
                    <a:pt x="325" y="390"/>
                    <a:pt x="251" y="390"/>
                  </a:cubicBezTo>
                  <a:cubicBezTo>
                    <a:pt x="177" y="390"/>
                    <a:pt x="121" y="334"/>
                    <a:pt x="121" y="251"/>
                  </a:cubicBezTo>
                  <a:cubicBezTo>
                    <a:pt x="121" y="177"/>
                    <a:pt x="177" y="121"/>
                    <a:pt x="251" y="121"/>
                  </a:cubicBezTo>
                  <a:close/>
                  <a:moveTo>
                    <a:pt x="251" y="0"/>
                  </a:moveTo>
                  <a:cubicBezTo>
                    <a:pt x="112" y="0"/>
                    <a:pt x="1" y="112"/>
                    <a:pt x="1" y="251"/>
                  </a:cubicBezTo>
                  <a:cubicBezTo>
                    <a:pt x="1" y="390"/>
                    <a:pt x="112" y="511"/>
                    <a:pt x="251" y="511"/>
                  </a:cubicBezTo>
                  <a:cubicBezTo>
                    <a:pt x="390" y="511"/>
                    <a:pt x="502" y="390"/>
                    <a:pt x="502" y="251"/>
                  </a:cubicBezTo>
                  <a:cubicBezTo>
                    <a:pt x="502" y="112"/>
                    <a:pt x="390" y="0"/>
                    <a:pt x="2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3">
              <a:extLst>
                <a:ext uri="{FF2B5EF4-FFF2-40B4-BE49-F238E27FC236}">
                  <a16:creationId xmlns:a16="http://schemas.microsoft.com/office/drawing/2014/main" id="{F3ECF5B9-B798-875E-BBC3-203BD28E8FCA}"/>
                </a:ext>
              </a:extLst>
            </p:cNvPr>
            <p:cNvSpPr/>
            <p:nvPr/>
          </p:nvSpPr>
          <p:spPr>
            <a:xfrm>
              <a:off x="1942250" y="2555875"/>
              <a:ext cx="313575" cy="313575"/>
            </a:xfrm>
            <a:custGeom>
              <a:avLst/>
              <a:gdLst/>
              <a:ahLst/>
              <a:cxnLst/>
              <a:rect l="l" t="t" r="r" b="b"/>
              <a:pathLst>
                <a:path w="12543" h="12543" extrusionOk="0">
                  <a:moveTo>
                    <a:pt x="12496" y="5196"/>
                  </a:moveTo>
                  <a:lnTo>
                    <a:pt x="11995" y="3582"/>
                  </a:lnTo>
                  <a:cubicBezTo>
                    <a:pt x="11949" y="3452"/>
                    <a:pt x="11809" y="3377"/>
                    <a:pt x="11680" y="3424"/>
                  </a:cubicBezTo>
                  <a:lnTo>
                    <a:pt x="10641" y="3748"/>
                  </a:lnTo>
                  <a:cubicBezTo>
                    <a:pt x="10529" y="3786"/>
                    <a:pt x="10418" y="3739"/>
                    <a:pt x="10353" y="3646"/>
                  </a:cubicBezTo>
                  <a:cubicBezTo>
                    <a:pt x="10130" y="3294"/>
                    <a:pt x="9861" y="2988"/>
                    <a:pt x="9564" y="2710"/>
                  </a:cubicBezTo>
                  <a:cubicBezTo>
                    <a:pt x="9481" y="2635"/>
                    <a:pt x="9462" y="2505"/>
                    <a:pt x="9518" y="2413"/>
                  </a:cubicBezTo>
                  <a:lnTo>
                    <a:pt x="10019" y="1439"/>
                  </a:lnTo>
                  <a:cubicBezTo>
                    <a:pt x="10084" y="1318"/>
                    <a:pt x="10028" y="1170"/>
                    <a:pt x="9908" y="1105"/>
                  </a:cubicBezTo>
                  <a:lnTo>
                    <a:pt x="8414" y="325"/>
                  </a:lnTo>
                  <a:cubicBezTo>
                    <a:pt x="8284" y="260"/>
                    <a:pt x="8136" y="307"/>
                    <a:pt x="8071" y="437"/>
                  </a:cubicBezTo>
                  <a:lnTo>
                    <a:pt x="7570" y="1402"/>
                  </a:lnTo>
                  <a:cubicBezTo>
                    <a:pt x="7524" y="1504"/>
                    <a:pt x="7412" y="1550"/>
                    <a:pt x="7301" y="1531"/>
                  </a:cubicBezTo>
                  <a:cubicBezTo>
                    <a:pt x="6902" y="1448"/>
                    <a:pt x="6494" y="1411"/>
                    <a:pt x="6076" y="1420"/>
                  </a:cubicBezTo>
                  <a:cubicBezTo>
                    <a:pt x="5965" y="1429"/>
                    <a:pt x="5863" y="1355"/>
                    <a:pt x="5835" y="1253"/>
                  </a:cubicBezTo>
                  <a:lnTo>
                    <a:pt x="5501" y="214"/>
                  </a:lnTo>
                  <a:cubicBezTo>
                    <a:pt x="5464" y="75"/>
                    <a:pt x="5325" y="1"/>
                    <a:pt x="5186" y="47"/>
                  </a:cubicBezTo>
                  <a:lnTo>
                    <a:pt x="3581" y="557"/>
                  </a:lnTo>
                  <a:cubicBezTo>
                    <a:pt x="3451" y="594"/>
                    <a:pt x="3377" y="734"/>
                    <a:pt x="3414" y="873"/>
                  </a:cubicBezTo>
                  <a:lnTo>
                    <a:pt x="3748" y="1912"/>
                  </a:lnTo>
                  <a:cubicBezTo>
                    <a:pt x="3776" y="2014"/>
                    <a:pt x="3739" y="2134"/>
                    <a:pt x="3646" y="2190"/>
                  </a:cubicBezTo>
                  <a:cubicBezTo>
                    <a:pt x="3293" y="2422"/>
                    <a:pt x="2978" y="2682"/>
                    <a:pt x="2700" y="2979"/>
                  </a:cubicBezTo>
                  <a:cubicBezTo>
                    <a:pt x="2625" y="3062"/>
                    <a:pt x="2505" y="3081"/>
                    <a:pt x="2403" y="3034"/>
                  </a:cubicBezTo>
                  <a:lnTo>
                    <a:pt x="1438" y="2533"/>
                  </a:lnTo>
                  <a:cubicBezTo>
                    <a:pt x="1317" y="2468"/>
                    <a:pt x="1169" y="2515"/>
                    <a:pt x="1104" y="2635"/>
                  </a:cubicBezTo>
                  <a:lnTo>
                    <a:pt x="325" y="4138"/>
                  </a:lnTo>
                  <a:cubicBezTo>
                    <a:pt x="260" y="4259"/>
                    <a:pt x="306" y="4407"/>
                    <a:pt x="427" y="4472"/>
                  </a:cubicBezTo>
                  <a:lnTo>
                    <a:pt x="1401" y="4973"/>
                  </a:lnTo>
                  <a:cubicBezTo>
                    <a:pt x="1494" y="5029"/>
                    <a:pt x="1549" y="5140"/>
                    <a:pt x="1531" y="5251"/>
                  </a:cubicBezTo>
                  <a:cubicBezTo>
                    <a:pt x="1438" y="5641"/>
                    <a:pt x="1401" y="6058"/>
                    <a:pt x="1419" y="6467"/>
                  </a:cubicBezTo>
                  <a:cubicBezTo>
                    <a:pt x="1429" y="6578"/>
                    <a:pt x="1355" y="6680"/>
                    <a:pt x="1243" y="6717"/>
                  </a:cubicBezTo>
                  <a:lnTo>
                    <a:pt x="204" y="7042"/>
                  </a:lnTo>
                  <a:cubicBezTo>
                    <a:pt x="74" y="7088"/>
                    <a:pt x="0" y="7227"/>
                    <a:pt x="47" y="7357"/>
                  </a:cubicBezTo>
                  <a:lnTo>
                    <a:pt x="557" y="8971"/>
                  </a:lnTo>
                  <a:cubicBezTo>
                    <a:pt x="594" y="9101"/>
                    <a:pt x="733" y="9175"/>
                    <a:pt x="863" y="9129"/>
                  </a:cubicBezTo>
                  <a:lnTo>
                    <a:pt x="1902" y="8804"/>
                  </a:lnTo>
                  <a:cubicBezTo>
                    <a:pt x="2013" y="8767"/>
                    <a:pt x="2134" y="8804"/>
                    <a:pt x="2189" y="8906"/>
                  </a:cubicBezTo>
                  <a:cubicBezTo>
                    <a:pt x="2412" y="9250"/>
                    <a:pt x="2681" y="9565"/>
                    <a:pt x="2978" y="9843"/>
                  </a:cubicBezTo>
                  <a:cubicBezTo>
                    <a:pt x="3061" y="9917"/>
                    <a:pt x="3080" y="10038"/>
                    <a:pt x="3034" y="10140"/>
                  </a:cubicBezTo>
                  <a:lnTo>
                    <a:pt x="2523" y="11105"/>
                  </a:lnTo>
                  <a:cubicBezTo>
                    <a:pt x="2468" y="11225"/>
                    <a:pt x="2514" y="11383"/>
                    <a:pt x="2635" y="11448"/>
                  </a:cubicBezTo>
                  <a:lnTo>
                    <a:pt x="4128" y="12227"/>
                  </a:lnTo>
                  <a:cubicBezTo>
                    <a:pt x="4258" y="12283"/>
                    <a:pt x="4407" y="12237"/>
                    <a:pt x="4472" y="12116"/>
                  </a:cubicBezTo>
                  <a:lnTo>
                    <a:pt x="4972" y="11151"/>
                  </a:lnTo>
                  <a:cubicBezTo>
                    <a:pt x="5028" y="11049"/>
                    <a:pt x="5139" y="10994"/>
                    <a:pt x="5241" y="11021"/>
                  </a:cubicBezTo>
                  <a:cubicBezTo>
                    <a:pt x="5640" y="11105"/>
                    <a:pt x="6049" y="11142"/>
                    <a:pt x="6466" y="11123"/>
                  </a:cubicBezTo>
                  <a:cubicBezTo>
                    <a:pt x="6577" y="11123"/>
                    <a:pt x="6679" y="11198"/>
                    <a:pt x="6716" y="11300"/>
                  </a:cubicBezTo>
                  <a:lnTo>
                    <a:pt x="7041" y="12339"/>
                  </a:lnTo>
                  <a:cubicBezTo>
                    <a:pt x="7078" y="12469"/>
                    <a:pt x="7227" y="12543"/>
                    <a:pt x="7357" y="12506"/>
                  </a:cubicBezTo>
                  <a:lnTo>
                    <a:pt x="8961" y="11995"/>
                  </a:lnTo>
                  <a:cubicBezTo>
                    <a:pt x="9101" y="11949"/>
                    <a:pt x="9166" y="11810"/>
                    <a:pt x="9128" y="11680"/>
                  </a:cubicBezTo>
                  <a:lnTo>
                    <a:pt x="8804" y="10641"/>
                  </a:lnTo>
                  <a:cubicBezTo>
                    <a:pt x="8767" y="10539"/>
                    <a:pt x="8804" y="10418"/>
                    <a:pt x="8896" y="10353"/>
                  </a:cubicBezTo>
                  <a:cubicBezTo>
                    <a:pt x="9249" y="10131"/>
                    <a:pt x="9564" y="9871"/>
                    <a:pt x="9843" y="9565"/>
                  </a:cubicBezTo>
                  <a:cubicBezTo>
                    <a:pt x="9917" y="9481"/>
                    <a:pt x="10038" y="9463"/>
                    <a:pt x="10140" y="9519"/>
                  </a:cubicBezTo>
                  <a:lnTo>
                    <a:pt x="11104" y="10020"/>
                  </a:lnTo>
                  <a:cubicBezTo>
                    <a:pt x="11225" y="10084"/>
                    <a:pt x="11373" y="10038"/>
                    <a:pt x="11438" y="9917"/>
                  </a:cubicBezTo>
                  <a:lnTo>
                    <a:pt x="12218" y="8415"/>
                  </a:lnTo>
                  <a:cubicBezTo>
                    <a:pt x="12282" y="8294"/>
                    <a:pt x="12236" y="8136"/>
                    <a:pt x="12116" y="8081"/>
                  </a:cubicBezTo>
                  <a:lnTo>
                    <a:pt x="11141" y="7570"/>
                  </a:lnTo>
                  <a:cubicBezTo>
                    <a:pt x="11049" y="7524"/>
                    <a:pt x="10993" y="7413"/>
                    <a:pt x="11012" y="7301"/>
                  </a:cubicBezTo>
                  <a:cubicBezTo>
                    <a:pt x="11104" y="6903"/>
                    <a:pt x="11141" y="6494"/>
                    <a:pt x="11123" y="6077"/>
                  </a:cubicBezTo>
                  <a:cubicBezTo>
                    <a:pt x="11114" y="5966"/>
                    <a:pt x="11188" y="5873"/>
                    <a:pt x="11299" y="5836"/>
                  </a:cubicBezTo>
                  <a:lnTo>
                    <a:pt x="12338" y="5511"/>
                  </a:lnTo>
                  <a:cubicBezTo>
                    <a:pt x="12468" y="5465"/>
                    <a:pt x="12542" y="5326"/>
                    <a:pt x="12496" y="5196"/>
                  </a:cubicBezTo>
                  <a:close/>
                  <a:moveTo>
                    <a:pt x="7088" y="8869"/>
                  </a:moveTo>
                  <a:cubicBezTo>
                    <a:pt x="5371" y="9361"/>
                    <a:pt x="3637" y="8211"/>
                    <a:pt x="3423" y="6439"/>
                  </a:cubicBezTo>
                  <a:cubicBezTo>
                    <a:pt x="3247" y="5047"/>
                    <a:pt x="4138" y="3711"/>
                    <a:pt x="5483" y="3331"/>
                  </a:cubicBezTo>
                  <a:cubicBezTo>
                    <a:pt x="7199" y="2839"/>
                    <a:pt x="8934" y="3990"/>
                    <a:pt x="9147" y="5752"/>
                  </a:cubicBezTo>
                  <a:cubicBezTo>
                    <a:pt x="9314" y="7144"/>
                    <a:pt x="8433" y="8480"/>
                    <a:pt x="7088" y="886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3">
              <a:extLst>
                <a:ext uri="{FF2B5EF4-FFF2-40B4-BE49-F238E27FC236}">
                  <a16:creationId xmlns:a16="http://schemas.microsoft.com/office/drawing/2014/main" id="{698CEBA9-7D73-823D-B5EC-29378D750664}"/>
                </a:ext>
              </a:extLst>
            </p:cNvPr>
            <p:cNvSpPr/>
            <p:nvPr/>
          </p:nvSpPr>
          <p:spPr>
            <a:xfrm>
              <a:off x="1942250" y="2548100"/>
              <a:ext cx="313575" cy="312075"/>
            </a:xfrm>
            <a:custGeom>
              <a:avLst/>
              <a:gdLst/>
              <a:ahLst/>
              <a:cxnLst/>
              <a:rect l="l" t="t" r="r" b="b"/>
              <a:pathLst>
                <a:path w="12543" h="12483" extrusionOk="0">
                  <a:moveTo>
                    <a:pt x="6281" y="3179"/>
                  </a:moveTo>
                  <a:cubicBezTo>
                    <a:pt x="7703" y="3179"/>
                    <a:pt x="8967" y="4225"/>
                    <a:pt x="9147" y="5720"/>
                  </a:cubicBezTo>
                  <a:cubicBezTo>
                    <a:pt x="9314" y="7112"/>
                    <a:pt x="8433" y="8447"/>
                    <a:pt x="7088" y="8837"/>
                  </a:cubicBezTo>
                  <a:cubicBezTo>
                    <a:pt x="6820" y="8912"/>
                    <a:pt x="6552" y="8948"/>
                    <a:pt x="6289" y="8948"/>
                  </a:cubicBezTo>
                  <a:cubicBezTo>
                    <a:pt x="4867" y="8948"/>
                    <a:pt x="3603" y="7902"/>
                    <a:pt x="3423" y="6406"/>
                  </a:cubicBezTo>
                  <a:cubicBezTo>
                    <a:pt x="3247" y="5015"/>
                    <a:pt x="4138" y="3679"/>
                    <a:pt x="5483" y="3290"/>
                  </a:cubicBezTo>
                  <a:cubicBezTo>
                    <a:pt x="5750" y="3214"/>
                    <a:pt x="6019" y="3179"/>
                    <a:pt x="6281" y="3179"/>
                  </a:cubicBezTo>
                  <a:close/>
                  <a:moveTo>
                    <a:pt x="5270" y="1"/>
                  </a:moveTo>
                  <a:cubicBezTo>
                    <a:pt x="5242" y="1"/>
                    <a:pt x="5214" y="5"/>
                    <a:pt x="5186" y="15"/>
                  </a:cubicBezTo>
                  <a:lnTo>
                    <a:pt x="3581" y="525"/>
                  </a:lnTo>
                  <a:cubicBezTo>
                    <a:pt x="3451" y="562"/>
                    <a:pt x="3377" y="701"/>
                    <a:pt x="3414" y="840"/>
                  </a:cubicBezTo>
                  <a:lnTo>
                    <a:pt x="3748" y="1879"/>
                  </a:lnTo>
                  <a:cubicBezTo>
                    <a:pt x="3776" y="1982"/>
                    <a:pt x="3739" y="2102"/>
                    <a:pt x="3646" y="2158"/>
                  </a:cubicBezTo>
                  <a:cubicBezTo>
                    <a:pt x="3293" y="2380"/>
                    <a:pt x="2978" y="2649"/>
                    <a:pt x="2700" y="2946"/>
                  </a:cubicBezTo>
                  <a:cubicBezTo>
                    <a:pt x="2652" y="3000"/>
                    <a:pt x="2585" y="3027"/>
                    <a:pt x="2516" y="3027"/>
                  </a:cubicBezTo>
                  <a:cubicBezTo>
                    <a:pt x="2478" y="3027"/>
                    <a:pt x="2439" y="3019"/>
                    <a:pt x="2403" y="3002"/>
                  </a:cubicBezTo>
                  <a:lnTo>
                    <a:pt x="1438" y="2501"/>
                  </a:lnTo>
                  <a:cubicBezTo>
                    <a:pt x="1401" y="2481"/>
                    <a:pt x="1361" y="2472"/>
                    <a:pt x="1322" y="2472"/>
                  </a:cubicBezTo>
                  <a:cubicBezTo>
                    <a:pt x="1234" y="2472"/>
                    <a:pt x="1149" y="2520"/>
                    <a:pt x="1104" y="2603"/>
                  </a:cubicBezTo>
                  <a:lnTo>
                    <a:pt x="325" y="4106"/>
                  </a:lnTo>
                  <a:cubicBezTo>
                    <a:pt x="260" y="4226"/>
                    <a:pt x="306" y="4375"/>
                    <a:pt x="427" y="4440"/>
                  </a:cubicBezTo>
                  <a:lnTo>
                    <a:pt x="1401" y="4941"/>
                  </a:lnTo>
                  <a:cubicBezTo>
                    <a:pt x="1494" y="4996"/>
                    <a:pt x="1549" y="5108"/>
                    <a:pt x="1531" y="5210"/>
                  </a:cubicBezTo>
                  <a:cubicBezTo>
                    <a:pt x="1438" y="5609"/>
                    <a:pt x="1401" y="6026"/>
                    <a:pt x="1419" y="6434"/>
                  </a:cubicBezTo>
                  <a:cubicBezTo>
                    <a:pt x="1429" y="6546"/>
                    <a:pt x="1355" y="6648"/>
                    <a:pt x="1243" y="6685"/>
                  </a:cubicBezTo>
                  <a:lnTo>
                    <a:pt x="204" y="7009"/>
                  </a:lnTo>
                  <a:cubicBezTo>
                    <a:pt x="74" y="7056"/>
                    <a:pt x="0" y="7195"/>
                    <a:pt x="47" y="7325"/>
                  </a:cubicBezTo>
                  <a:lnTo>
                    <a:pt x="557" y="8930"/>
                  </a:lnTo>
                  <a:cubicBezTo>
                    <a:pt x="587" y="9043"/>
                    <a:pt x="685" y="9107"/>
                    <a:pt x="790" y="9107"/>
                  </a:cubicBezTo>
                  <a:cubicBezTo>
                    <a:pt x="814" y="9107"/>
                    <a:pt x="839" y="9104"/>
                    <a:pt x="863" y="9097"/>
                  </a:cubicBezTo>
                  <a:lnTo>
                    <a:pt x="1902" y="8772"/>
                  </a:lnTo>
                  <a:cubicBezTo>
                    <a:pt x="1931" y="8762"/>
                    <a:pt x="1960" y="8758"/>
                    <a:pt x="1989" y="8758"/>
                  </a:cubicBezTo>
                  <a:cubicBezTo>
                    <a:pt x="2071" y="8758"/>
                    <a:pt x="2148" y="8796"/>
                    <a:pt x="2189" y="8865"/>
                  </a:cubicBezTo>
                  <a:cubicBezTo>
                    <a:pt x="2412" y="9217"/>
                    <a:pt x="2681" y="9533"/>
                    <a:pt x="2978" y="9811"/>
                  </a:cubicBezTo>
                  <a:cubicBezTo>
                    <a:pt x="3061" y="9885"/>
                    <a:pt x="3080" y="10006"/>
                    <a:pt x="3034" y="10108"/>
                  </a:cubicBezTo>
                  <a:lnTo>
                    <a:pt x="2523" y="11073"/>
                  </a:lnTo>
                  <a:cubicBezTo>
                    <a:pt x="2468" y="11193"/>
                    <a:pt x="2514" y="11351"/>
                    <a:pt x="2635" y="11407"/>
                  </a:cubicBezTo>
                  <a:lnTo>
                    <a:pt x="4128" y="12186"/>
                  </a:lnTo>
                  <a:cubicBezTo>
                    <a:pt x="4168" y="12206"/>
                    <a:pt x="4210" y="12215"/>
                    <a:pt x="4250" y="12215"/>
                  </a:cubicBezTo>
                  <a:cubicBezTo>
                    <a:pt x="4342" y="12215"/>
                    <a:pt x="4427" y="12167"/>
                    <a:pt x="4472" y="12084"/>
                  </a:cubicBezTo>
                  <a:lnTo>
                    <a:pt x="4972" y="11119"/>
                  </a:lnTo>
                  <a:cubicBezTo>
                    <a:pt x="5018" y="11035"/>
                    <a:pt x="5103" y="10982"/>
                    <a:pt x="5188" y="10982"/>
                  </a:cubicBezTo>
                  <a:cubicBezTo>
                    <a:pt x="5206" y="10982"/>
                    <a:pt x="5224" y="10984"/>
                    <a:pt x="5241" y="10989"/>
                  </a:cubicBezTo>
                  <a:cubicBezTo>
                    <a:pt x="5573" y="11059"/>
                    <a:pt x="5911" y="11096"/>
                    <a:pt x="6255" y="11096"/>
                  </a:cubicBezTo>
                  <a:cubicBezTo>
                    <a:pt x="6325" y="11096"/>
                    <a:pt x="6395" y="11094"/>
                    <a:pt x="6466" y="11091"/>
                  </a:cubicBezTo>
                  <a:cubicBezTo>
                    <a:pt x="6577" y="11091"/>
                    <a:pt x="6679" y="11156"/>
                    <a:pt x="6716" y="11267"/>
                  </a:cubicBezTo>
                  <a:lnTo>
                    <a:pt x="7041" y="12306"/>
                  </a:lnTo>
                  <a:cubicBezTo>
                    <a:pt x="7072" y="12414"/>
                    <a:pt x="7178" y="12483"/>
                    <a:pt x="7288" y="12483"/>
                  </a:cubicBezTo>
                  <a:cubicBezTo>
                    <a:pt x="7311" y="12483"/>
                    <a:pt x="7334" y="12480"/>
                    <a:pt x="7357" y="12473"/>
                  </a:cubicBezTo>
                  <a:lnTo>
                    <a:pt x="8961" y="11963"/>
                  </a:lnTo>
                  <a:cubicBezTo>
                    <a:pt x="9101" y="11917"/>
                    <a:pt x="9166" y="11778"/>
                    <a:pt x="9128" y="11648"/>
                  </a:cubicBezTo>
                  <a:lnTo>
                    <a:pt x="8804" y="10609"/>
                  </a:lnTo>
                  <a:cubicBezTo>
                    <a:pt x="8767" y="10497"/>
                    <a:pt x="8804" y="10386"/>
                    <a:pt x="8896" y="10321"/>
                  </a:cubicBezTo>
                  <a:cubicBezTo>
                    <a:pt x="9249" y="10099"/>
                    <a:pt x="9564" y="9830"/>
                    <a:pt x="9843" y="9533"/>
                  </a:cubicBezTo>
                  <a:cubicBezTo>
                    <a:pt x="9888" y="9481"/>
                    <a:pt x="9952" y="9455"/>
                    <a:pt x="10017" y="9455"/>
                  </a:cubicBezTo>
                  <a:cubicBezTo>
                    <a:pt x="10058" y="9455"/>
                    <a:pt x="10100" y="9465"/>
                    <a:pt x="10140" y="9486"/>
                  </a:cubicBezTo>
                  <a:lnTo>
                    <a:pt x="11104" y="9987"/>
                  </a:lnTo>
                  <a:cubicBezTo>
                    <a:pt x="11141" y="10007"/>
                    <a:pt x="11180" y="10016"/>
                    <a:pt x="11219" y="10016"/>
                  </a:cubicBezTo>
                  <a:cubicBezTo>
                    <a:pt x="11307" y="10016"/>
                    <a:pt x="11393" y="9966"/>
                    <a:pt x="11438" y="9876"/>
                  </a:cubicBezTo>
                  <a:lnTo>
                    <a:pt x="12218" y="8382"/>
                  </a:lnTo>
                  <a:cubicBezTo>
                    <a:pt x="12282" y="8262"/>
                    <a:pt x="12236" y="8104"/>
                    <a:pt x="12116" y="8039"/>
                  </a:cubicBezTo>
                  <a:lnTo>
                    <a:pt x="11141" y="7538"/>
                  </a:lnTo>
                  <a:cubicBezTo>
                    <a:pt x="11049" y="7492"/>
                    <a:pt x="10993" y="7381"/>
                    <a:pt x="11012" y="7269"/>
                  </a:cubicBezTo>
                  <a:cubicBezTo>
                    <a:pt x="11104" y="6870"/>
                    <a:pt x="11141" y="6462"/>
                    <a:pt x="11123" y="6045"/>
                  </a:cubicBezTo>
                  <a:cubicBezTo>
                    <a:pt x="11114" y="5933"/>
                    <a:pt x="11188" y="5831"/>
                    <a:pt x="11299" y="5804"/>
                  </a:cubicBezTo>
                  <a:lnTo>
                    <a:pt x="12338" y="5470"/>
                  </a:lnTo>
                  <a:cubicBezTo>
                    <a:pt x="12468" y="5432"/>
                    <a:pt x="12542" y="5293"/>
                    <a:pt x="12496" y="5154"/>
                  </a:cubicBezTo>
                  <a:lnTo>
                    <a:pt x="11995" y="3549"/>
                  </a:lnTo>
                  <a:cubicBezTo>
                    <a:pt x="11957" y="3442"/>
                    <a:pt x="11855" y="3373"/>
                    <a:pt x="11748" y="3373"/>
                  </a:cubicBezTo>
                  <a:cubicBezTo>
                    <a:pt x="11725" y="3373"/>
                    <a:pt x="11702" y="3376"/>
                    <a:pt x="11680" y="3382"/>
                  </a:cubicBezTo>
                  <a:lnTo>
                    <a:pt x="10641" y="3716"/>
                  </a:lnTo>
                  <a:cubicBezTo>
                    <a:pt x="10616" y="3722"/>
                    <a:pt x="10592" y="3725"/>
                    <a:pt x="10568" y="3725"/>
                  </a:cubicBezTo>
                  <a:cubicBezTo>
                    <a:pt x="10483" y="3725"/>
                    <a:pt x="10404" y="3687"/>
                    <a:pt x="10353" y="3614"/>
                  </a:cubicBezTo>
                  <a:cubicBezTo>
                    <a:pt x="10130" y="3262"/>
                    <a:pt x="9861" y="2946"/>
                    <a:pt x="9564" y="2677"/>
                  </a:cubicBezTo>
                  <a:cubicBezTo>
                    <a:pt x="9481" y="2594"/>
                    <a:pt x="9462" y="2473"/>
                    <a:pt x="9518" y="2380"/>
                  </a:cubicBezTo>
                  <a:lnTo>
                    <a:pt x="10019" y="1406"/>
                  </a:lnTo>
                  <a:cubicBezTo>
                    <a:pt x="10084" y="1286"/>
                    <a:pt x="10028" y="1137"/>
                    <a:pt x="9908" y="1072"/>
                  </a:cubicBezTo>
                  <a:lnTo>
                    <a:pt x="8414" y="293"/>
                  </a:lnTo>
                  <a:cubicBezTo>
                    <a:pt x="8374" y="273"/>
                    <a:pt x="8333" y="264"/>
                    <a:pt x="8292" y="264"/>
                  </a:cubicBezTo>
                  <a:cubicBezTo>
                    <a:pt x="8201" y="264"/>
                    <a:pt x="8116" y="312"/>
                    <a:pt x="8071" y="395"/>
                  </a:cubicBezTo>
                  <a:lnTo>
                    <a:pt x="7570" y="1369"/>
                  </a:lnTo>
                  <a:cubicBezTo>
                    <a:pt x="7530" y="1450"/>
                    <a:pt x="7440" y="1503"/>
                    <a:pt x="7344" y="1503"/>
                  </a:cubicBezTo>
                  <a:cubicBezTo>
                    <a:pt x="7330" y="1503"/>
                    <a:pt x="7315" y="1502"/>
                    <a:pt x="7301" y="1499"/>
                  </a:cubicBezTo>
                  <a:cubicBezTo>
                    <a:pt x="6950" y="1417"/>
                    <a:pt x="6591" y="1386"/>
                    <a:pt x="6226" y="1386"/>
                  </a:cubicBezTo>
                  <a:cubicBezTo>
                    <a:pt x="6176" y="1386"/>
                    <a:pt x="6126" y="1387"/>
                    <a:pt x="6076" y="1388"/>
                  </a:cubicBezTo>
                  <a:cubicBezTo>
                    <a:pt x="6070" y="1388"/>
                    <a:pt x="6064" y="1389"/>
                    <a:pt x="6058" y="1389"/>
                  </a:cubicBezTo>
                  <a:cubicBezTo>
                    <a:pt x="5954" y="1389"/>
                    <a:pt x="5861" y="1317"/>
                    <a:pt x="5835" y="1212"/>
                  </a:cubicBezTo>
                  <a:lnTo>
                    <a:pt x="5501" y="173"/>
                  </a:lnTo>
                  <a:cubicBezTo>
                    <a:pt x="5472" y="69"/>
                    <a:pt x="5377" y="1"/>
                    <a:pt x="52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3">
              <a:extLst>
                <a:ext uri="{FF2B5EF4-FFF2-40B4-BE49-F238E27FC236}">
                  <a16:creationId xmlns:a16="http://schemas.microsoft.com/office/drawing/2014/main" id="{7750810A-AE44-77B4-6765-811071E3FD0C}"/>
                </a:ext>
              </a:extLst>
            </p:cNvPr>
            <p:cNvSpPr/>
            <p:nvPr/>
          </p:nvSpPr>
          <p:spPr>
            <a:xfrm>
              <a:off x="1942925" y="2533050"/>
              <a:ext cx="313600" cy="311950"/>
            </a:xfrm>
            <a:custGeom>
              <a:avLst/>
              <a:gdLst/>
              <a:ahLst/>
              <a:cxnLst/>
              <a:rect l="l" t="t" r="r" b="b"/>
              <a:pathLst>
                <a:path w="12544" h="12478" extrusionOk="0">
                  <a:moveTo>
                    <a:pt x="6287" y="3341"/>
                  </a:moveTo>
                  <a:cubicBezTo>
                    <a:pt x="7702" y="3341"/>
                    <a:pt x="8968" y="4392"/>
                    <a:pt x="9148" y="5877"/>
                  </a:cubicBezTo>
                  <a:cubicBezTo>
                    <a:pt x="9315" y="7268"/>
                    <a:pt x="8433" y="8604"/>
                    <a:pt x="7088" y="8994"/>
                  </a:cubicBezTo>
                  <a:cubicBezTo>
                    <a:pt x="6818" y="9071"/>
                    <a:pt x="6548" y="9108"/>
                    <a:pt x="6283" y="9108"/>
                  </a:cubicBezTo>
                  <a:cubicBezTo>
                    <a:pt x="4864" y="9108"/>
                    <a:pt x="3604" y="8056"/>
                    <a:pt x="3424" y="6563"/>
                  </a:cubicBezTo>
                  <a:cubicBezTo>
                    <a:pt x="3248" y="5172"/>
                    <a:pt x="4138" y="3836"/>
                    <a:pt x="5484" y="3456"/>
                  </a:cubicBezTo>
                  <a:cubicBezTo>
                    <a:pt x="5752" y="3378"/>
                    <a:pt x="6022" y="3341"/>
                    <a:pt x="6287" y="3341"/>
                  </a:cubicBezTo>
                  <a:close/>
                  <a:moveTo>
                    <a:pt x="5271" y="0"/>
                  </a:moveTo>
                  <a:cubicBezTo>
                    <a:pt x="5243" y="0"/>
                    <a:pt x="5215" y="4"/>
                    <a:pt x="5187" y="14"/>
                  </a:cubicBezTo>
                  <a:lnTo>
                    <a:pt x="3582" y="524"/>
                  </a:lnTo>
                  <a:cubicBezTo>
                    <a:pt x="3452" y="561"/>
                    <a:pt x="3378" y="700"/>
                    <a:pt x="3415" y="840"/>
                  </a:cubicBezTo>
                  <a:lnTo>
                    <a:pt x="3749" y="1879"/>
                  </a:lnTo>
                  <a:cubicBezTo>
                    <a:pt x="3777" y="1981"/>
                    <a:pt x="3739" y="2101"/>
                    <a:pt x="3647" y="2157"/>
                  </a:cubicBezTo>
                  <a:cubicBezTo>
                    <a:pt x="3294" y="2379"/>
                    <a:pt x="2979" y="2648"/>
                    <a:pt x="2700" y="2945"/>
                  </a:cubicBezTo>
                  <a:cubicBezTo>
                    <a:pt x="2653" y="2999"/>
                    <a:pt x="2586" y="3026"/>
                    <a:pt x="2517" y="3026"/>
                  </a:cubicBezTo>
                  <a:cubicBezTo>
                    <a:pt x="2479" y="3026"/>
                    <a:pt x="2440" y="3018"/>
                    <a:pt x="2404" y="3001"/>
                  </a:cubicBezTo>
                  <a:lnTo>
                    <a:pt x="1439" y="2500"/>
                  </a:lnTo>
                  <a:cubicBezTo>
                    <a:pt x="1402" y="2480"/>
                    <a:pt x="1362" y="2471"/>
                    <a:pt x="1323" y="2471"/>
                  </a:cubicBezTo>
                  <a:cubicBezTo>
                    <a:pt x="1235" y="2471"/>
                    <a:pt x="1150" y="2519"/>
                    <a:pt x="1105" y="2602"/>
                  </a:cubicBezTo>
                  <a:lnTo>
                    <a:pt x="326" y="4096"/>
                  </a:lnTo>
                  <a:cubicBezTo>
                    <a:pt x="261" y="4225"/>
                    <a:pt x="307" y="4374"/>
                    <a:pt x="428" y="4439"/>
                  </a:cubicBezTo>
                  <a:lnTo>
                    <a:pt x="1402" y="4940"/>
                  </a:lnTo>
                  <a:cubicBezTo>
                    <a:pt x="1495" y="4995"/>
                    <a:pt x="1550" y="5107"/>
                    <a:pt x="1532" y="5209"/>
                  </a:cubicBezTo>
                  <a:cubicBezTo>
                    <a:pt x="1439" y="5608"/>
                    <a:pt x="1402" y="6016"/>
                    <a:pt x="1420" y="6433"/>
                  </a:cubicBezTo>
                  <a:cubicBezTo>
                    <a:pt x="1430" y="6545"/>
                    <a:pt x="1355" y="6647"/>
                    <a:pt x="1244" y="6684"/>
                  </a:cubicBezTo>
                  <a:lnTo>
                    <a:pt x="205" y="7008"/>
                  </a:lnTo>
                  <a:cubicBezTo>
                    <a:pt x="75" y="7046"/>
                    <a:pt x="1" y="7194"/>
                    <a:pt x="47" y="7324"/>
                  </a:cubicBezTo>
                  <a:lnTo>
                    <a:pt x="558" y="8929"/>
                  </a:lnTo>
                  <a:cubicBezTo>
                    <a:pt x="588" y="9042"/>
                    <a:pt x="685" y="9106"/>
                    <a:pt x="791" y="9106"/>
                  </a:cubicBezTo>
                  <a:cubicBezTo>
                    <a:pt x="815" y="9106"/>
                    <a:pt x="839" y="9103"/>
                    <a:pt x="864" y="9096"/>
                  </a:cubicBezTo>
                  <a:lnTo>
                    <a:pt x="1903" y="8771"/>
                  </a:lnTo>
                  <a:cubicBezTo>
                    <a:pt x="1931" y="8761"/>
                    <a:pt x="1961" y="8757"/>
                    <a:pt x="1990" y="8757"/>
                  </a:cubicBezTo>
                  <a:cubicBezTo>
                    <a:pt x="2072" y="8757"/>
                    <a:pt x="2149" y="8795"/>
                    <a:pt x="2190" y="8864"/>
                  </a:cubicBezTo>
                  <a:cubicBezTo>
                    <a:pt x="2413" y="9216"/>
                    <a:pt x="2682" y="9532"/>
                    <a:pt x="2979" y="9810"/>
                  </a:cubicBezTo>
                  <a:cubicBezTo>
                    <a:pt x="3062" y="9884"/>
                    <a:pt x="3081" y="10005"/>
                    <a:pt x="3034" y="10107"/>
                  </a:cubicBezTo>
                  <a:lnTo>
                    <a:pt x="2524" y="11072"/>
                  </a:lnTo>
                  <a:cubicBezTo>
                    <a:pt x="2469" y="11192"/>
                    <a:pt x="2515" y="11341"/>
                    <a:pt x="2636" y="11406"/>
                  </a:cubicBezTo>
                  <a:lnTo>
                    <a:pt x="4129" y="12185"/>
                  </a:lnTo>
                  <a:cubicBezTo>
                    <a:pt x="4169" y="12205"/>
                    <a:pt x="4211" y="12214"/>
                    <a:pt x="4251" y="12214"/>
                  </a:cubicBezTo>
                  <a:cubicBezTo>
                    <a:pt x="4342" y="12214"/>
                    <a:pt x="4427" y="12166"/>
                    <a:pt x="4472" y="12083"/>
                  </a:cubicBezTo>
                  <a:lnTo>
                    <a:pt x="4973" y="11109"/>
                  </a:lnTo>
                  <a:cubicBezTo>
                    <a:pt x="5022" y="11028"/>
                    <a:pt x="5112" y="10975"/>
                    <a:pt x="5202" y="10975"/>
                  </a:cubicBezTo>
                  <a:cubicBezTo>
                    <a:pt x="5216" y="10975"/>
                    <a:pt x="5229" y="10976"/>
                    <a:pt x="5242" y="10979"/>
                  </a:cubicBezTo>
                  <a:cubicBezTo>
                    <a:pt x="5575" y="11056"/>
                    <a:pt x="5914" y="11095"/>
                    <a:pt x="6259" y="11095"/>
                  </a:cubicBezTo>
                  <a:cubicBezTo>
                    <a:pt x="6328" y="11095"/>
                    <a:pt x="6397" y="11093"/>
                    <a:pt x="6467" y="11090"/>
                  </a:cubicBezTo>
                  <a:cubicBezTo>
                    <a:pt x="6473" y="11090"/>
                    <a:pt x="6479" y="11089"/>
                    <a:pt x="6486" y="11089"/>
                  </a:cubicBezTo>
                  <a:cubicBezTo>
                    <a:pt x="6589" y="11089"/>
                    <a:pt x="6682" y="11161"/>
                    <a:pt x="6717" y="11266"/>
                  </a:cubicBezTo>
                  <a:lnTo>
                    <a:pt x="7042" y="12305"/>
                  </a:lnTo>
                  <a:cubicBezTo>
                    <a:pt x="7072" y="12409"/>
                    <a:pt x="7172" y="12477"/>
                    <a:pt x="7277" y="12477"/>
                  </a:cubicBezTo>
                  <a:cubicBezTo>
                    <a:pt x="7304" y="12477"/>
                    <a:pt x="7331" y="12473"/>
                    <a:pt x="7357" y="12463"/>
                  </a:cubicBezTo>
                  <a:lnTo>
                    <a:pt x="8962" y="11962"/>
                  </a:lnTo>
                  <a:cubicBezTo>
                    <a:pt x="9101" y="11916"/>
                    <a:pt x="9166" y="11777"/>
                    <a:pt x="9129" y="11647"/>
                  </a:cubicBezTo>
                  <a:lnTo>
                    <a:pt x="8805" y="10608"/>
                  </a:lnTo>
                  <a:cubicBezTo>
                    <a:pt x="8767" y="10497"/>
                    <a:pt x="8805" y="10385"/>
                    <a:pt x="8897" y="10320"/>
                  </a:cubicBezTo>
                  <a:cubicBezTo>
                    <a:pt x="9250" y="10098"/>
                    <a:pt x="9565" y="9829"/>
                    <a:pt x="9844" y="9532"/>
                  </a:cubicBezTo>
                  <a:cubicBezTo>
                    <a:pt x="9889" y="9480"/>
                    <a:pt x="9953" y="9454"/>
                    <a:pt x="10018" y="9454"/>
                  </a:cubicBezTo>
                  <a:cubicBezTo>
                    <a:pt x="10059" y="9454"/>
                    <a:pt x="10101" y="9464"/>
                    <a:pt x="10140" y="9485"/>
                  </a:cubicBezTo>
                  <a:lnTo>
                    <a:pt x="11105" y="9986"/>
                  </a:lnTo>
                  <a:cubicBezTo>
                    <a:pt x="11142" y="10006"/>
                    <a:pt x="11181" y="10015"/>
                    <a:pt x="11219" y="10015"/>
                  </a:cubicBezTo>
                  <a:cubicBezTo>
                    <a:pt x="11308" y="10015"/>
                    <a:pt x="11394" y="9965"/>
                    <a:pt x="11439" y="9875"/>
                  </a:cubicBezTo>
                  <a:lnTo>
                    <a:pt x="12218" y="8381"/>
                  </a:lnTo>
                  <a:cubicBezTo>
                    <a:pt x="12283" y="8252"/>
                    <a:pt x="12237" y="8103"/>
                    <a:pt x="12116" y="8038"/>
                  </a:cubicBezTo>
                  <a:lnTo>
                    <a:pt x="11142" y="7537"/>
                  </a:lnTo>
                  <a:cubicBezTo>
                    <a:pt x="11050" y="7491"/>
                    <a:pt x="10994" y="7380"/>
                    <a:pt x="11012" y="7268"/>
                  </a:cubicBezTo>
                  <a:cubicBezTo>
                    <a:pt x="11105" y="6869"/>
                    <a:pt x="11142" y="6461"/>
                    <a:pt x="11124" y="6044"/>
                  </a:cubicBezTo>
                  <a:cubicBezTo>
                    <a:pt x="11114" y="5932"/>
                    <a:pt x="11189" y="5830"/>
                    <a:pt x="11300" y="5803"/>
                  </a:cubicBezTo>
                  <a:lnTo>
                    <a:pt x="12339" y="5469"/>
                  </a:lnTo>
                  <a:cubicBezTo>
                    <a:pt x="12469" y="5431"/>
                    <a:pt x="12543" y="5292"/>
                    <a:pt x="12497" y="5153"/>
                  </a:cubicBezTo>
                  <a:lnTo>
                    <a:pt x="11996" y="3548"/>
                  </a:lnTo>
                  <a:cubicBezTo>
                    <a:pt x="11957" y="3441"/>
                    <a:pt x="11856" y="3372"/>
                    <a:pt x="11749" y="3372"/>
                  </a:cubicBezTo>
                  <a:cubicBezTo>
                    <a:pt x="11726" y="3372"/>
                    <a:pt x="11703" y="3375"/>
                    <a:pt x="11680" y="3381"/>
                  </a:cubicBezTo>
                  <a:lnTo>
                    <a:pt x="10641" y="3715"/>
                  </a:lnTo>
                  <a:cubicBezTo>
                    <a:pt x="10617" y="3721"/>
                    <a:pt x="10593" y="3724"/>
                    <a:pt x="10569" y="3724"/>
                  </a:cubicBezTo>
                  <a:cubicBezTo>
                    <a:pt x="10484" y="3724"/>
                    <a:pt x="10405" y="3686"/>
                    <a:pt x="10354" y="3613"/>
                  </a:cubicBezTo>
                  <a:cubicBezTo>
                    <a:pt x="10131" y="3261"/>
                    <a:pt x="9862" y="2945"/>
                    <a:pt x="9565" y="2676"/>
                  </a:cubicBezTo>
                  <a:cubicBezTo>
                    <a:pt x="9482" y="2593"/>
                    <a:pt x="9463" y="2472"/>
                    <a:pt x="9519" y="2379"/>
                  </a:cubicBezTo>
                  <a:lnTo>
                    <a:pt x="10020" y="1405"/>
                  </a:lnTo>
                  <a:cubicBezTo>
                    <a:pt x="10085" y="1285"/>
                    <a:pt x="10029" y="1136"/>
                    <a:pt x="9908" y="1071"/>
                  </a:cubicBezTo>
                  <a:lnTo>
                    <a:pt x="8415" y="292"/>
                  </a:lnTo>
                  <a:cubicBezTo>
                    <a:pt x="8376" y="273"/>
                    <a:pt x="8334" y="263"/>
                    <a:pt x="8295" y="263"/>
                  </a:cubicBezTo>
                  <a:cubicBezTo>
                    <a:pt x="8203" y="263"/>
                    <a:pt x="8117" y="313"/>
                    <a:pt x="8072" y="404"/>
                  </a:cubicBezTo>
                  <a:lnTo>
                    <a:pt x="7571" y="1368"/>
                  </a:lnTo>
                  <a:cubicBezTo>
                    <a:pt x="7530" y="1449"/>
                    <a:pt x="7441" y="1502"/>
                    <a:pt x="7345" y="1502"/>
                  </a:cubicBezTo>
                  <a:cubicBezTo>
                    <a:pt x="7330" y="1502"/>
                    <a:pt x="7316" y="1501"/>
                    <a:pt x="7302" y="1498"/>
                  </a:cubicBezTo>
                  <a:cubicBezTo>
                    <a:pt x="6951" y="1416"/>
                    <a:pt x="6592" y="1385"/>
                    <a:pt x="6227" y="1385"/>
                  </a:cubicBezTo>
                  <a:cubicBezTo>
                    <a:pt x="6177" y="1385"/>
                    <a:pt x="6127" y="1386"/>
                    <a:pt x="6077" y="1387"/>
                  </a:cubicBezTo>
                  <a:cubicBezTo>
                    <a:pt x="6071" y="1387"/>
                    <a:pt x="6065" y="1388"/>
                    <a:pt x="6058" y="1388"/>
                  </a:cubicBezTo>
                  <a:cubicBezTo>
                    <a:pt x="5955" y="1388"/>
                    <a:pt x="5862" y="1316"/>
                    <a:pt x="5836" y="1211"/>
                  </a:cubicBezTo>
                  <a:lnTo>
                    <a:pt x="5502" y="172"/>
                  </a:lnTo>
                  <a:cubicBezTo>
                    <a:pt x="5473" y="68"/>
                    <a:pt x="5378" y="0"/>
                    <a:pt x="527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3">
              <a:extLst>
                <a:ext uri="{FF2B5EF4-FFF2-40B4-BE49-F238E27FC236}">
                  <a16:creationId xmlns:a16="http://schemas.microsoft.com/office/drawing/2014/main" id="{3D02B2C8-9B41-282D-9DA5-83843998A809}"/>
                </a:ext>
              </a:extLst>
            </p:cNvPr>
            <p:cNvSpPr/>
            <p:nvPr/>
          </p:nvSpPr>
          <p:spPr>
            <a:xfrm>
              <a:off x="1941325" y="2531675"/>
              <a:ext cx="316800" cy="314825"/>
            </a:xfrm>
            <a:custGeom>
              <a:avLst/>
              <a:gdLst/>
              <a:ahLst/>
              <a:cxnLst/>
              <a:rect l="l" t="t" r="r" b="b"/>
              <a:pathLst>
                <a:path w="12672" h="12593" extrusionOk="0">
                  <a:moveTo>
                    <a:pt x="6345" y="3455"/>
                  </a:moveTo>
                  <a:cubicBezTo>
                    <a:pt x="6902" y="3455"/>
                    <a:pt x="7440" y="3613"/>
                    <a:pt x="7904" y="3928"/>
                  </a:cubicBezTo>
                  <a:cubicBezTo>
                    <a:pt x="8600" y="4383"/>
                    <a:pt x="9054" y="5115"/>
                    <a:pt x="9156" y="5941"/>
                  </a:cubicBezTo>
                  <a:cubicBezTo>
                    <a:pt x="9323" y="7305"/>
                    <a:pt x="8451" y="8613"/>
                    <a:pt x="7134" y="8993"/>
                  </a:cubicBezTo>
                  <a:cubicBezTo>
                    <a:pt x="6875" y="9068"/>
                    <a:pt x="6610" y="9105"/>
                    <a:pt x="6347" y="9105"/>
                  </a:cubicBezTo>
                  <a:cubicBezTo>
                    <a:pt x="5799" y="9105"/>
                    <a:pt x="5257" y="8945"/>
                    <a:pt x="4787" y="8631"/>
                  </a:cubicBezTo>
                  <a:cubicBezTo>
                    <a:pt x="4100" y="8177"/>
                    <a:pt x="3646" y="7444"/>
                    <a:pt x="3544" y="6618"/>
                  </a:cubicBezTo>
                  <a:cubicBezTo>
                    <a:pt x="3377" y="5255"/>
                    <a:pt x="4249" y="3937"/>
                    <a:pt x="5566" y="3566"/>
                  </a:cubicBezTo>
                  <a:cubicBezTo>
                    <a:pt x="5826" y="3492"/>
                    <a:pt x="6086" y="3455"/>
                    <a:pt x="6345" y="3455"/>
                  </a:cubicBezTo>
                  <a:close/>
                  <a:moveTo>
                    <a:pt x="6349" y="3339"/>
                  </a:moveTo>
                  <a:cubicBezTo>
                    <a:pt x="6075" y="3339"/>
                    <a:pt x="5799" y="3377"/>
                    <a:pt x="5529" y="3455"/>
                  </a:cubicBezTo>
                  <a:cubicBezTo>
                    <a:pt x="4156" y="3844"/>
                    <a:pt x="3256" y="5208"/>
                    <a:pt x="3423" y="6627"/>
                  </a:cubicBezTo>
                  <a:cubicBezTo>
                    <a:pt x="3534" y="7490"/>
                    <a:pt x="4008" y="8251"/>
                    <a:pt x="4722" y="8733"/>
                  </a:cubicBezTo>
                  <a:cubicBezTo>
                    <a:pt x="5214" y="9049"/>
                    <a:pt x="5770" y="9216"/>
                    <a:pt x="6345" y="9216"/>
                  </a:cubicBezTo>
                  <a:cubicBezTo>
                    <a:pt x="6624" y="9216"/>
                    <a:pt x="6893" y="9179"/>
                    <a:pt x="7162" y="9104"/>
                  </a:cubicBezTo>
                  <a:cubicBezTo>
                    <a:pt x="8535" y="8715"/>
                    <a:pt x="9444" y="7342"/>
                    <a:pt x="9267" y="5932"/>
                  </a:cubicBezTo>
                  <a:cubicBezTo>
                    <a:pt x="9165" y="5069"/>
                    <a:pt x="8692" y="4299"/>
                    <a:pt x="7969" y="3826"/>
                  </a:cubicBezTo>
                  <a:cubicBezTo>
                    <a:pt x="7485" y="3506"/>
                    <a:pt x="6922" y="3339"/>
                    <a:pt x="6349" y="3339"/>
                  </a:cubicBezTo>
                  <a:close/>
                  <a:moveTo>
                    <a:pt x="5334" y="113"/>
                  </a:moveTo>
                  <a:cubicBezTo>
                    <a:pt x="5415" y="113"/>
                    <a:pt x="5488" y="165"/>
                    <a:pt x="5510" y="245"/>
                  </a:cubicBezTo>
                  <a:lnTo>
                    <a:pt x="5844" y="1284"/>
                  </a:lnTo>
                  <a:cubicBezTo>
                    <a:pt x="5881" y="1423"/>
                    <a:pt x="6011" y="1507"/>
                    <a:pt x="6141" y="1507"/>
                  </a:cubicBezTo>
                  <a:cubicBezTo>
                    <a:pt x="6210" y="1504"/>
                    <a:pt x="6279" y="1502"/>
                    <a:pt x="6348" y="1502"/>
                  </a:cubicBezTo>
                  <a:cubicBezTo>
                    <a:pt x="6687" y="1502"/>
                    <a:pt x="7025" y="1539"/>
                    <a:pt x="7356" y="1609"/>
                  </a:cubicBezTo>
                  <a:cubicBezTo>
                    <a:pt x="7377" y="1613"/>
                    <a:pt x="7397" y="1615"/>
                    <a:pt x="7417" y="1615"/>
                  </a:cubicBezTo>
                  <a:cubicBezTo>
                    <a:pt x="7528" y="1615"/>
                    <a:pt x="7636" y="1553"/>
                    <a:pt x="7690" y="1451"/>
                  </a:cubicBezTo>
                  <a:lnTo>
                    <a:pt x="8191" y="477"/>
                  </a:lnTo>
                  <a:cubicBezTo>
                    <a:pt x="8223" y="414"/>
                    <a:pt x="8289" y="377"/>
                    <a:pt x="8357" y="377"/>
                  </a:cubicBezTo>
                  <a:cubicBezTo>
                    <a:pt x="8389" y="377"/>
                    <a:pt x="8421" y="385"/>
                    <a:pt x="8451" y="403"/>
                  </a:cubicBezTo>
                  <a:lnTo>
                    <a:pt x="9945" y="1173"/>
                  </a:lnTo>
                  <a:cubicBezTo>
                    <a:pt x="10047" y="1228"/>
                    <a:pt x="10084" y="1340"/>
                    <a:pt x="10028" y="1433"/>
                  </a:cubicBezTo>
                  <a:lnTo>
                    <a:pt x="9527" y="2407"/>
                  </a:lnTo>
                  <a:cubicBezTo>
                    <a:pt x="9462" y="2527"/>
                    <a:pt x="9490" y="2676"/>
                    <a:pt x="9592" y="2768"/>
                  </a:cubicBezTo>
                  <a:cubicBezTo>
                    <a:pt x="9889" y="3047"/>
                    <a:pt x="10149" y="3353"/>
                    <a:pt x="10371" y="3696"/>
                  </a:cubicBezTo>
                  <a:cubicBezTo>
                    <a:pt x="10429" y="3790"/>
                    <a:pt x="10525" y="3838"/>
                    <a:pt x="10626" y="3838"/>
                  </a:cubicBezTo>
                  <a:cubicBezTo>
                    <a:pt x="10656" y="3838"/>
                    <a:pt x="10685" y="3834"/>
                    <a:pt x="10715" y="3826"/>
                  </a:cubicBezTo>
                  <a:lnTo>
                    <a:pt x="11763" y="3492"/>
                  </a:lnTo>
                  <a:cubicBezTo>
                    <a:pt x="11780" y="3489"/>
                    <a:pt x="11797" y="3486"/>
                    <a:pt x="11814" y="3486"/>
                  </a:cubicBezTo>
                  <a:cubicBezTo>
                    <a:pt x="11843" y="3486"/>
                    <a:pt x="11873" y="3493"/>
                    <a:pt x="11902" y="3511"/>
                  </a:cubicBezTo>
                  <a:cubicBezTo>
                    <a:pt x="11948" y="3529"/>
                    <a:pt x="11986" y="3575"/>
                    <a:pt x="12004" y="3622"/>
                  </a:cubicBezTo>
                  <a:lnTo>
                    <a:pt x="12505" y="5227"/>
                  </a:lnTo>
                  <a:cubicBezTo>
                    <a:pt x="12542" y="5329"/>
                    <a:pt x="12486" y="5440"/>
                    <a:pt x="12384" y="5468"/>
                  </a:cubicBezTo>
                  <a:lnTo>
                    <a:pt x="11345" y="5793"/>
                  </a:lnTo>
                  <a:cubicBezTo>
                    <a:pt x="11206" y="5839"/>
                    <a:pt x="11123" y="5960"/>
                    <a:pt x="11123" y="6099"/>
                  </a:cubicBezTo>
                  <a:cubicBezTo>
                    <a:pt x="11141" y="6507"/>
                    <a:pt x="11104" y="6915"/>
                    <a:pt x="11021" y="7305"/>
                  </a:cubicBezTo>
                  <a:cubicBezTo>
                    <a:pt x="10993" y="7444"/>
                    <a:pt x="11058" y="7583"/>
                    <a:pt x="11178" y="7648"/>
                  </a:cubicBezTo>
                  <a:lnTo>
                    <a:pt x="12153" y="8149"/>
                  </a:lnTo>
                  <a:cubicBezTo>
                    <a:pt x="12245" y="8195"/>
                    <a:pt x="12282" y="8316"/>
                    <a:pt x="12236" y="8409"/>
                  </a:cubicBezTo>
                  <a:lnTo>
                    <a:pt x="11457" y="9902"/>
                  </a:lnTo>
                  <a:cubicBezTo>
                    <a:pt x="11429" y="9949"/>
                    <a:pt x="11392" y="9986"/>
                    <a:pt x="11345" y="10004"/>
                  </a:cubicBezTo>
                  <a:cubicBezTo>
                    <a:pt x="11325" y="10008"/>
                    <a:pt x="11306" y="10010"/>
                    <a:pt x="11288" y="10010"/>
                  </a:cubicBezTo>
                  <a:cubicBezTo>
                    <a:pt x="11256" y="10010"/>
                    <a:pt x="11226" y="10003"/>
                    <a:pt x="11197" y="9986"/>
                  </a:cubicBezTo>
                  <a:lnTo>
                    <a:pt x="10232" y="9485"/>
                  </a:lnTo>
                  <a:cubicBezTo>
                    <a:pt x="10185" y="9461"/>
                    <a:pt x="10135" y="9450"/>
                    <a:pt x="10087" y="9450"/>
                  </a:cubicBezTo>
                  <a:cubicBezTo>
                    <a:pt x="10002" y="9450"/>
                    <a:pt x="9920" y="9485"/>
                    <a:pt x="9861" y="9550"/>
                  </a:cubicBezTo>
                  <a:cubicBezTo>
                    <a:pt x="9583" y="9846"/>
                    <a:pt x="9277" y="10106"/>
                    <a:pt x="8933" y="10329"/>
                  </a:cubicBezTo>
                  <a:cubicBezTo>
                    <a:pt x="8822" y="10403"/>
                    <a:pt x="8767" y="10542"/>
                    <a:pt x="8813" y="10681"/>
                  </a:cubicBezTo>
                  <a:lnTo>
                    <a:pt x="9138" y="11720"/>
                  </a:lnTo>
                  <a:cubicBezTo>
                    <a:pt x="9165" y="11813"/>
                    <a:pt x="9110" y="11924"/>
                    <a:pt x="9008" y="11952"/>
                  </a:cubicBezTo>
                  <a:lnTo>
                    <a:pt x="7403" y="12462"/>
                  </a:lnTo>
                  <a:cubicBezTo>
                    <a:pt x="7381" y="12470"/>
                    <a:pt x="7359" y="12474"/>
                    <a:pt x="7338" y="12474"/>
                  </a:cubicBezTo>
                  <a:cubicBezTo>
                    <a:pt x="7258" y="12474"/>
                    <a:pt x="7184" y="12422"/>
                    <a:pt x="7162" y="12342"/>
                  </a:cubicBezTo>
                  <a:lnTo>
                    <a:pt x="6837" y="11303"/>
                  </a:lnTo>
                  <a:cubicBezTo>
                    <a:pt x="6791" y="11173"/>
                    <a:pt x="6670" y="11090"/>
                    <a:pt x="6540" y="11090"/>
                  </a:cubicBezTo>
                  <a:lnTo>
                    <a:pt x="6531" y="11090"/>
                  </a:lnTo>
                  <a:cubicBezTo>
                    <a:pt x="6463" y="11093"/>
                    <a:pt x="6395" y="11094"/>
                    <a:pt x="6327" y="11094"/>
                  </a:cubicBezTo>
                  <a:cubicBezTo>
                    <a:pt x="5987" y="11094"/>
                    <a:pt x="5650" y="11056"/>
                    <a:pt x="5325" y="10978"/>
                  </a:cubicBezTo>
                  <a:cubicBezTo>
                    <a:pt x="5304" y="10974"/>
                    <a:pt x="5282" y="10972"/>
                    <a:pt x="5261" y="10972"/>
                  </a:cubicBezTo>
                  <a:cubicBezTo>
                    <a:pt x="5145" y="10972"/>
                    <a:pt x="5038" y="11035"/>
                    <a:pt x="4991" y="11145"/>
                  </a:cubicBezTo>
                  <a:lnTo>
                    <a:pt x="4481" y="12110"/>
                  </a:lnTo>
                  <a:cubicBezTo>
                    <a:pt x="4462" y="12156"/>
                    <a:pt x="4425" y="12193"/>
                    <a:pt x="4369" y="12203"/>
                  </a:cubicBezTo>
                  <a:cubicBezTo>
                    <a:pt x="4352" y="12210"/>
                    <a:pt x="4333" y="12213"/>
                    <a:pt x="4314" y="12213"/>
                  </a:cubicBezTo>
                  <a:cubicBezTo>
                    <a:pt x="4283" y="12213"/>
                    <a:pt x="4253" y="12205"/>
                    <a:pt x="4230" y="12193"/>
                  </a:cubicBezTo>
                  <a:lnTo>
                    <a:pt x="2727" y="11414"/>
                  </a:lnTo>
                  <a:cubicBezTo>
                    <a:pt x="2681" y="11386"/>
                    <a:pt x="2644" y="11349"/>
                    <a:pt x="2635" y="11303"/>
                  </a:cubicBezTo>
                  <a:cubicBezTo>
                    <a:pt x="2616" y="11247"/>
                    <a:pt x="2625" y="11201"/>
                    <a:pt x="2644" y="11154"/>
                  </a:cubicBezTo>
                  <a:lnTo>
                    <a:pt x="3145" y="10190"/>
                  </a:lnTo>
                  <a:cubicBezTo>
                    <a:pt x="3210" y="10060"/>
                    <a:pt x="3191" y="9911"/>
                    <a:pt x="3089" y="9819"/>
                  </a:cubicBezTo>
                  <a:cubicBezTo>
                    <a:pt x="2783" y="9550"/>
                    <a:pt x="2523" y="9234"/>
                    <a:pt x="2310" y="8891"/>
                  </a:cubicBezTo>
                  <a:cubicBezTo>
                    <a:pt x="2254" y="8806"/>
                    <a:pt x="2154" y="8754"/>
                    <a:pt x="2053" y="8754"/>
                  </a:cubicBezTo>
                  <a:cubicBezTo>
                    <a:pt x="2021" y="8754"/>
                    <a:pt x="1989" y="8759"/>
                    <a:pt x="1957" y="8770"/>
                  </a:cubicBezTo>
                  <a:lnTo>
                    <a:pt x="918" y="9095"/>
                  </a:lnTo>
                  <a:cubicBezTo>
                    <a:pt x="898" y="9102"/>
                    <a:pt x="878" y="9106"/>
                    <a:pt x="858" y="9106"/>
                  </a:cubicBezTo>
                  <a:cubicBezTo>
                    <a:pt x="776" y="9106"/>
                    <a:pt x="700" y="9049"/>
                    <a:pt x="677" y="8974"/>
                  </a:cubicBezTo>
                  <a:lnTo>
                    <a:pt x="167" y="7360"/>
                  </a:lnTo>
                  <a:cubicBezTo>
                    <a:pt x="130" y="7258"/>
                    <a:pt x="195" y="7156"/>
                    <a:pt x="288" y="7119"/>
                  </a:cubicBezTo>
                  <a:lnTo>
                    <a:pt x="1327" y="6794"/>
                  </a:lnTo>
                  <a:cubicBezTo>
                    <a:pt x="1466" y="6748"/>
                    <a:pt x="1549" y="6627"/>
                    <a:pt x="1549" y="6488"/>
                  </a:cubicBezTo>
                  <a:cubicBezTo>
                    <a:pt x="1531" y="6080"/>
                    <a:pt x="1568" y="5672"/>
                    <a:pt x="1651" y="5282"/>
                  </a:cubicBezTo>
                  <a:cubicBezTo>
                    <a:pt x="1679" y="5143"/>
                    <a:pt x="1614" y="5004"/>
                    <a:pt x="1494" y="4948"/>
                  </a:cubicBezTo>
                  <a:lnTo>
                    <a:pt x="520" y="4438"/>
                  </a:lnTo>
                  <a:cubicBezTo>
                    <a:pt x="473" y="4420"/>
                    <a:pt x="445" y="4383"/>
                    <a:pt x="427" y="4327"/>
                  </a:cubicBezTo>
                  <a:cubicBezTo>
                    <a:pt x="417" y="4280"/>
                    <a:pt x="417" y="4225"/>
                    <a:pt x="445" y="4178"/>
                  </a:cubicBezTo>
                  <a:lnTo>
                    <a:pt x="1215" y="2685"/>
                  </a:lnTo>
                  <a:cubicBezTo>
                    <a:pt x="1243" y="2639"/>
                    <a:pt x="1280" y="2601"/>
                    <a:pt x="1336" y="2592"/>
                  </a:cubicBezTo>
                  <a:cubicBezTo>
                    <a:pt x="1354" y="2585"/>
                    <a:pt x="1371" y="2582"/>
                    <a:pt x="1389" y="2582"/>
                  </a:cubicBezTo>
                  <a:cubicBezTo>
                    <a:pt x="1418" y="2582"/>
                    <a:pt x="1446" y="2590"/>
                    <a:pt x="1475" y="2601"/>
                  </a:cubicBezTo>
                  <a:lnTo>
                    <a:pt x="2449" y="3102"/>
                  </a:lnTo>
                  <a:cubicBezTo>
                    <a:pt x="2494" y="3126"/>
                    <a:pt x="2542" y="3138"/>
                    <a:pt x="2590" y="3138"/>
                  </a:cubicBezTo>
                  <a:cubicBezTo>
                    <a:pt x="2672" y="3138"/>
                    <a:pt x="2752" y="3105"/>
                    <a:pt x="2811" y="3047"/>
                  </a:cubicBezTo>
                  <a:cubicBezTo>
                    <a:pt x="3089" y="2741"/>
                    <a:pt x="3395" y="2481"/>
                    <a:pt x="3739" y="2258"/>
                  </a:cubicBezTo>
                  <a:cubicBezTo>
                    <a:pt x="3859" y="2184"/>
                    <a:pt x="3906" y="2045"/>
                    <a:pt x="3868" y="1915"/>
                  </a:cubicBezTo>
                  <a:lnTo>
                    <a:pt x="3534" y="876"/>
                  </a:lnTo>
                  <a:cubicBezTo>
                    <a:pt x="3525" y="820"/>
                    <a:pt x="3525" y="774"/>
                    <a:pt x="3553" y="728"/>
                  </a:cubicBezTo>
                  <a:cubicBezTo>
                    <a:pt x="3572" y="681"/>
                    <a:pt x="3609" y="644"/>
                    <a:pt x="3664" y="635"/>
                  </a:cubicBezTo>
                  <a:lnTo>
                    <a:pt x="5269" y="125"/>
                  </a:lnTo>
                  <a:cubicBezTo>
                    <a:pt x="5291" y="117"/>
                    <a:pt x="5313" y="113"/>
                    <a:pt x="5334" y="113"/>
                  </a:cubicBezTo>
                  <a:close/>
                  <a:moveTo>
                    <a:pt x="5330" y="1"/>
                  </a:moveTo>
                  <a:cubicBezTo>
                    <a:pt x="5300" y="1"/>
                    <a:pt x="5270" y="5"/>
                    <a:pt x="5241" y="13"/>
                  </a:cubicBezTo>
                  <a:lnTo>
                    <a:pt x="3627" y="523"/>
                  </a:lnTo>
                  <a:cubicBezTo>
                    <a:pt x="3553" y="551"/>
                    <a:pt x="3488" y="598"/>
                    <a:pt x="3451" y="672"/>
                  </a:cubicBezTo>
                  <a:cubicBezTo>
                    <a:pt x="3405" y="746"/>
                    <a:pt x="3405" y="830"/>
                    <a:pt x="3423" y="913"/>
                  </a:cubicBezTo>
                  <a:lnTo>
                    <a:pt x="3757" y="1952"/>
                  </a:lnTo>
                  <a:cubicBezTo>
                    <a:pt x="3785" y="2036"/>
                    <a:pt x="3748" y="2119"/>
                    <a:pt x="3683" y="2165"/>
                  </a:cubicBezTo>
                  <a:cubicBezTo>
                    <a:pt x="3330" y="2388"/>
                    <a:pt x="3006" y="2657"/>
                    <a:pt x="2727" y="2963"/>
                  </a:cubicBezTo>
                  <a:cubicBezTo>
                    <a:pt x="2693" y="3003"/>
                    <a:pt x="2645" y="3022"/>
                    <a:pt x="2596" y="3022"/>
                  </a:cubicBezTo>
                  <a:cubicBezTo>
                    <a:pt x="2565" y="3022"/>
                    <a:pt x="2533" y="3015"/>
                    <a:pt x="2505" y="3000"/>
                  </a:cubicBezTo>
                  <a:lnTo>
                    <a:pt x="1531" y="2499"/>
                  </a:lnTo>
                  <a:cubicBezTo>
                    <a:pt x="1486" y="2477"/>
                    <a:pt x="1437" y="2465"/>
                    <a:pt x="1390" y="2465"/>
                  </a:cubicBezTo>
                  <a:cubicBezTo>
                    <a:pt x="1359" y="2465"/>
                    <a:pt x="1328" y="2470"/>
                    <a:pt x="1299" y="2481"/>
                  </a:cubicBezTo>
                  <a:cubicBezTo>
                    <a:pt x="1225" y="2499"/>
                    <a:pt x="1160" y="2555"/>
                    <a:pt x="1123" y="2629"/>
                  </a:cubicBezTo>
                  <a:lnTo>
                    <a:pt x="343" y="4132"/>
                  </a:lnTo>
                  <a:cubicBezTo>
                    <a:pt x="306" y="4206"/>
                    <a:pt x="297" y="4290"/>
                    <a:pt x="315" y="4364"/>
                  </a:cubicBezTo>
                  <a:cubicBezTo>
                    <a:pt x="343" y="4447"/>
                    <a:pt x="399" y="4503"/>
                    <a:pt x="473" y="4550"/>
                  </a:cubicBezTo>
                  <a:lnTo>
                    <a:pt x="1438" y="5050"/>
                  </a:lnTo>
                  <a:cubicBezTo>
                    <a:pt x="1512" y="5088"/>
                    <a:pt x="1559" y="5171"/>
                    <a:pt x="1540" y="5255"/>
                  </a:cubicBezTo>
                  <a:cubicBezTo>
                    <a:pt x="1447" y="5663"/>
                    <a:pt x="1410" y="6080"/>
                    <a:pt x="1429" y="6498"/>
                  </a:cubicBezTo>
                  <a:cubicBezTo>
                    <a:pt x="1438" y="6581"/>
                    <a:pt x="1382" y="6655"/>
                    <a:pt x="1299" y="6683"/>
                  </a:cubicBezTo>
                  <a:lnTo>
                    <a:pt x="260" y="7008"/>
                  </a:lnTo>
                  <a:cubicBezTo>
                    <a:pt x="93" y="7063"/>
                    <a:pt x="0" y="7230"/>
                    <a:pt x="56" y="7397"/>
                  </a:cubicBezTo>
                  <a:lnTo>
                    <a:pt x="566" y="9002"/>
                  </a:lnTo>
                  <a:cubicBezTo>
                    <a:pt x="604" y="9138"/>
                    <a:pt x="728" y="9219"/>
                    <a:pt x="863" y="9219"/>
                  </a:cubicBezTo>
                  <a:cubicBezTo>
                    <a:pt x="894" y="9219"/>
                    <a:pt x="925" y="9215"/>
                    <a:pt x="956" y="9206"/>
                  </a:cubicBezTo>
                  <a:lnTo>
                    <a:pt x="1995" y="8882"/>
                  </a:lnTo>
                  <a:cubicBezTo>
                    <a:pt x="2016" y="8875"/>
                    <a:pt x="2037" y="8871"/>
                    <a:pt x="2058" y="8871"/>
                  </a:cubicBezTo>
                  <a:cubicBezTo>
                    <a:pt x="2118" y="8871"/>
                    <a:pt x="2173" y="8901"/>
                    <a:pt x="2208" y="8956"/>
                  </a:cubicBezTo>
                  <a:cubicBezTo>
                    <a:pt x="2431" y="9299"/>
                    <a:pt x="2700" y="9624"/>
                    <a:pt x="3006" y="9902"/>
                  </a:cubicBezTo>
                  <a:cubicBezTo>
                    <a:pt x="3071" y="9958"/>
                    <a:pt x="3080" y="10051"/>
                    <a:pt x="3043" y="10134"/>
                  </a:cubicBezTo>
                  <a:lnTo>
                    <a:pt x="2542" y="11099"/>
                  </a:lnTo>
                  <a:cubicBezTo>
                    <a:pt x="2505" y="11173"/>
                    <a:pt x="2495" y="11257"/>
                    <a:pt x="2523" y="11331"/>
                  </a:cubicBezTo>
                  <a:cubicBezTo>
                    <a:pt x="2542" y="11414"/>
                    <a:pt x="2598" y="11479"/>
                    <a:pt x="2672" y="11516"/>
                  </a:cubicBezTo>
                  <a:lnTo>
                    <a:pt x="4175" y="12296"/>
                  </a:lnTo>
                  <a:cubicBezTo>
                    <a:pt x="4218" y="12317"/>
                    <a:pt x="4265" y="12326"/>
                    <a:pt x="4311" y="12326"/>
                  </a:cubicBezTo>
                  <a:cubicBezTo>
                    <a:pt x="4343" y="12326"/>
                    <a:pt x="4376" y="12322"/>
                    <a:pt x="4406" y="12314"/>
                  </a:cubicBezTo>
                  <a:cubicBezTo>
                    <a:pt x="4490" y="12286"/>
                    <a:pt x="4546" y="12231"/>
                    <a:pt x="4592" y="12156"/>
                  </a:cubicBezTo>
                  <a:lnTo>
                    <a:pt x="5093" y="11192"/>
                  </a:lnTo>
                  <a:cubicBezTo>
                    <a:pt x="5125" y="11128"/>
                    <a:pt x="5190" y="11085"/>
                    <a:pt x="5260" y="11085"/>
                  </a:cubicBezTo>
                  <a:cubicBezTo>
                    <a:pt x="5272" y="11085"/>
                    <a:pt x="5285" y="11087"/>
                    <a:pt x="5297" y="11090"/>
                  </a:cubicBezTo>
                  <a:cubicBezTo>
                    <a:pt x="5637" y="11167"/>
                    <a:pt x="5984" y="11206"/>
                    <a:pt x="6331" y="11206"/>
                  </a:cubicBezTo>
                  <a:cubicBezTo>
                    <a:pt x="6401" y="11206"/>
                    <a:pt x="6471" y="11204"/>
                    <a:pt x="6540" y="11201"/>
                  </a:cubicBezTo>
                  <a:cubicBezTo>
                    <a:pt x="6624" y="11201"/>
                    <a:pt x="6698" y="11257"/>
                    <a:pt x="6726" y="11340"/>
                  </a:cubicBezTo>
                  <a:lnTo>
                    <a:pt x="7050" y="12379"/>
                  </a:lnTo>
                  <a:cubicBezTo>
                    <a:pt x="7097" y="12509"/>
                    <a:pt x="7217" y="12592"/>
                    <a:pt x="7347" y="12592"/>
                  </a:cubicBezTo>
                  <a:cubicBezTo>
                    <a:pt x="7375" y="12592"/>
                    <a:pt x="7403" y="12583"/>
                    <a:pt x="7440" y="12583"/>
                  </a:cubicBezTo>
                  <a:lnTo>
                    <a:pt x="9045" y="12073"/>
                  </a:lnTo>
                  <a:cubicBezTo>
                    <a:pt x="9212" y="12017"/>
                    <a:pt x="9295" y="11850"/>
                    <a:pt x="9249" y="11683"/>
                  </a:cubicBezTo>
                  <a:lnTo>
                    <a:pt x="8924" y="10644"/>
                  </a:lnTo>
                  <a:cubicBezTo>
                    <a:pt x="8896" y="10561"/>
                    <a:pt x="8924" y="10477"/>
                    <a:pt x="8998" y="10431"/>
                  </a:cubicBezTo>
                  <a:cubicBezTo>
                    <a:pt x="9342" y="10208"/>
                    <a:pt x="9666" y="9939"/>
                    <a:pt x="9945" y="9633"/>
                  </a:cubicBezTo>
                  <a:cubicBezTo>
                    <a:pt x="9979" y="9593"/>
                    <a:pt x="10032" y="9570"/>
                    <a:pt x="10085" y="9570"/>
                  </a:cubicBezTo>
                  <a:cubicBezTo>
                    <a:pt x="10117" y="9570"/>
                    <a:pt x="10149" y="9578"/>
                    <a:pt x="10177" y="9596"/>
                  </a:cubicBezTo>
                  <a:lnTo>
                    <a:pt x="11141" y="10097"/>
                  </a:lnTo>
                  <a:cubicBezTo>
                    <a:pt x="11186" y="10119"/>
                    <a:pt x="11235" y="10132"/>
                    <a:pt x="11282" y="10132"/>
                  </a:cubicBezTo>
                  <a:cubicBezTo>
                    <a:pt x="11313" y="10132"/>
                    <a:pt x="11344" y="10126"/>
                    <a:pt x="11373" y="10115"/>
                  </a:cubicBezTo>
                  <a:cubicBezTo>
                    <a:pt x="11457" y="10088"/>
                    <a:pt x="11522" y="10032"/>
                    <a:pt x="11559" y="9967"/>
                  </a:cubicBezTo>
                  <a:lnTo>
                    <a:pt x="12338" y="8464"/>
                  </a:lnTo>
                  <a:cubicBezTo>
                    <a:pt x="12412" y="8316"/>
                    <a:pt x="12357" y="8130"/>
                    <a:pt x="12208" y="8047"/>
                  </a:cubicBezTo>
                  <a:lnTo>
                    <a:pt x="11234" y="7546"/>
                  </a:lnTo>
                  <a:cubicBezTo>
                    <a:pt x="11160" y="7509"/>
                    <a:pt x="11123" y="7416"/>
                    <a:pt x="11141" y="7342"/>
                  </a:cubicBezTo>
                  <a:cubicBezTo>
                    <a:pt x="11225" y="6934"/>
                    <a:pt x="11262" y="6516"/>
                    <a:pt x="11243" y="6099"/>
                  </a:cubicBezTo>
                  <a:cubicBezTo>
                    <a:pt x="11243" y="6015"/>
                    <a:pt x="11299" y="5941"/>
                    <a:pt x="11383" y="5913"/>
                  </a:cubicBezTo>
                  <a:lnTo>
                    <a:pt x="12422" y="5588"/>
                  </a:lnTo>
                  <a:cubicBezTo>
                    <a:pt x="12579" y="5533"/>
                    <a:pt x="12672" y="5357"/>
                    <a:pt x="12616" y="5199"/>
                  </a:cubicBezTo>
                  <a:lnTo>
                    <a:pt x="12115" y="3585"/>
                  </a:lnTo>
                  <a:cubicBezTo>
                    <a:pt x="12088" y="3511"/>
                    <a:pt x="12032" y="3446"/>
                    <a:pt x="11958" y="3408"/>
                  </a:cubicBezTo>
                  <a:cubicBezTo>
                    <a:pt x="11913" y="3386"/>
                    <a:pt x="11864" y="3374"/>
                    <a:pt x="11817" y="3374"/>
                  </a:cubicBezTo>
                  <a:cubicBezTo>
                    <a:pt x="11786" y="3374"/>
                    <a:pt x="11755" y="3379"/>
                    <a:pt x="11726" y="3390"/>
                  </a:cubicBezTo>
                  <a:lnTo>
                    <a:pt x="10687" y="3715"/>
                  </a:lnTo>
                  <a:cubicBezTo>
                    <a:pt x="10668" y="3721"/>
                    <a:pt x="10648" y="3724"/>
                    <a:pt x="10629" y="3724"/>
                  </a:cubicBezTo>
                  <a:cubicBezTo>
                    <a:pt x="10563" y="3724"/>
                    <a:pt x="10500" y="3690"/>
                    <a:pt x="10464" y="3640"/>
                  </a:cubicBezTo>
                  <a:cubicBezTo>
                    <a:pt x="10242" y="3288"/>
                    <a:pt x="9972" y="2972"/>
                    <a:pt x="9666" y="2685"/>
                  </a:cubicBezTo>
                  <a:cubicBezTo>
                    <a:pt x="9611" y="2629"/>
                    <a:pt x="9592" y="2536"/>
                    <a:pt x="9629" y="2462"/>
                  </a:cubicBezTo>
                  <a:lnTo>
                    <a:pt x="10130" y="1488"/>
                  </a:lnTo>
                  <a:cubicBezTo>
                    <a:pt x="10214" y="1340"/>
                    <a:pt x="10158" y="1154"/>
                    <a:pt x="10000" y="1080"/>
                  </a:cubicBezTo>
                  <a:lnTo>
                    <a:pt x="8507" y="301"/>
                  </a:lnTo>
                  <a:cubicBezTo>
                    <a:pt x="8459" y="276"/>
                    <a:pt x="8409" y="264"/>
                    <a:pt x="8361" y="264"/>
                  </a:cubicBezTo>
                  <a:cubicBezTo>
                    <a:pt x="8247" y="264"/>
                    <a:pt x="8141" y="327"/>
                    <a:pt x="8089" y="431"/>
                  </a:cubicBezTo>
                  <a:lnTo>
                    <a:pt x="7588" y="1395"/>
                  </a:lnTo>
                  <a:cubicBezTo>
                    <a:pt x="7549" y="1459"/>
                    <a:pt x="7483" y="1502"/>
                    <a:pt x="7412" y="1502"/>
                  </a:cubicBezTo>
                  <a:cubicBezTo>
                    <a:pt x="7400" y="1502"/>
                    <a:pt x="7387" y="1500"/>
                    <a:pt x="7375" y="1497"/>
                  </a:cubicBezTo>
                  <a:cubicBezTo>
                    <a:pt x="7043" y="1420"/>
                    <a:pt x="6697" y="1382"/>
                    <a:pt x="6350" y="1382"/>
                  </a:cubicBezTo>
                  <a:cubicBezTo>
                    <a:pt x="6280" y="1382"/>
                    <a:pt x="6211" y="1383"/>
                    <a:pt x="6141" y="1386"/>
                  </a:cubicBezTo>
                  <a:cubicBezTo>
                    <a:pt x="6058" y="1386"/>
                    <a:pt x="5974" y="1340"/>
                    <a:pt x="5956" y="1256"/>
                  </a:cubicBezTo>
                  <a:lnTo>
                    <a:pt x="5622" y="217"/>
                  </a:lnTo>
                  <a:cubicBezTo>
                    <a:pt x="5584" y="81"/>
                    <a:pt x="5460" y="1"/>
                    <a:pt x="53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3">
              <a:extLst>
                <a:ext uri="{FF2B5EF4-FFF2-40B4-BE49-F238E27FC236}">
                  <a16:creationId xmlns:a16="http://schemas.microsoft.com/office/drawing/2014/main" id="{EE93717A-AB0C-9CCA-81AB-7FD1727B6582}"/>
                </a:ext>
              </a:extLst>
            </p:cNvPr>
            <p:cNvSpPr/>
            <p:nvPr/>
          </p:nvSpPr>
          <p:spPr>
            <a:xfrm>
              <a:off x="2050775" y="2414100"/>
              <a:ext cx="126425" cy="126275"/>
            </a:xfrm>
            <a:custGeom>
              <a:avLst/>
              <a:gdLst/>
              <a:ahLst/>
              <a:cxnLst/>
              <a:rect l="l" t="t" r="r" b="b"/>
              <a:pathLst>
                <a:path w="5057" h="5051" extrusionOk="0">
                  <a:moveTo>
                    <a:pt x="2540" y="1452"/>
                  </a:moveTo>
                  <a:cubicBezTo>
                    <a:pt x="2602" y="1452"/>
                    <a:pt x="2665" y="1458"/>
                    <a:pt x="2728" y="1469"/>
                  </a:cubicBezTo>
                  <a:cubicBezTo>
                    <a:pt x="3034" y="1534"/>
                    <a:pt x="3303" y="1720"/>
                    <a:pt x="3452" y="1989"/>
                  </a:cubicBezTo>
                  <a:cubicBezTo>
                    <a:pt x="3609" y="2258"/>
                    <a:pt x="3637" y="2583"/>
                    <a:pt x="3535" y="2879"/>
                  </a:cubicBezTo>
                  <a:cubicBezTo>
                    <a:pt x="3382" y="3306"/>
                    <a:pt x="2971" y="3586"/>
                    <a:pt x="2537" y="3586"/>
                  </a:cubicBezTo>
                  <a:cubicBezTo>
                    <a:pt x="2471" y="3586"/>
                    <a:pt x="2405" y="3579"/>
                    <a:pt x="2338" y="3566"/>
                  </a:cubicBezTo>
                  <a:cubicBezTo>
                    <a:pt x="2032" y="3510"/>
                    <a:pt x="1763" y="3325"/>
                    <a:pt x="1606" y="3046"/>
                  </a:cubicBezTo>
                  <a:cubicBezTo>
                    <a:pt x="1448" y="2777"/>
                    <a:pt x="1420" y="2453"/>
                    <a:pt x="1531" y="2156"/>
                  </a:cubicBezTo>
                  <a:cubicBezTo>
                    <a:pt x="1678" y="1733"/>
                    <a:pt x="2095" y="1452"/>
                    <a:pt x="2540" y="1452"/>
                  </a:cubicBezTo>
                  <a:close/>
                  <a:moveTo>
                    <a:pt x="2538" y="1339"/>
                  </a:moveTo>
                  <a:cubicBezTo>
                    <a:pt x="2047" y="1339"/>
                    <a:pt x="1591" y="1647"/>
                    <a:pt x="1420" y="2119"/>
                  </a:cubicBezTo>
                  <a:cubicBezTo>
                    <a:pt x="1299" y="2443"/>
                    <a:pt x="1336" y="2805"/>
                    <a:pt x="1503" y="3111"/>
                  </a:cubicBezTo>
                  <a:cubicBezTo>
                    <a:pt x="1680" y="3408"/>
                    <a:pt x="1977" y="3622"/>
                    <a:pt x="2320" y="3687"/>
                  </a:cubicBezTo>
                  <a:cubicBezTo>
                    <a:pt x="2385" y="3696"/>
                    <a:pt x="2459" y="3705"/>
                    <a:pt x="2533" y="3705"/>
                  </a:cubicBezTo>
                  <a:cubicBezTo>
                    <a:pt x="3016" y="3705"/>
                    <a:pt x="3470" y="3390"/>
                    <a:pt x="3646" y="2917"/>
                  </a:cubicBezTo>
                  <a:cubicBezTo>
                    <a:pt x="3758" y="2592"/>
                    <a:pt x="3730" y="2230"/>
                    <a:pt x="3554" y="1933"/>
                  </a:cubicBezTo>
                  <a:cubicBezTo>
                    <a:pt x="3387" y="1636"/>
                    <a:pt x="3090" y="1423"/>
                    <a:pt x="2747" y="1358"/>
                  </a:cubicBezTo>
                  <a:cubicBezTo>
                    <a:pt x="2677" y="1346"/>
                    <a:pt x="2607" y="1339"/>
                    <a:pt x="2538" y="1339"/>
                  </a:cubicBezTo>
                  <a:close/>
                  <a:moveTo>
                    <a:pt x="2580" y="115"/>
                  </a:moveTo>
                  <a:lnTo>
                    <a:pt x="3229" y="226"/>
                  </a:lnTo>
                  <a:cubicBezTo>
                    <a:pt x="3247" y="226"/>
                    <a:pt x="3266" y="245"/>
                    <a:pt x="3257" y="273"/>
                  </a:cubicBezTo>
                  <a:lnTo>
                    <a:pt x="3192" y="690"/>
                  </a:lnTo>
                  <a:cubicBezTo>
                    <a:pt x="3183" y="755"/>
                    <a:pt x="3220" y="829"/>
                    <a:pt x="3275" y="857"/>
                  </a:cubicBezTo>
                  <a:cubicBezTo>
                    <a:pt x="3424" y="922"/>
                    <a:pt x="3554" y="996"/>
                    <a:pt x="3674" y="1098"/>
                  </a:cubicBezTo>
                  <a:cubicBezTo>
                    <a:pt x="3702" y="1122"/>
                    <a:pt x="3735" y="1133"/>
                    <a:pt x="3767" y="1133"/>
                  </a:cubicBezTo>
                  <a:cubicBezTo>
                    <a:pt x="3799" y="1133"/>
                    <a:pt x="3832" y="1122"/>
                    <a:pt x="3860" y="1098"/>
                  </a:cubicBezTo>
                  <a:lnTo>
                    <a:pt x="4212" y="848"/>
                  </a:lnTo>
                  <a:lnTo>
                    <a:pt x="4240" y="848"/>
                  </a:lnTo>
                  <a:cubicBezTo>
                    <a:pt x="4249" y="848"/>
                    <a:pt x="4259" y="857"/>
                    <a:pt x="4259" y="857"/>
                  </a:cubicBezTo>
                  <a:lnTo>
                    <a:pt x="4648" y="1395"/>
                  </a:lnTo>
                  <a:cubicBezTo>
                    <a:pt x="4658" y="1404"/>
                    <a:pt x="4658" y="1414"/>
                    <a:pt x="4658" y="1423"/>
                  </a:cubicBezTo>
                  <a:cubicBezTo>
                    <a:pt x="4658" y="1432"/>
                    <a:pt x="4648" y="1442"/>
                    <a:pt x="4639" y="1451"/>
                  </a:cubicBezTo>
                  <a:lnTo>
                    <a:pt x="4296" y="1701"/>
                  </a:lnTo>
                  <a:cubicBezTo>
                    <a:pt x="4240" y="1738"/>
                    <a:pt x="4212" y="1813"/>
                    <a:pt x="4240" y="1878"/>
                  </a:cubicBezTo>
                  <a:cubicBezTo>
                    <a:pt x="4296" y="2026"/>
                    <a:pt x="4333" y="2174"/>
                    <a:pt x="4351" y="2332"/>
                  </a:cubicBezTo>
                  <a:cubicBezTo>
                    <a:pt x="4351" y="2397"/>
                    <a:pt x="4407" y="2453"/>
                    <a:pt x="4481" y="2462"/>
                  </a:cubicBezTo>
                  <a:lnTo>
                    <a:pt x="4899" y="2536"/>
                  </a:lnTo>
                  <a:cubicBezTo>
                    <a:pt x="4917" y="2536"/>
                    <a:pt x="4936" y="2555"/>
                    <a:pt x="4927" y="2573"/>
                  </a:cubicBezTo>
                  <a:lnTo>
                    <a:pt x="4825" y="3223"/>
                  </a:lnTo>
                  <a:cubicBezTo>
                    <a:pt x="4825" y="3241"/>
                    <a:pt x="4815" y="3251"/>
                    <a:pt x="4806" y="3251"/>
                  </a:cubicBezTo>
                  <a:cubicBezTo>
                    <a:pt x="4797" y="3260"/>
                    <a:pt x="4787" y="3260"/>
                    <a:pt x="4778" y="3260"/>
                  </a:cubicBezTo>
                  <a:lnTo>
                    <a:pt x="4361" y="3195"/>
                  </a:lnTo>
                  <a:cubicBezTo>
                    <a:pt x="4349" y="3192"/>
                    <a:pt x="4338" y="3190"/>
                    <a:pt x="4326" y="3190"/>
                  </a:cubicBezTo>
                  <a:cubicBezTo>
                    <a:pt x="4271" y="3190"/>
                    <a:pt x="4217" y="3225"/>
                    <a:pt x="4194" y="3278"/>
                  </a:cubicBezTo>
                  <a:cubicBezTo>
                    <a:pt x="4129" y="3418"/>
                    <a:pt x="4045" y="3557"/>
                    <a:pt x="3953" y="3677"/>
                  </a:cubicBezTo>
                  <a:cubicBezTo>
                    <a:pt x="3906" y="3733"/>
                    <a:pt x="3906" y="3807"/>
                    <a:pt x="3953" y="3863"/>
                  </a:cubicBezTo>
                  <a:lnTo>
                    <a:pt x="4194" y="4206"/>
                  </a:lnTo>
                  <a:cubicBezTo>
                    <a:pt x="4212" y="4225"/>
                    <a:pt x="4203" y="4252"/>
                    <a:pt x="4184" y="4262"/>
                  </a:cubicBezTo>
                  <a:lnTo>
                    <a:pt x="3656" y="4651"/>
                  </a:lnTo>
                  <a:cubicBezTo>
                    <a:pt x="3648" y="4655"/>
                    <a:pt x="3639" y="4657"/>
                    <a:pt x="3630" y="4657"/>
                  </a:cubicBezTo>
                  <a:cubicBezTo>
                    <a:pt x="3617" y="4657"/>
                    <a:pt x="3605" y="4653"/>
                    <a:pt x="3600" y="4642"/>
                  </a:cubicBezTo>
                  <a:lnTo>
                    <a:pt x="3350" y="4299"/>
                  </a:lnTo>
                  <a:cubicBezTo>
                    <a:pt x="3324" y="4253"/>
                    <a:pt x="3279" y="4231"/>
                    <a:pt x="3233" y="4231"/>
                  </a:cubicBezTo>
                  <a:cubicBezTo>
                    <a:pt x="3213" y="4231"/>
                    <a:pt x="3193" y="4235"/>
                    <a:pt x="3173" y="4243"/>
                  </a:cubicBezTo>
                  <a:cubicBezTo>
                    <a:pt x="3025" y="4299"/>
                    <a:pt x="2876" y="4336"/>
                    <a:pt x="2719" y="4345"/>
                  </a:cubicBezTo>
                  <a:cubicBezTo>
                    <a:pt x="2654" y="4354"/>
                    <a:pt x="2598" y="4410"/>
                    <a:pt x="2580" y="4475"/>
                  </a:cubicBezTo>
                  <a:lnTo>
                    <a:pt x="2515" y="4902"/>
                  </a:lnTo>
                  <a:cubicBezTo>
                    <a:pt x="2515" y="4911"/>
                    <a:pt x="2505" y="4920"/>
                    <a:pt x="2496" y="4920"/>
                  </a:cubicBezTo>
                  <a:cubicBezTo>
                    <a:pt x="2496" y="4930"/>
                    <a:pt x="2478" y="4930"/>
                    <a:pt x="2468" y="4930"/>
                  </a:cubicBezTo>
                  <a:lnTo>
                    <a:pt x="1819" y="4828"/>
                  </a:lnTo>
                  <a:cubicBezTo>
                    <a:pt x="1810" y="4828"/>
                    <a:pt x="1800" y="4818"/>
                    <a:pt x="1800" y="4809"/>
                  </a:cubicBezTo>
                  <a:cubicBezTo>
                    <a:pt x="1791" y="4800"/>
                    <a:pt x="1791" y="4790"/>
                    <a:pt x="1791" y="4781"/>
                  </a:cubicBezTo>
                  <a:lnTo>
                    <a:pt x="1856" y="4364"/>
                  </a:lnTo>
                  <a:cubicBezTo>
                    <a:pt x="1865" y="4290"/>
                    <a:pt x="1828" y="4225"/>
                    <a:pt x="1772" y="4197"/>
                  </a:cubicBezTo>
                  <a:cubicBezTo>
                    <a:pt x="1624" y="4132"/>
                    <a:pt x="1494" y="4048"/>
                    <a:pt x="1374" y="3956"/>
                  </a:cubicBezTo>
                  <a:cubicBezTo>
                    <a:pt x="1346" y="3928"/>
                    <a:pt x="1309" y="3918"/>
                    <a:pt x="1281" y="3918"/>
                  </a:cubicBezTo>
                  <a:cubicBezTo>
                    <a:pt x="1244" y="3918"/>
                    <a:pt x="1216" y="3928"/>
                    <a:pt x="1188" y="3946"/>
                  </a:cubicBezTo>
                  <a:lnTo>
                    <a:pt x="845" y="4197"/>
                  </a:lnTo>
                  <a:cubicBezTo>
                    <a:pt x="836" y="4206"/>
                    <a:pt x="817" y="4206"/>
                    <a:pt x="808" y="4206"/>
                  </a:cubicBezTo>
                  <a:cubicBezTo>
                    <a:pt x="798" y="4206"/>
                    <a:pt x="789" y="4197"/>
                    <a:pt x="789" y="4187"/>
                  </a:cubicBezTo>
                  <a:lnTo>
                    <a:pt x="400" y="3659"/>
                  </a:lnTo>
                  <a:cubicBezTo>
                    <a:pt x="390" y="3649"/>
                    <a:pt x="390" y="3640"/>
                    <a:pt x="390" y="3631"/>
                  </a:cubicBezTo>
                  <a:cubicBezTo>
                    <a:pt x="390" y="3612"/>
                    <a:pt x="400" y="3603"/>
                    <a:pt x="409" y="3603"/>
                  </a:cubicBezTo>
                  <a:lnTo>
                    <a:pt x="752" y="3353"/>
                  </a:lnTo>
                  <a:cubicBezTo>
                    <a:pt x="808" y="3306"/>
                    <a:pt x="836" y="3241"/>
                    <a:pt x="808" y="3176"/>
                  </a:cubicBezTo>
                  <a:cubicBezTo>
                    <a:pt x="752" y="3028"/>
                    <a:pt x="715" y="2879"/>
                    <a:pt x="696" y="2722"/>
                  </a:cubicBezTo>
                  <a:cubicBezTo>
                    <a:pt x="696" y="2657"/>
                    <a:pt x="641" y="2601"/>
                    <a:pt x="567" y="2583"/>
                  </a:cubicBezTo>
                  <a:lnTo>
                    <a:pt x="149" y="2518"/>
                  </a:lnTo>
                  <a:cubicBezTo>
                    <a:pt x="140" y="2518"/>
                    <a:pt x="131" y="2508"/>
                    <a:pt x="121" y="2499"/>
                  </a:cubicBezTo>
                  <a:cubicBezTo>
                    <a:pt x="121" y="2490"/>
                    <a:pt x="121" y="2481"/>
                    <a:pt x="121" y="2471"/>
                  </a:cubicBezTo>
                  <a:lnTo>
                    <a:pt x="223" y="1822"/>
                  </a:lnTo>
                  <a:cubicBezTo>
                    <a:pt x="223" y="1813"/>
                    <a:pt x="233" y="1803"/>
                    <a:pt x="242" y="1794"/>
                  </a:cubicBezTo>
                  <a:lnTo>
                    <a:pt x="270" y="1794"/>
                  </a:lnTo>
                  <a:lnTo>
                    <a:pt x="687" y="1859"/>
                  </a:lnTo>
                  <a:cubicBezTo>
                    <a:pt x="694" y="1860"/>
                    <a:pt x="700" y="1860"/>
                    <a:pt x="707" y="1860"/>
                  </a:cubicBezTo>
                  <a:cubicBezTo>
                    <a:pt x="767" y="1860"/>
                    <a:pt x="829" y="1825"/>
                    <a:pt x="854" y="1766"/>
                  </a:cubicBezTo>
                  <a:cubicBezTo>
                    <a:pt x="919" y="1627"/>
                    <a:pt x="1003" y="1497"/>
                    <a:pt x="1095" y="1377"/>
                  </a:cubicBezTo>
                  <a:cubicBezTo>
                    <a:pt x="1142" y="1321"/>
                    <a:pt x="1142" y="1247"/>
                    <a:pt x="1105" y="1191"/>
                  </a:cubicBezTo>
                  <a:lnTo>
                    <a:pt x="854" y="839"/>
                  </a:lnTo>
                  <a:cubicBezTo>
                    <a:pt x="836" y="820"/>
                    <a:pt x="845" y="801"/>
                    <a:pt x="863" y="783"/>
                  </a:cubicBezTo>
                  <a:lnTo>
                    <a:pt x="1392" y="403"/>
                  </a:lnTo>
                  <a:cubicBezTo>
                    <a:pt x="1399" y="396"/>
                    <a:pt x="1408" y="392"/>
                    <a:pt x="1416" y="392"/>
                  </a:cubicBezTo>
                  <a:cubicBezTo>
                    <a:pt x="1429" y="392"/>
                    <a:pt x="1442" y="400"/>
                    <a:pt x="1448" y="412"/>
                  </a:cubicBezTo>
                  <a:lnTo>
                    <a:pt x="1698" y="755"/>
                  </a:lnTo>
                  <a:cubicBezTo>
                    <a:pt x="1733" y="797"/>
                    <a:pt x="1778" y="818"/>
                    <a:pt x="1826" y="818"/>
                  </a:cubicBezTo>
                  <a:cubicBezTo>
                    <a:pt x="1842" y="818"/>
                    <a:pt x="1858" y="815"/>
                    <a:pt x="1875" y="811"/>
                  </a:cubicBezTo>
                  <a:cubicBezTo>
                    <a:pt x="2023" y="755"/>
                    <a:pt x="2171" y="718"/>
                    <a:pt x="2329" y="699"/>
                  </a:cubicBezTo>
                  <a:cubicBezTo>
                    <a:pt x="2394" y="690"/>
                    <a:pt x="2450" y="644"/>
                    <a:pt x="2468" y="570"/>
                  </a:cubicBezTo>
                  <a:lnTo>
                    <a:pt x="2533" y="152"/>
                  </a:lnTo>
                  <a:cubicBezTo>
                    <a:pt x="2533" y="134"/>
                    <a:pt x="2561" y="115"/>
                    <a:pt x="2580" y="115"/>
                  </a:cubicBezTo>
                  <a:close/>
                  <a:moveTo>
                    <a:pt x="2565" y="0"/>
                  </a:moveTo>
                  <a:cubicBezTo>
                    <a:pt x="2533" y="0"/>
                    <a:pt x="2505" y="11"/>
                    <a:pt x="2478" y="32"/>
                  </a:cubicBezTo>
                  <a:cubicBezTo>
                    <a:pt x="2440" y="50"/>
                    <a:pt x="2422" y="87"/>
                    <a:pt x="2413" y="134"/>
                  </a:cubicBezTo>
                  <a:lnTo>
                    <a:pt x="2348" y="551"/>
                  </a:lnTo>
                  <a:cubicBezTo>
                    <a:pt x="2348" y="570"/>
                    <a:pt x="2329" y="579"/>
                    <a:pt x="2311" y="579"/>
                  </a:cubicBezTo>
                  <a:cubicBezTo>
                    <a:pt x="2153" y="597"/>
                    <a:pt x="1986" y="644"/>
                    <a:pt x="1837" y="699"/>
                  </a:cubicBezTo>
                  <a:cubicBezTo>
                    <a:pt x="1819" y="699"/>
                    <a:pt x="1800" y="699"/>
                    <a:pt x="1791" y="681"/>
                  </a:cubicBezTo>
                  <a:lnTo>
                    <a:pt x="1541" y="338"/>
                  </a:lnTo>
                  <a:cubicBezTo>
                    <a:pt x="1512" y="297"/>
                    <a:pt x="1461" y="275"/>
                    <a:pt x="1412" y="275"/>
                  </a:cubicBezTo>
                  <a:cubicBezTo>
                    <a:pt x="1382" y="275"/>
                    <a:pt x="1352" y="283"/>
                    <a:pt x="1327" y="301"/>
                  </a:cubicBezTo>
                  <a:lnTo>
                    <a:pt x="789" y="690"/>
                  </a:lnTo>
                  <a:cubicBezTo>
                    <a:pt x="724" y="737"/>
                    <a:pt x="706" y="839"/>
                    <a:pt x="752" y="904"/>
                  </a:cubicBezTo>
                  <a:lnTo>
                    <a:pt x="1003" y="1256"/>
                  </a:lnTo>
                  <a:cubicBezTo>
                    <a:pt x="1021" y="1265"/>
                    <a:pt x="1021" y="1284"/>
                    <a:pt x="1003" y="1302"/>
                  </a:cubicBezTo>
                  <a:cubicBezTo>
                    <a:pt x="900" y="1423"/>
                    <a:pt x="817" y="1571"/>
                    <a:pt x="743" y="1720"/>
                  </a:cubicBezTo>
                  <a:cubicBezTo>
                    <a:pt x="743" y="1729"/>
                    <a:pt x="724" y="1738"/>
                    <a:pt x="706" y="1738"/>
                  </a:cubicBezTo>
                  <a:lnTo>
                    <a:pt x="288" y="1673"/>
                  </a:lnTo>
                  <a:cubicBezTo>
                    <a:pt x="277" y="1671"/>
                    <a:pt x="266" y="1670"/>
                    <a:pt x="255" y="1670"/>
                  </a:cubicBezTo>
                  <a:cubicBezTo>
                    <a:pt x="223" y="1670"/>
                    <a:pt x="195" y="1680"/>
                    <a:pt x="168" y="1701"/>
                  </a:cubicBezTo>
                  <a:cubicBezTo>
                    <a:pt x="140" y="1720"/>
                    <a:pt x="112" y="1757"/>
                    <a:pt x="103" y="1803"/>
                  </a:cubicBezTo>
                  <a:lnTo>
                    <a:pt x="1" y="2453"/>
                  </a:lnTo>
                  <a:cubicBezTo>
                    <a:pt x="1" y="2490"/>
                    <a:pt x="10" y="2536"/>
                    <a:pt x="28" y="2564"/>
                  </a:cubicBezTo>
                  <a:cubicBezTo>
                    <a:pt x="56" y="2601"/>
                    <a:pt x="93" y="2620"/>
                    <a:pt x="131" y="2629"/>
                  </a:cubicBezTo>
                  <a:lnTo>
                    <a:pt x="548" y="2694"/>
                  </a:lnTo>
                  <a:cubicBezTo>
                    <a:pt x="567" y="2703"/>
                    <a:pt x="585" y="2712"/>
                    <a:pt x="585" y="2731"/>
                  </a:cubicBezTo>
                  <a:cubicBezTo>
                    <a:pt x="604" y="2898"/>
                    <a:pt x="641" y="3056"/>
                    <a:pt x="696" y="3213"/>
                  </a:cubicBezTo>
                  <a:cubicBezTo>
                    <a:pt x="706" y="3223"/>
                    <a:pt x="696" y="3241"/>
                    <a:pt x="687" y="3251"/>
                  </a:cubicBezTo>
                  <a:lnTo>
                    <a:pt x="344" y="3501"/>
                  </a:lnTo>
                  <a:cubicBezTo>
                    <a:pt x="307" y="3529"/>
                    <a:pt x="288" y="3566"/>
                    <a:pt x="279" y="3603"/>
                  </a:cubicBezTo>
                  <a:cubicBezTo>
                    <a:pt x="270" y="3649"/>
                    <a:pt x="279" y="3687"/>
                    <a:pt x="307" y="3724"/>
                  </a:cubicBezTo>
                  <a:lnTo>
                    <a:pt x="696" y="4252"/>
                  </a:lnTo>
                  <a:cubicBezTo>
                    <a:pt x="715" y="4290"/>
                    <a:pt x="752" y="4308"/>
                    <a:pt x="798" y="4317"/>
                  </a:cubicBezTo>
                  <a:cubicBezTo>
                    <a:pt x="808" y="4320"/>
                    <a:pt x="817" y="4321"/>
                    <a:pt x="826" y="4321"/>
                  </a:cubicBezTo>
                  <a:cubicBezTo>
                    <a:pt x="854" y="4321"/>
                    <a:pt x="882" y="4310"/>
                    <a:pt x="910" y="4290"/>
                  </a:cubicBezTo>
                  <a:lnTo>
                    <a:pt x="1253" y="4039"/>
                  </a:lnTo>
                  <a:cubicBezTo>
                    <a:pt x="1262" y="4034"/>
                    <a:pt x="1272" y="4032"/>
                    <a:pt x="1280" y="4032"/>
                  </a:cubicBezTo>
                  <a:cubicBezTo>
                    <a:pt x="1288" y="4032"/>
                    <a:pt x="1295" y="4034"/>
                    <a:pt x="1299" y="4039"/>
                  </a:cubicBezTo>
                  <a:cubicBezTo>
                    <a:pt x="1429" y="4141"/>
                    <a:pt x="1568" y="4234"/>
                    <a:pt x="1726" y="4299"/>
                  </a:cubicBezTo>
                  <a:cubicBezTo>
                    <a:pt x="1735" y="4308"/>
                    <a:pt x="1745" y="4327"/>
                    <a:pt x="1745" y="4345"/>
                  </a:cubicBezTo>
                  <a:lnTo>
                    <a:pt x="1670" y="4763"/>
                  </a:lnTo>
                  <a:cubicBezTo>
                    <a:pt x="1670" y="4800"/>
                    <a:pt x="1680" y="4846"/>
                    <a:pt x="1698" y="4874"/>
                  </a:cubicBezTo>
                  <a:cubicBezTo>
                    <a:pt x="1726" y="4911"/>
                    <a:pt x="1763" y="4930"/>
                    <a:pt x="1800" y="4939"/>
                  </a:cubicBezTo>
                  <a:lnTo>
                    <a:pt x="2450" y="5041"/>
                  </a:lnTo>
                  <a:cubicBezTo>
                    <a:pt x="2459" y="5041"/>
                    <a:pt x="2468" y="5050"/>
                    <a:pt x="2478" y="5050"/>
                  </a:cubicBezTo>
                  <a:cubicBezTo>
                    <a:pt x="2515" y="5050"/>
                    <a:pt x="2542" y="5041"/>
                    <a:pt x="2570" y="5013"/>
                  </a:cubicBezTo>
                  <a:cubicBezTo>
                    <a:pt x="2598" y="4995"/>
                    <a:pt x="2626" y="4957"/>
                    <a:pt x="2635" y="4911"/>
                  </a:cubicBezTo>
                  <a:lnTo>
                    <a:pt x="2700" y="4494"/>
                  </a:lnTo>
                  <a:cubicBezTo>
                    <a:pt x="2700" y="4475"/>
                    <a:pt x="2719" y="4466"/>
                    <a:pt x="2728" y="4466"/>
                  </a:cubicBezTo>
                  <a:cubicBezTo>
                    <a:pt x="2895" y="4447"/>
                    <a:pt x="3062" y="4401"/>
                    <a:pt x="3210" y="4345"/>
                  </a:cubicBezTo>
                  <a:cubicBezTo>
                    <a:pt x="3229" y="4345"/>
                    <a:pt x="3247" y="4345"/>
                    <a:pt x="3257" y="4364"/>
                  </a:cubicBezTo>
                  <a:lnTo>
                    <a:pt x="3507" y="4707"/>
                  </a:lnTo>
                  <a:cubicBezTo>
                    <a:pt x="3536" y="4747"/>
                    <a:pt x="3587" y="4770"/>
                    <a:pt x="3636" y="4770"/>
                  </a:cubicBezTo>
                  <a:cubicBezTo>
                    <a:pt x="3666" y="4770"/>
                    <a:pt x="3696" y="4762"/>
                    <a:pt x="3721" y="4744"/>
                  </a:cubicBezTo>
                  <a:lnTo>
                    <a:pt x="4259" y="4354"/>
                  </a:lnTo>
                  <a:cubicBezTo>
                    <a:pt x="4324" y="4299"/>
                    <a:pt x="4342" y="4206"/>
                    <a:pt x="4286" y="4132"/>
                  </a:cubicBezTo>
                  <a:lnTo>
                    <a:pt x="4036" y="3789"/>
                  </a:lnTo>
                  <a:cubicBezTo>
                    <a:pt x="4027" y="3779"/>
                    <a:pt x="4027" y="3761"/>
                    <a:pt x="4036" y="3742"/>
                  </a:cubicBezTo>
                  <a:cubicBezTo>
                    <a:pt x="4147" y="3622"/>
                    <a:pt x="4231" y="3473"/>
                    <a:pt x="4296" y="3325"/>
                  </a:cubicBezTo>
                  <a:cubicBezTo>
                    <a:pt x="4303" y="3311"/>
                    <a:pt x="4314" y="3303"/>
                    <a:pt x="4327" y="3303"/>
                  </a:cubicBezTo>
                  <a:cubicBezTo>
                    <a:pt x="4332" y="3303"/>
                    <a:pt x="4337" y="3304"/>
                    <a:pt x="4342" y="3306"/>
                  </a:cubicBezTo>
                  <a:lnTo>
                    <a:pt x="4760" y="3371"/>
                  </a:lnTo>
                  <a:cubicBezTo>
                    <a:pt x="4771" y="3373"/>
                    <a:pt x="4782" y="3375"/>
                    <a:pt x="4793" y="3375"/>
                  </a:cubicBezTo>
                  <a:cubicBezTo>
                    <a:pt x="4825" y="3375"/>
                    <a:pt x="4852" y="3364"/>
                    <a:pt x="4880" y="3343"/>
                  </a:cubicBezTo>
                  <a:cubicBezTo>
                    <a:pt x="4908" y="3315"/>
                    <a:pt x="4936" y="3278"/>
                    <a:pt x="4936" y="3241"/>
                  </a:cubicBezTo>
                  <a:lnTo>
                    <a:pt x="5047" y="2592"/>
                  </a:lnTo>
                  <a:cubicBezTo>
                    <a:pt x="5056" y="2508"/>
                    <a:pt x="5001" y="2425"/>
                    <a:pt x="4917" y="2416"/>
                  </a:cubicBezTo>
                  <a:lnTo>
                    <a:pt x="4491" y="2351"/>
                  </a:lnTo>
                  <a:cubicBezTo>
                    <a:pt x="4481" y="2341"/>
                    <a:pt x="4463" y="2332"/>
                    <a:pt x="4463" y="2314"/>
                  </a:cubicBezTo>
                  <a:cubicBezTo>
                    <a:pt x="4444" y="2147"/>
                    <a:pt x="4407" y="1989"/>
                    <a:pt x="4351" y="1831"/>
                  </a:cubicBezTo>
                  <a:cubicBezTo>
                    <a:pt x="4342" y="1822"/>
                    <a:pt x="4351" y="1803"/>
                    <a:pt x="4361" y="1794"/>
                  </a:cubicBezTo>
                  <a:lnTo>
                    <a:pt x="4704" y="1544"/>
                  </a:lnTo>
                  <a:cubicBezTo>
                    <a:pt x="4741" y="1516"/>
                    <a:pt x="4760" y="1479"/>
                    <a:pt x="4769" y="1442"/>
                  </a:cubicBezTo>
                  <a:cubicBezTo>
                    <a:pt x="4778" y="1395"/>
                    <a:pt x="4769" y="1358"/>
                    <a:pt x="4741" y="1321"/>
                  </a:cubicBezTo>
                  <a:lnTo>
                    <a:pt x="4351" y="792"/>
                  </a:lnTo>
                  <a:cubicBezTo>
                    <a:pt x="4333" y="755"/>
                    <a:pt x="4296" y="737"/>
                    <a:pt x="4249" y="727"/>
                  </a:cubicBezTo>
                  <a:cubicBezTo>
                    <a:pt x="4240" y="725"/>
                    <a:pt x="4230" y="724"/>
                    <a:pt x="4220" y="724"/>
                  </a:cubicBezTo>
                  <a:cubicBezTo>
                    <a:pt x="4190" y="724"/>
                    <a:pt x="4159" y="734"/>
                    <a:pt x="4138" y="755"/>
                  </a:cubicBezTo>
                  <a:lnTo>
                    <a:pt x="3795" y="1006"/>
                  </a:lnTo>
                  <a:cubicBezTo>
                    <a:pt x="3786" y="1010"/>
                    <a:pt x="3776" y="1013"/>
                    <a:pt x="3768" y="1013"/>
                  </a:cubicBezTo>
                  <a:cubicBezTo>
                    <a:pt x="3760" y="1013"/>
                    <a:pt x="3753" y="1010"/>
                    <a:pt x="3748" y="1006"/>
                  </a:cubicBezTo>
                  <a:cubicBezTo>
                    <a:pt x="3619" y="904"/>
                    <a:pt x="3479" y="811"/>
                    <a:pt x="3322" y="746"/>
                  </a:cubicBezTo>
                  <a:cubicBezTo>
                    <a:pt x="3312" y="737"/>
                    <a:pt x="3303" y="718"/>
                    <a:pt x="3303" y="709"/>
                  </a:cubicBezTo>
                  <a:lnTo>
                    <a:pt x="3368" y="282"/>
                  </a:lnTo>
                  <a:cubicBezTo>
                    <a:pt x="3387" y="199"/>
                    <a:pt x="3331" y="124"/>
                    <a:pt x="3247" y="106"/>
                  </a:cubicBezTo>
                  <a:lnTo>
                    <a:pt x="2598" y="4"/>
                  </a:lnTo>
                  <a:cubicBezTo>
                    <a:pt x="2587" y="1"/>
                    <a:pt x="2576" y="0"/>
                    <a:pt x="25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3">
              <a:extLst>
                <a:ext uri="{FF2B5EF4-FFF2-40B4-BE49-F238E27FC236}">
                  <a16:creationId xmlns:a16="http://schemas.microsoft.com/office/drawing/2014/main" id="{8205950A-0084-A432-ADFA-0121CACEBF40}"/>
                </a:ext>
              </a:extLst>
            </p:cNvPr>
            <p:cNvSpPr/>
            <p:nvPr/>
          </p:nvSpPr>
          <p:spPr>
            <a:xfrm>
              <a:off x="2058200" y="2676025"/>
              <a:ext cx="27400" cy="28550"/>
            </a:xfrm>
            <a:custGeom>
              <a:avLst/>
              <a:gdLst/>
              <a:ahLst/>
              <a:cxnLst/>
              <a:rect l="l" t="t" r="r" b="b"/>
              <a:pathLst>
                <a:path w="1096" h="1142" extrusionOk="0">
                  <a:moveTo>
                    <a:pt x="956" y="0"/>
                  </a:moveTo>
                  <a:cubicBezTo>
                    <a:pt x="937" y="0"/>
                    <a:pt x="910" y="9"/>
                    <a:pt x="891" y="19"/>
                  </a:cubicBezTo>
                  <a:lnTo>
                    <a:pt x="75" y="445"/>
                  </a:lnTo>
                  <a:cubicBezTo>
                    <a:pt x="28" y="473"/>
                    <a:pt x="0" y="520"/>
                    <a:pt x="0" y="566"/>
                  </a:cubicBezTo>
                  <a:cubicBezTo>
                    <a:pt x="0" y="612"/>
                    <a:pt x="38" y="659"/>
                    <a:pt x="75" y="687"/>
                  </a:cubicBezTo>
                  <a:lnTo>
                    <a:pt x="84" y="687"/>
                  </a:lnTo>
                  <a:lnTo>
                    <a:pt x="891" y="1132"/>
                  </a:lnTo>
                  <a:cubicBezTo>
                    <a:pt x="910" y="1141"/>
                    <a:pt x="937" y="1141"/>
                    <a:pt x="956" y="1141"/>
                  </a:cubicBezTo>
                  <a:cubicBezTo>
                    <a:pt x="1030" y="1141"/>
                    <a:pt x="1086" y="1085"/>
                    <a:pt x="1086" y="1011"/>
                  </a:cubicBezTo>
                  <a:cubicBezTo>
                    <a:pt x="1086" y="956"/>
                    <a:pt x="1067" y="909"/>
                    <a:pt x="1021" y="891"/>
                  </a:cubicBezTo>
                  <a:lnTo>
                    <a:pt x="427" y="566"/>
                  </a:lnTo>
                  <a:lnTo>
                    <a:pt x="1021" y="260"/>
                  </a:lnTo>
                  <a:cubicBezTo>
                    <a:pt x="1067" y="232"/>
                    <a:pt x="1095" y="186"/>
                    <a:pt x="1095" y="139"/>
                  </a:cubicBezTo>
                  <a:cubicBezTo>
                    <a:pt x="1095" y="65"/>
                    <a:pt x="1030" y="0"/>
                    <a:pt x="9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3">
              <a:extLst>
                <a:ext uri="{FF2B5EF4-FFF2-40B4-BE49-F238E27FC236}">
                  <a16:creationId xmlns:a16="http://schemas.microsoft.com/office/drawing/2014/main" id="{556BC54D-E885-8DC5-FF86-E1F364EA7032}"/>
                </a:ext>
              </a:extLst>
            </p:cNvPr>
            <p:cNvSpPr/>
            <p:nvPr/>
          </p:nvSpPr>
          <p:spPr>
            <a:xfrm>
              <a:off x="2088825" y="2662325"/>
              <a:ext cx="22975" cy="53375"/>
            </a:xfrm>
            <a:custGeom>
              <a:avLst/>
              <a:gdLst/>
              <a:ahLst/>
              <a:cxnLst/>
              <a:rect l="l" t="t" r="r" b="b"/>
              <a:pathLst>
                <a:path w="919" h="2135" extrusionOk="0">
                  <a:moveTo>
                    <a:pt x="751" y="1"/>
                  </a:moveTo>
                  <a:cubicBezTo>
                    <a:pt x="677" y="1"/>
                    <a:pt x="612" y="47"/>
                    <a:pt x="584" y="121"/>
                  </a:cubicBezTo>
                  <a:lnTo>
                    <a:pt x="9" y="1921"/>
                  </a:lnTo>
                  <a:cubicBezTo>
                    <a:pt x="0" y="1930"/>
                    <a:pt x="0" y="1949"/>
                    <a:pt x="0" y="1967"/>
                  </a:cubicBezTo>
                  <a:cubicBezTo>
                    <a:pt x="0" y="2042"/>
                    <a:pt x="46" y="2107"/>
                    <a:pt x="121" y="2134"/>
                  </a:cubicBezTo>
                  <a:lnTo>
                    <a:pt x="167" y="2134"/>
                  </a:lnTo>
                  <a:cubicBezTo>
                    <a:pt x="241" y="2134"/>
                    <a:pt x="306" y="2088"/>
                    <a:pt x="325" y="2023"/>
                  </a:cubicBezTo>
                  <a:lnTo>
                    <a:pt x="909" y="242"/>
                  </a:lnTo>
                  <a:cubicBezTo>
                    <a:pt x="909" y="223"/>
                    <a:pt x="918" y="205"/>
                    <a:pt x="918" y="186"/>
                  </a:cubicBezTo>
                  <a:cubicBezTo>
                    <a:pt x="918" y="84"/>
                    <a:pt x="844" y="1"/>
                    <a:pt x="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3">
              <a:extLst>
                <a:ext uri="{FF2B5EF4-FFF2-40B4-BE49-F238E27FC236}">
                  <a16:creationId xmlns:a16="http://schemas.microsoft.com/office/drawing/2014/main" id="{AACEB1A9-3627-F487-FCAE-D77C0000AF66}"/>
                </a:ext>
              </a:extLst>
            </p:cNvPr>
            <p:cNvSpPr/>
            <p:nvPr/>
          </p:nvSpPr>
          <p:spPr>
            <a:xfrm>
              <a:off x="2114100" y="2676025"/>
              <a:ext cx="27150" cy="28550"/>
            </a:xfrm>
            <a:custGeom>
              <a:avLst/>
              <a:gdLst/>
              <a:ahLst/>
              <a:cxnLst/>
              <a:rect l="l" t="t" r="r" b="b"/>
              <a:pathLst>
                <a:path w="1086" h="1142" extrusionOk="0">
                  <a:moveTo>
                    <a:pt x="130" y="0"/>
                  </a:moveTo>
                  <a:cubicBezTo>
                    <a:pt x="56" y="0"/>
                    <a:pt x="0" y="65"/>
                    <a:pt x="0" y="139"/>
                  </a:cubicBezTo>
                  <a:cubicBezTo>
                    <a:pt x="0" y="186"/>
                    <a:pt x="19" y="232"/>
                    <a:pt x="65" y="260"/>
                  </a:cubicBezTo>
                  <a:lnTo>
                    <a:pt x="659" y="566"/>
                  </a:lnTo>
                  <a:lnTo>
                    <a:pt x="74" y="891"/>
                  </a:lnTo>
                  <a:cubicBezTo>
                    <a:pt x="28" y="909"/>
                    <a:pt x="0" y="956"/>
                    <a:pt x="0" y="1011"/>
                  </a:cubicBezTo>
                  <a:cubicBezTo>
                    <a:pt x="0" y="1076"/>
                    <a:pt x="56" y="1141"/>
                    <a:pt x="130" y="1141"/>
                  </a:cubicBezTo>
                  <a:cubicBezTo>
                    <a:pt x="158" y="1141"/>
                    <a:pt x="176" y="1141"/>
                    <a:pt x="195" y="1132"/>
                  </a:cubicBezTo>
                  <a:lnTo>
                    <a:pt x="1002" y="687"/>
                  </a:lnTo>
                  <a:lnTo>
                    <a:pt x="1011" y="687"/>
                  </a:lnTo>
                  <a:cubicBezTo>
                    <a:pt x="1058" y="659"/>
                    <a:pt x="1086" y="612"/>
                    <a:pt x="1086" y="566"/>
                  </a:cubicBezTo>
                  <a:cubicBezTo>
                    <a:pt x="1086" y="520"/>
                    <a:pt x="1058" y="473"/>
                    <a:pt x="1011" y="445"/>
                  </a:cubicBezTo>
                  <a:lnTo>
                    <a:pt x="195" y="19"/>
                  </a:lnTo>
                  <a:cubicBezTo>
                    <a:pt x="176" y="9"/>
                    <a:pt x="158" y="0"/>
                    <a:pt x="1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3">
              <a:extLst>
                <a:ext uri="{FF2B5EF4-FFF2-40B4-BE49-F238E27FC236}">
                  <a16:creationId xmlns:a16="http://schemas.microsoft.com/office/drawing/2014/main" id="{028587A3-B718-D3D3-E3AA-19AF4E81F6AB}"/>
                </a:ext>
              </a:extLst>
            </p:cNvPr>
            <p:cNvSpPr/>
            <p:nvPr/>
          </p:nvSpPr>
          <p:spPr>
            <a:xfrm>
              <a:off x="2002300" y="2589050"/>
              <a:ext cx="99050" cy="81425"/>
            </a:xfrm>
            <a:custGeom>
              <a:avLst/>
              <a:gdLst/>
              <a:ahLst/>
              <a:cxnLst/>
              <a:rect l="l" t="t" r="r" b="b"/>
              <a:pathLst>
                <a:path w="3962" h="3257" extrusionOk="0">
                  <a:moveTo>
                    <a:pt x="3906" y="0"/>
                  </a:moveTo>
                  <a:cubicBezTo>
                    <a:pt x="3535" y="0"/>
                    <a:pt x="3164" y="56"/>
                    <a:pt x="2802" y="158"/>
                  </a:cubicBezTo>
                  <a:cubicBezTo>
                    <a:pt x="1402" y="557"/>
                    <a:pt x="307" y="1744"/>
                    <a:pt x="1" y="3182"/>
                  </a:cubicBezTo>
                  <a:cubicBezTo>
                    <a:pt x="1" y="3219"/>
                    <a:pt x="19" y="3247"/>
                    <a:pt x="47" y="3256"/>
                  </a:cubicBezTo>
                  <a:lnTo>
                    <a:pt x="66" y="3256"/>
                  </a:lnTo>
                  <a:cubicBezTo>
                    <a:pt x="94" y="3256"/>
                    <a:pt x="112" y="3238"/>
                    <a:pt x="121" y="3210"/>
                  </a:cubicBezTo>
                  <a:cubicBezTo>
                    <a:pt x="409" y="1809"/>
                    <a:pt x="1476" y="659"/>
                    <a:pt x="2830" y="269"/>
                  </a:cubicBezTo>
                  <a:cubicBezTo>
                    <a:pt x="3183" y="167"/>
                    <a:pt x="3545" y="112"/>
                    <a:pt x="3906" y="112"/>
                  </a:cubicBezTo>
                  <a:cubicBezTo>
                    <a:pt x="3943" y="112"/>
                    <a:pt x="3962" y="93"/>
                    <a:pt x="3962" y="56"/>
                  </a:cubicBezTo>
                  <a:cubicBezTo>
                    <a:pt x="3962" y="28"/>
                    <a:pt x="3943" y="0"/>
                    <a:pt x="3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3">
              <a:extLst>
                <a:ext uri="{FF2B5EF4-FFF2-40B4-BE49-F238E27FC236}">
                  <a16:creationId xmlns:a16="http://schemas.microsoft.com/office/drawing/2014/main" id="{D17395C5-78F3-763C-7B24-76F3C077B284}"/>
                </a:ext>
              </a:extLst>
            </p:cNvPr>
            <p:cNvSpPr/>
            <p:nvPr/>
          </p:nvSpPr>
          <p:spPr>
            <a:xfrm>
              <a:off x="2000925" y="2593400"/>
              <a:ext cx="203875" cy="194875"/>
            </a:xfrm>
            <a:custGeom>
              <a:avLst/>
              <a:gdLst/>
              <a:ahLst/>
              <a:cxnLst/>
              <a:rect l="l" t="t" r="r" b="b"/>
              <a:pathLst>
                <a:path w="8155" h="7795" extrusionOk="0">
                  <a:moveTo>
                    <a:pt x="5133" y="0"/>
                  </a:moveTo>
                  <a:cubicBezTo>
                    <a:pt x="5109" y="0"/>
                    <a:pt x="5082" y="17"/>
                    <a:pt x="5075" y="40"/>
                  </a:cubicBezTo>
                  <a:cubicBezTo>
                    <a:pt x="5065" y="77"/>
                    <a:pt x="5084" y="105"/>
                    <a:pt x="5112" y="114"/>
                  </a:cubicBezTo>
                  <a:cubicBezTo>
                    <a:pt x="6568" y="568"/>
                    <a:pt x="7626" y="1839"/>
                    <a:pt x="7802" y="3351"/>
                  </a:cubicBezTo>
                  <a:cubicBezTo>
                    <a:pt x="8034" y="5216"/>
                    <a:pt x="6846" y="7006"/>
                    <a:pt x="5037" y="7526"/>
                  </a:cubicBezTo>
                  <a:cubicBezTo>
                    <a:pt x="4682" y="7628"/>
                    <a:pt x="4319" y="7679"/>
                    <a:pt x="3958" y="7679"/>
                  </a:cubicBezTo>
                  <a:cubicBezTo>
                    <a:pt x="3207" y="7679"/>
                    <a:pt x="2467" y="7460"/>
                    <a:pt x="1828" y="7034"/>
                  </a:cubicBezTo>
                  <a:cubicBezTo>
                    <a:pt x="881" y="6413"/>
                    <a:pt x="260" y="5402"/>
                    <a:pt x="121" y="4270"/>
                  </a:cubicBezTo>
                  <a:cubicBezTo>
                    <a:pt x="121" y="4233"/>
                    <a:pt x="93" y="4214"/>
                    <a:pt x="56" y="4214"/>
                  </a:cubicBezTo>
                  <a:cubicBezTo>
                    <a:pt x="28" y="4223"/>
                    <a:pt x="0" y="4251"/>
                    <a:pt x="9" y="4279"/>
                  </a:cubicBezTo>
                  <a:cubicBezTo>
                    <a:pt x="149" y="5448"/>
                    <a:pt x="789" y="6487"/>
                    <a:pt x="1763" y="7136"/>
                  </a:cubicBezTo>
                  <a:cubicBezTo>
                    <a:pt x="2421" y="7572"/>
                    <a:pt x="3182" y="7795"/>
                    <a:pt x="3961" y="7795"/>
                  </a:cubicBezTo>
                  <a:cubicBezTo>
                    <a:pt x="4332" y="7795"/>
                    <a:pt x="4703" y="7739"/>
                    <a:pt x="5075" y="7637"/>
                  </a:cubicBezTo>
                  <a:cubicBezTo>
                    <a:pt x="6930" y="7108"/>
                    <a:pt x="8154" y="5253"/>
                    <a:pt x="7922" y="3333"/>
                  </a:cubicBezTo>
                  <a:cubicBezTo>
                    <a:pt x="7728" y="1774"/>
                    <a:pt x="6642" y="476"/>
                    <a:pt x="5149" y="3"/>
                  </a:cubicBezTo>
                  <a:cubicBezTo>
                    <a:pt x="5144" y="1"/>
                    <a:pt x="5139" y="0"/>
                    <a:pt x="51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3">
              <a:extLst>
                <a:ext uri="{FF2B5EF4-FFF2-40B4-BE49-F238E27FC236}">
                  <a16:creationId xmlns:a16="http://schemas.microsoft.com/office/drawing/2014/main" id="{2826BF06-D4B1-1DFC-FCD2-0D68FBA70D02}"/>
                </a:ext>
              </a:extLst>
            </p:cNvPr>
            <p:cNvSpPr/>
            <p:nvPr/>
          </p:nvSpPr>
          <p:spPr>
            <a:xfrm>
              <a:off x="2012975" y="2606000"/>
              <a:ext cx="173975" cy="165350"/>
            </a:xfrm>
            <a:custGeom>
              <a:avLst/>
              <a:gdLst/>
              <a:ahLst/>
              <a:cxnLst/>
              <a:rect l="l" t="t" r="r" b="b"/>
              <a:pathLst>
                <a:path w="6959" h="6614" extrusionOk="0">
                  <a:moveTo>
                    <a:pt x="3479" y="83"/>
                  </a:moveTo>
                  <a:cubicBezTo>
                    <a:pt x="4110" y="83"/>
                    <a:pt x="4732" y="269"/>
                    <a:pt x="5260" y="621"/>
                  </a:cubicBezTo>
                  <a:cubicBezTo>
                    <a:pt x="6049" y="1141"/>
                    <a:pt x="6559" y="1985"/>
                    <a:pt x="6680" y="2922"/>
                  </a:cubicBezTo>
                  <a:cubicBezTo>
                    <a:pt x="6865" y="4480"/>
                    <a:pt x="5882" y="5974"/>
                    <a:pt x="4379" y="6400"/>
                  </a:cubicBezTo>
                  <a:cubicBezTo>
                    <a:pt x="4083" y="6484"/>
                    <a:pt x="3780" y="6526"/>
                    <a:pt x="3480" y="6526"/>
                  </a:cubicBezTo>
                  <a:cubicBezTo>
                    <a:pt x="2851" y="6526"/>
                    <a:pt x="2232" y="6344"/>
                    <a:pt x="1698" y="5992"/>
                  </a:cubicBezTo>
                  <a:cubicBezTo>
                    <a:pt x="919" y="5473"/>
                    <a:pt x="399" y="4629"/>
                    <a:pt x="279" y="3692"/>
                  </a:cubicBezTo>
                  <a:cubicBezTo>
                    <a:pt x="93" y="2133"/>
                    <a:pt x="1086" y="640"/>
                    <a:pt x="2589" y="213"/>
                  </a:cubicBezTo>
                  <a:cubicBezTo>
                    <a:pt x="2886" y="129"/>
                    <a:pt x="3182" y="83"/>
                    <a:pt x="3479" y="83"/>
                  </a:cubicBezTo>
                  <a:close/>
                  <a:moveTo>
                    <a:pt x="3477" y="0"/>
                  </a:moveTo>
                  <a:cubicBezTo>
                    <a:pt x="3171" y="0"/>
                    <a:pt x="2863" y="43"/>
                    <a:pt x="2561" y="129"/>
                  </a:cubicBezTo>
                  <a:cubicBezTo>
                    <a:pt x="1021" y="575"/>
                    <a:pt x="1" y="2105"/>
                    <a:pt x="195" y="3701"/>
                  </a:cubicBezTo>
                  <a:cubicBezTo>
                    <a:pt x="316" y="4666"/>
                    <a:pt x="845" y="5528"/>
                    <a:pt x="1652" y="6066"/>
                  </a:cubicBezTo>
                  <a:cubicBezTo>
                    <a:pt x="2199" y="6428"/>
                    <a:pt x="2839" y="6614"/>
                    <a:pt x="3479" y="6614"/>
                  </a:cubicBezTo>
                  <a:cubicBezTo>
                    <a:pt x="3785" y="6614"/>
                    <a:pt x="4101" y="6567"/>
                    <a:pt x="4398" y="6484"/>
                  </a:cubicBezTo>
                  <a:cubicBezTo>
                    <a:pt x="5938" y="6039"/>
                    <a:pt x="6958" y="4508"/>
                    <a:pt x="6763" y="2912"/>
                  </a:cubicBezTo>
                  <a:cubicBezTo>
                    <a:pt x="6643" y="1948"/>
                    <a:pt x="6114" y="1085"/>
                    <a:pt x="5307" y="547"/>
                  </a:cubicBezTo>
                  <a:cubicBezTo>
                    <a:pt x="4760" y="188"/>
                    <a:pt x="4123" y="0"/>
                    <a:pt x="34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3">
              <a:extLst>
                <a:ext uri="{FF2B5EF4-FFF2-40B4-BE49-F238E27FC236}">
                  <a16:creationId xmlns:a16="http://schemas.microsoft.com/office/drawing/2014/main" id="{CE120349-A689-4BA9-76B7-1EB91B4080E7}"/>
                </a:ext>
              </a:extLst>
            </p:cNvPr>
            <p:cNvSpPr/>
            <p:nvPr/>
          </p:nvSpPr>
          <p:spPr>
            <a:xfrm>
              <a:off x="2033850" y="2508575"/>
              <a:ext cx="13250" cy="56600"/>
            </a:xfrm>
            <a:custGeom>
              <a:avLst/>
              <a:gdLst/>
              <a:ahLst/>
              <a:cxnLst/>
              <a:rect l="l" t="t" r="r" b="b"/>
              <a:pathLst>
                <a:path w="530" h="2264" extrusionOk="0">
                  <a:moveTo>
                    <a:pt x="232" y="0"/>
                  </a:moveTo>
                  <a:cubicBezTo>
                    <a:pt x="102" y="0"/>
                    <a:pt x="0" y="102"/>
                    <a:pt x="0" y="232"/>
                  </a:cubicBezTo>
                  <a:lnTo>
                    <a:pt x="0" y="2023"/>
                  </a:lnTo>
                  <a:cubicBezTo>
                    <a:pt x="0" y="2152"/>
                    <a:pt x="102" y="2264"/>
                    <a:pt x="232" y="2264"/>
                  </a:cubicBezTo>
                  <a:lnTo>
                    <a:pt x="288" y="2264"/>
                  </a:lnTo>
                  <a:cubicBezTo>
                    <a:pt x="418" y="2264"/>
                    <a:pt x="529" y="2152"/>
                    <a:pt x="520" y="2023"/>
                  </a:cubicBezTo>
                  <a:lnTo>
                    <a:pt x="520" y="232"/>
                  </a:lnTo>
                  <a:cubicBezTo>
                    <a:pt x="520" y="102"/>
                    <a:pt x="418" y="0"/>
                    <a:pt x="2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3">
              <a:extLst>
                <a:ext uri="{FF2B5EF4-FFF2-40B4-BE49-F238E27FC236}">
                  <a16:creationId xmlns:a16="http://schemas.microsoft.com/office/drawing/2014/main" id="{167C1954-001D-3A7D-4428-0CA891E87992}"/>
                </a:ext>
              </a:extLst>
            </p:cNvPr>
            <p:cNvSpPr/>
            <p:nvPr/>
          </p:nvSpPr>
          <p:spPr>
            <a:xfrm>
              <a:off x="2032450" y="2507175"/>
              <a:ext cx="16025" cy="59400"/>
            </a:xfrm>
            <a:custGeom>
              <a:avLst/>
              <a:gdLst/>
              <a:ahLst/>
              <a:cxnLst/>
              <a:rect l="l" t="t" r="r" b="b"/>
              <a:pathLst>
                <a:path w="641" h="2376" extrusionOk="0">
                  <a:moveTo>
                    <a:pt x="344" y="112"/>
                  </a:moveTo>
                  <a:cubicBezTo>
                    <a:pt x="446" y="112"/>
                    <a:pt x="520" y="195"/>
                    <a:pt x="520" y="288"/>
                  </a:cubicBezTo>
                  <a:lnTo>
                    <a:pt x="520" y="2079"/>
                  </a:lnTo>
                  <a:cubicBezTo>
                    <a:pt x="520" y="2181"/>
                    <a:pt x="446" y="2255"/>
                    <a:pt x="344" y="2255"/>
                  </a:cubicBezTo>
                  <a:lnTo>
                    <a:pt x="298" y="2255"/>
                  </a:lnTo>
                  <a:cubicBezTo>
                    <a:pt x="196" y="2255"/>
                    <a:pt x="121" y="2181"/>
                    <a:pt x="121" y="2079"/>
                  </a:cubicBezTo>
                  <a:lnTo>
                    <a:pt x="121" y="288"/>
                  </a:lnTo>
                  <a:cubicBezTo>
                    <a:pt x="121" y="195"/>
                    <a:pt x="196" y="112"/>
                    <a:pt x="298" y="112"/>
                  </a:cubicBezTo>
                  <a:close/>
                  <a:moveTo>
                    <a:pt x="288" y="1"/>
                  </a:moveTo>
                  <a:cubicBezTo>
                    <a:pt x="131" y="1"/>
                    <a:pt x="1" y="131"/>
                    <a:pt x="1" y="288"/>
                  </a:cubicBezTo>
                  <a:lnTo>
                    <a:pt x="1" y="2079"/>
                  </a:lnTo>
                  <a:cubicBezTo>
                    <a:pt x="1" y="2246"/>
                    <a:pt x="131" y="2375"/>
                    <a:pt x="288" y="2375"/>
                  </a:cubicBezTo>
                  <a:lnTo>
                    <a:pt x="344" y="2375"/>
                  </a:lnTo>
                  <a:cubicBezTo>
                    <a:pt x="511" y="2375"/>
                    <a:pt x="641" y="2246"/>
                    <a:pt x="641" y="2079"/>
                  </a:cubicBezTo>
                  <a:lnTo>
                    <a:pt x="641" y="288"/>
                  </a:lnTo>
                  <a:cubicBezTo>
                    <a:pt x="641" y="131"/>
                    <a:pt x="502" y="1"/>
                    <a:pt x="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3">
              <a:extLst>
                <a:ext uri="{FF2B5EF4-FFF2-40B4-BE49-F238E27FC236}">
                  <a16:creationId xmlns:a16="http://schemas.microsoft.com/office/drawing/2014/main" id="{FCA3E8C4-7FA1-A1BF-912C-89352F0CB30B}"/>
                </a:ext>
              </a:extLst>
            </p:cNvPr>
            <p:cNvSpPr/>
            <p:nvPr/>
          </p:nvSpPr>
          <p:spPr>
            <a:xfrm>
              <a:off x="1764350" y="2410475"/>
              <a:ext cx="53850" cy="477775"/>
            </a:xfrm>
            <a:custGeom>
              <a:avLst/>
              <a:gdLst/>
              <a:ahLst/>
              <a:cxnLst/>
              <a:rect l="l" t="t" r="r" b="b"/>
              <a:pathLst>
                <a:path w="2154" h="19111" extrusionOk="0">
                  <a:moveTo>
                    <a:pt x="1615" y="0"/>
                  </a:moveTo>
                  <a:cubicBezTo>
                    <a:pt x="725" y="0"/>
                    <a:pt x="1" y="724"/>
                    <a:pt x="1" y="1614"/>
                  </a:cubicBezTo>
                  <a:lnTo>
                    <a:pt x="1" y="17496"/>
                  </a:lnTo>
                  <a:cubicBezTo>
                    <a:pt x="1" y="18387"/>
                    <a:pt x="725" y="19110"/>
                    <a:pt x="1615" y="19110"/>
                  </a:cubicBezTo>
                  <a:lnTo>
                    <a:pt x="2153" y="19110"/>
                  </a:lnTo>
                  <a:cubicBezTo>
                    <a:pt x="1272" y="19110"/>
                    <a:pt x="558" y="18396"/>
                    <a:pt x="558" y="17505"/>
                  </a:cubicBezTo>
                  <a:lnTo>
                    <a:pt x="558" y="1605"/>
                  </a:lnTo>
                  <a:cubicBezTo>
                    <a:pt x="558" y="724"/>
                    <a:pt x="1272" y="0"/>
                    <a:pt x="21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3">
              <a:extLst>
                <a:ext uri="{FF2B5EF4-FFF2-40B4-BE49-F238E27FC236}">
                  <a16:creationId xmlns:a16="http://schemas.microsoft.com/office/drawing/2014/main" id="{A89B2FB4-E214-C180-0A9B-A726BF2619B9}"/>
                </a:ext>
              </a:extLst>
            </p:cNvPr>
            <p:cNvSpPr/>
            <p:nvPr/>
          </p:nvSpPr>
          <p:spPr>
            <a:xfrm>
              <a:off x="1762975" y="2409075"/>
              <a:ext cx="55225" cy="480550"/>
            </a:xfrm>
            <a:custGeom>
              <a:avLst/>
              <a:gdLst/>
              <a:ahLst/>
              <a:cxnLst/>
              <a:rect l="l" t="t" r="r" b="b"/>
              <a:pathLst>
                <a:path w="2209" h="19222" extrusionOk="0">
                  <a:moveTo>
                    <a:pt x="1596" y="121"/>
                  </a:moveTo>
                  <a:lnTo>
                    <a:pt x="1596" y="121"/>
                  </a:lnTo>
                  <a:cubicBezTo>
                    <a:pt x="984" y="362"/>
                    <a:pt x="548" y="965"/>
                    <a:pt x="548" y="1661"/>
                  </a:cubicBezTo>
                  <a:lnTo>
                    <a:pt x="548" y="17561"/>
                  </a:lnTo>
                  <a:cubicBezTo>
                    <a:pt x="548" y="18266"/>
                    <a:pt x="984" y="18860"/>
                    <a:pt x="1596" y="19110"/>
                  </a:cubicBezTo>
                  <a:cubicBezTo>
                    <a:pt x="770" y="19073"/>
                    <a:pt x="112" y="18387"/>
                    <a:pt x="112" y="17552"/>
                  </a:cubicBezTo>
                  <a:lnTo>
                    <a:pt x="112" y="1670"/>
                  </a:lnTo>
                  <a:cubicBezTo>
                    <a:pt x="112" y="836"/>
                    <a:pt x="770" y="158"/>
                    <a:pt x="1596" y="121"/>
                  </a:cubicBezTo>
                  <a:close/>
                  <a:moveTo>
                    <a:pt x="1670" y="1"/>
                  </a:moveTo>
                  <a:cubicBezTo>
                    <a:pt x="742" y="1"/>
                    <a:pt x="0" y="752"/>
                    <a:pt x="0" y="1670"/>
                  </a:cubicBezTo>
                  <a:lnTo>
                    <a:pt x="0" y="17552"/>
                  </a:lnTo>
                  <a:cubicBezTo>
                    <a:pt x="0" y="18480"/>
                    <a:pt x="742" y="19222"/>
                    <a:pt x="1670" y="19222"/>
                  </a:cubicBezTo>
                  <a:lnTo>
                    <a:pt x="2208" y="19222"/>
                  </a:lnTo>
                  <a:lnTo>
                    <a:pt x="2208" y="19110"/>
                  </a:lnTo>
                  <a:cubicBezTo>
                    <a:pt x="1364" y="19110"/>
                    <a:pt x="668" y="18415"/>
                    <a:pt x="668" y="17561"/>
                  </a:cubicBezTo>
                  <a:lnTo>
                    <a:pt x="668" y="1661"/>
                  </a:lnTo>
                  <a:cubicBezTo>
                    <a:pt x="668" y="808"/>
                    <a:pt x="1364" y="121"/>
                    <a:pt x="2208" y="121"/>
                  </a:cubicBezTo>
                  <a:lnTo>
                    <a:pt x="2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3">
              <a:extLst>
                <a:ext uri="{FF2B5EF4-FFF2-40B4-BE49-F238E27FC236}">
                  <a16:creationId xmlns:a16="http://schemas.microsoft.com/office/drawing/2014/main" id="{EB5EDAD3-3763-A54C-45AD-C1FB35787D5C}"/>
                </a:ext>
              </a:extLst>
            </p:cNvPr>
            <p:cNvSpPr/>
            <p:nvPr/>
          </p:nvSpPr>
          <p:spPr>
            <a:xfrm>
              <a:off x="1768300" y="2473550"/>
              <a:ext cx="6750" cy="56375"/>
            </a:xfrm>
            <a:custGeom>
              <a:avLst/>
              <a:gdLst/>
              <a:ahLst/>
              <a:cxnLst/>
              <a:rect l="l" t="t" r="r" b="b"/>
              <a:pathLst>
                <a:path w="270" h="2255" extrusionOk="0">
                  <a:moveTo>
                    <a:pt x="140" y="1"/>
                  </a:moveTo>
                  <a:cubicBezTo>
                    <a:pt x="56" y="1"/>
                    <a:pt x="1" y="56"/>
                    <a:pt x="1" y="130"/>
                  </a:cubicBezTo>
                  <a:lnTo>
                    <a:pt x="1" y="2125"/>
                  </a:lnTo>
                  <a:cubicBezTo>
                    <a:pt x="1" y="2199"/>
                    <a:pt x="56" y="2255"/>
                    <a:pt x="140" y="2255"/>
                  </a:cubicBezTo>
                  <a:cubicBezTo>
                    <a:pt x="214" y="2255"/>
                    <a:pt x="270" y="2199"/>
                    <a:pt x="270" y="2125"/>
                  </a:cubicBezTo>
                  <a:lnTo>
                    <a:pt x="270" y="130"/>
                  </a:lnTo>
                  <a:cubicBezTo>
                    <a:pt x="270" y="5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3">
              <a:extLst>
                <a:ext uri="{FF2B5EF4-FFF2-40B4-BE49-F238E27FC236}">
                  <a16:creationId xmlns:a16="http://schemas.microsoft.com/office/drawing/2014/main" id="{EDCECDBA-D493-EA77-8170-9731D5205F2A}"/>
                </a:ext>
              </a:extLst>
            </p:cNvPr>
            <p:cNvSpPr/>
            <p:nvPr/>
          </p:nvSpPr>
          <p:spPr>
            <a:xfrm>
              <a:off x="1766088" y="2471511"/>
              <a:ext cx="9550" cy="59625"/>
            </a:xfrm>
            <a:custGeom>
              <a:avLst/>
              <a:gdLst/>
              <a:ahLst/>
              <a:cxnLst/>
              <a:rect l="l" t="t" r="r" b="b"/>
              <a:pathLst>
                <a:path w="382" h="2385" extrusionOk="0">
                  <a:moveTo>
                    <a:pt x="196" y="121"/>
                  </a:moveTo>
                  <a:cubicBezTo>
                    <a:pt x="233" y="121"/>
                    <a:pt x="270" y="158"/>
                    <a:pt x="270" y="205"/>
                  </a:cubicBezTo>
                  <a:lnTo>
                    <a:pt x="270" y="2190"/>
                  </a:lnTo>
                  <a:cubicBezTo>
                    <a:pt x="270" y="2227"/>
                    <a:pt x="233" y="2264"/>
                    <a:pt x="196" y="2264"/>
                  </a:cubicBezTo>
                  <a:cubicBezTo>
                    <a:pt x="149" y="2264"/>
                    <a:pt x="112" y="2227"/>
                    <a:pt x="112" y="2190"/>
                  </a:cubicBezTo>
                  <a:lnTo>
                    <a:pt x="112" y="205"/>
                  </a:lnTo>
                  <a:cubicBezTo>
                    <a:pt x="112" y="158"/>
                    <a:pt x="149" y="121"/>
                    <a:pt x="196" y="121"/>
                  </a:cubicBezTo>
                  <a:close/>
                  <a:moveTo>
                    <a:pt x="196" y="1"/>
                  </a:moveTo>
                  <a:cubicBezTo>
                    <a:pt x="84" y="1"/>
                    <a:pt x="1" y="93"/>
                    <a:pt x="1" y="195"/>
                  </a:cubicBezTo>
                  <a:lnTo>
                    <a:pt x="1" y="2190"/>
                  </a:lnTo>
                  <a:cubicBezTo>
                    <a:pt x="1" y="2292"/>
                    <a:pt x="84" y="2385"/>
                    <a:pt x="196" y="2385"/>
                  </a:cubicBezTo>
                  <a:cubicBezTo>
                    <a:pt x="298" y="2385"/>
                    <a:pt x="381" y="2292"/>
                    <a:pt x="381" y="2190"/>
                  </a:cubicBezTo>
                  <a:lnTo>
                    <a:pt x="381" y="195"/>
                  </a:lnTo>
                  <a:cubicBezTo>
                    <a:pt x="381" y="93"/>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3">
              <a:extLst>
                <a:ext uri="{FF2B5EF4-FFF2-40B4-BE49-F238E27FC236}">
                  <a16:creationId xmlns:a16="http://schemas.microsoft.com/office/drawing/2014/main" id="{47FE3EDB-C8C4-9ED5-D945-8EFBA86B88A6}"/>
                </a:ext>
              </a:extLst>
            </p:cNvPr>
            <p:cNvSpPr/>
            <p:nvPr/>
          </p:nvSpPr>
          <p:spPr>
            <a:xfrm>
              <a:off x="1768300" y="2548225"/>
              <a:ext cx="6750" cy="56625"/>
            </a:xfrm>
            <a:custGeom>
              <a:avLst/>
              <a:gdLst/>
              <a:ahLst/>
              <a:cxnLst/>
              <a:rect l="l" t="t" r="r" b="b"/>
              <a:pathLst>
                <a:path w="270" h="2265" extrusionOk="0">
                  <a:moveTo>
                    <a:pt x="140" y="1"/>
                  </a:moveTo>
                  <a:cubicBezTo>
                    <a:pt x="56" y="1"/>
                    <a:pt x="1" y="66"/>
                    <a:pt x="1" y="140"/>
                  </a:cubicBezTo>
                  <a:lnTo>
                    <a:pt x="1" y="2125"/>
                  </a:lnTo>
                  <a:cubicBezTo>
                    <a:pt x="1" y="2199"/>
                    <a:pt x="56" y="2264"/>
                    <a:pt x="140" y="2264"/>
                  </a:cubicBezTo>
                  <a:cubicBezTo>
                    <a:pt x="214" y="2264"/>
                    <a:pt x="270" y="2199"/>
                    <a:pt x="270" y="2125"/>
                  </a:cubicBezTo>
                  <a:lnTo>
                    <a:pt x="270" y="140"/>
                  </a:lnTo>
                  <a:cubicBezTo>
                    <a:pt x="270" y="66"/>
                    <a:pt x="214" y="1"/>
                    <a:pt x="1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3">
              <a:extLst>
                <a:ext uri="{FF2B5EF4-FFF2-40B4-BE49-F238E27FC236}">
                  <a16:creationId xmlns:a16="http://schemas.microsoft.com/office/drawing/2014/main" id="{D191EAA1-D6E2-D63D-C8AE-FEFB8BDBC606}"/>
                </a:ext>
              </a:extLst>
            </p:cNvPr>
            <p:cNvSpPr/>
            <p:nvPr/>
          </p:nvSpPr>
          <p:spPr>
            <a:xfrm>
              <a:off x="1766088" y="2546411"/>
              <a:ext cx="9550" cy="59400"/>
            </a:xfrm>
            <a:custGeom>
              <a:avLst/>
              <a:gdLst/>
              <a:ahLst/>
              <a:cxnLst/>
              <a:rect l="l" t="t" r="r" b="b"/>
              <a:pathLst>
                <a:path w="382" h="2376" extrusionOk="0">
                  <a:moveTo>
                    <a:pt x="196" y="122"/>
                  </a:moveTo>
                  <a:cubicBezTo>
                    <a:pt x="233" y="122"/>
                    <a:pt x="270" y="149"/>
                    <a:pt x="270" y="196"/>
                  </a:cubicBezTo>
                  <a:lnTo>
                    <a:pt x="270" y="2181"/>
                  </a:lnTo>
                  <a:cubicBezTo>
                    <a:pt x="270" y="2227"/>
                    <a:pt x="233" y="2264"/>
                    <a:pt x="196" y="2264"/>
                  </a:cubicBezTo>
                  <a:cubicBezTo>
                    <a:pt x="149" y="2264"/>
                    <a:pt x="112" y="2227"/>
                    <a:pt x="112" y="2181"/>
                  </a:cubicBezTo>
                  <a:lnTo>
                    <a:pt x="112" y="196"/>
                  </a:lnTo>
                  <a:cubicBezTo>
                    <a:pt x="112" y="149"/>
                    <a:pt x="149" y="122"/>
                    <a:pt x="196" y="122"/>
                  </a:cubicBezTo>
                  <a:close/>
                  <a:moveTo>
                    <a:pt x="196" y="1"/>
                  </a:moveTo>
                  <a:cubicBezTo>
                    <a:pt x="84" y="1"/>
                    <a:pt x="1" y="84"/>
                    <a:pt x="1" y="196"/>
                  </a:cubicBezTo>
                  <a:lnTo>
                    <a:pt x="1" y="2181"/>
                  </a:lnTo>
                  <a:cubicBezTo>
                    <a:pt x="1" y="2292"/>
                    <a:pt x="84" y="2376"/>
                    <a:pt x="196" y="2376"/>
                  </a:cubicBezTo>
                  <a:cubicBezTo>
                    <a:pt x="298" y="2376"/>
                    <a:pt x="381" y="2292"/>
                    <a:pt x="381" y="2181"/>
                  </a:cubicBezTo>
                  <a:lnTo>
                    <a:pt x="381" y="196"/>
                  </a:lnTo>
                  <a:cubicBezTo>
                    <a:pt x="381" y="84"/>
                    <a:pt x="298" y="1"/>
                    <a:pt x="1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3">
              <a:extLst>
                <a:ext uri="{FF2B5EF4-FFF2-40B4-BE49-F238E27FC236}">
                  <a16:creationId xmlns:a16="http://schemas.microsoft.com/office/drawing/2014/main" id="{6CC44BAB-6D5C-6B3A-617E-BE138C479E95}"/>
                </a:ext>
              </a:extLst>
            </p:cNvPr>
            <p:cNvSpPr/>
            <p:nvPr/>
          </p:nvSpPr>
          <p:spPr>
            <a:xfrm>
              <a:off x="1778275" y="2410475"/>
              <a:ext cx="261400" cy="477775"/>
            </a:xfrm>
            <a:custGeom>
              <a:avLst/>
              <a:gdLst/>
              <a:ahLst/>
              <a:cxnLst/>
              <a:rect l="l" t="t" r="r" b="b"/>
              <a:pathLst>
                <a:path w="10456" h="19111" extrusionOk="0">
                  <a:moveTo>
                    <a:pt x="1596" y="0"/>
                  </a:moveTo>
                  <a:cubicBezTo>
                    <a:pt x="715" y="0"/>
                    <a:pt x="1" y="724"/>
                    <a:pt x="1" y="1605"/>
                  </a:cubicBezTo>
                  <a:lnTo>
                    <a:pt x="1" y="17505"/>
                  </a:lnTo>
                  <a:cubicBezTo>
                    <a:pt x="1" y="18396"/>
                    <a:pt x="715" y="19110"/>
                    <a:pt x="1596" y="19110"/>
                  </a:cubicBezTo>
                  <a:lnTo>
                    <a:pt x="8850" y="19110"/>
                  </a:lnTo>
                  <a:cubicBezTo>
                    <a:pt x="9732" y="19110"/>
                    <a:pt x="10455" y="18396"/>
                    <a:pt x="10455" y="17505"/>
                  </a:cubicBezTo>
                  <a:lnTo>
                    <a:pt x="10455" y="1605"/>
                  </a:lnTo>
                  <a:cubicBezTo>
                    <a:pt x="10455" y="724"/>
                    <a:pt x="9732" y="0"/>
                    <a:pt x="88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3">
              <a:extLst>
                <a:ext uri="{FF2B5EF4-FFF2-40B4-BE49-F238E27FC236}">
                  <a16:creationId xmlns:a16="http://schemas.microsoft.com/office/drawing/2014/main" id="{64338AD4-3D80-E879-12D4-3F5006DB3F88}"/>
                </a:ext>
              </a:extLst>
            </p:cNvPr>
            <p:cNvSpPr/>
            <p:nvPr/>
          </p:nvSpPr>
          <p:spPr>
            <a:xfrm>
              <a:off x="1776650" y="2409075"/>
              <a:ext cx="264425" cy="480550"/>
            </a:xfrm>
            <a:custGeom>
              <a:avLst/>
              <a:gdLst/>
              <a:ahLst/>
              <a:cxnLst/>
              <a:rect l="l" t="t" r="r" b="b"/>
              <a:pathLst>
                <a:path w="10577" h="19222" extrusionOk="0">
                  <a:moveTo>
                    <a:pt x="8915" y="112"/>
                  </a:moveTo>
                  <a:cubicBezTo>
                    <a:pt x="9769" y="112"/>
                    <a:pt x="10455" y="808"/>
                    <a:pt x="10455" y="1661"/>
                  </a:cubicBezTo>
                  <a:lnTo>
                    <a:pt x="10455" y="17561"/>
                  </a:lnTo>
                  <a:cubicBezTo>
                    <a:pt x="10455" y="18415"/>
                    <a:pt x="9769" y="19110"/>
                    <a:pt x="8915" y="19110"/>
                  </a:cubicBezTo>
                  <a:lnTo>
                    <a:pt x="1661" y="19110"/>
                  </a:lnTo>
                  <a:cubicBezTo>
                    <a:pt x="817" y="19110"/>
                    <a:pt x="121" y="18415"/>
                    <a:pt x="121" y="17561"/>
                  </a:cubicBezTo>
                  <a:lnTo>
                    <a:pt x="121" y="1661"/>
                  </a:lnTo>
                  <a:cubicBezTo>
                    <a:pt x="121" y="808"/>
                    <a:pt x="817" y="112"/>
                    <a:pt x="1661" y="112"/>
                  </a:cubicBezTo>
                  <a:close/>
                  <a:moveTo>
                    <a:pt x="1661" y="1"/>
                  </a:moveTo>
                  <a:cubicBezTo>
                    <a:pt x="752" y="1"/>
                    <a:pt x="1" y="743"/>
                    <a:pt x="1" y="1661"/>
                  </a:cubicBezTo>
                  <a:lnTo>
                    <a:pt x="1" y="17561"/>
                  </a:lnTo>
                  <a:cubicBezTo>
                    <a:pt x="1" y="18480"/>
                    <a:pt x="752" y="19222"/>
                    <a:pt x="1661" y="19222"/>
                  </a:cubicBezTo>
                  <a:lnTo>
                    <a:pt x="8915" y="19222"/>
                  </a:lnTo>
                  <a:cubicBezTo>
                    <a:pt x="9834" y="19222"/>
                    <a:pt x="10576" y="18480"/>
                    <a:pt x="10576" y="17561"/>
                  </a:cubicBezTo>
                  <a:lnTo>
                    <a:pt x="10576" y="1661"/>
                  </a:lnTo>
                  <a:cubicBezTo>
                    <a:pt x="10576" y="743"/>
                    <a:pt x="9834" y="1"/>
                    <a:pt x="89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3">
              <a:extLst>
                <a:ext uri="{FF2B5EF4-FFF2-40B4-BE49-F238E27FC236}">
                  <a16:creationId xmlns:a16="http://schemas.microsoft.com/office/drawing/2014/main" id="{09EE43CB-E080-415C-D3EF-1B81A814A0F0}"/>
                </a:ext>
              </a:extLst>
            </p:cNvPr>
            <p:cNvSpPr/>
            <p:nvPr/>
          </p:nvSpPr>
          <p:spPr>
            <a:xfrm>
              <a:off x="1902125" y="2430650"/>
              <a:ext cx="13700" cy="13700"/>
            </a:xfrm>
            <a:custGeom>
              <a:avLst/>
              <a:gdLst/>
              <a:ahLst/>
              <a:cxnLst/>
              <a:rect l="l" t="t" r="r" b="b"/>
              <a:pathLst>
                <a:path w="548" h="548" extrusionOk="0">
                  <a:moveTo>
                    <a:pt x="269" y="84"/>
                  </a:moveTo>
                  <a:cubicBezTo>
                    <a:pt x="371" y="84"/>
                    <a:pt x="455" y="167"/>
                    <a:pt x="455" y="269"/>
                  </a:cubicBezTo>
                  <a:cubicBezTo>
                    <a:pt x="455" y="371"/>
                    <a:pt x="371" y="455"/>
                    <a:pt x="269" y="455"/>
                  </a:cubicBezTo>
                  <a:cubicBezTo>
                    <a:pt x="167" y="455"/>
                    <a:pt x="84" y="371"/>
                    <a:pt x="84" y="269"/>
                  </a:cubicBezTo>
                  <a:cubicBezTo>
                    <a:pt x="84" y="167"/>
                    <a:pt x="167" y="84"/>
                    <a:pt x="269" y="84"/>
                  </a:cubicBezTo>
                  <a:close/>
                  <a:moveTo>
                    <a:pt x="269" y="0"/>
                  </a:moveTo>
                  <a:cubicBezTo>
                    <a:pt x="121" y="0"/>
                    <a:pt x="0" y="121"/>
                    <a:pt x="0" y="269"/>
                  </a:cubicBezTo>
                  <a:cubicBezTo>
                    <a:pt x="0" y="418"/>
                    <a:pt x="121" y="548"/>
                    <a:pt x="269" y="548"/>
                  </a:cubicBezTo>
                  <a:cubicBezTo>
                    <a:pt x="418" y="548"/>
                    <a:pt x="548" y="418"/>
                    <a:pt x="548" y="269"/>
                  </a:cubicBezTo>
                  <a:cubicBezTo>
                    <a:pt x="548" y="121"/>
                    <a:pt x="418" y="0"/>
                    <a:pt x="2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3">
              <a:extLst>
                <a:ext uri="{FF2B5EF4-FFF2-40B4-BE49-F238E27FC236}">
                  <a16:creationId xmlns:a16="http://schemas.microsoft.com/office/drawing/2014/main" id="{7D0C8A11-8177-0F23-EC26-C958E635D43D}"/>
                </a:ext>
              </a:extLst>
            </p:cNvPr>
            <p:cNvSpPr/>
            <p:nvPr/>
          </p:nvSpPr>
          <p:spPr>
            <a:xfrm>
              <a:off x="1859900" y="2433900"/>
              <a:ext cx="33900" cy="7200"/>
            </a:xfrm>
            <a:custGeom>
              <a:avLst/>
              <a:gdLst/>
              <a:ahLst/>
              <a:cxnLst/>
              <a:rect l="l" t="t" r="r" b="b"/>
              <a:pathLst>
                <a:path w="1356" h="288" extrusionOk="0">
                  <a:moveTo>
                    <a:pt x="1207" y="84"/>
                  </a:moveTo>
                  <a:cubicBezTo>
                    <a:pt x="1244" y="84"/>
                    <a:pt x="1263" y="112"/>
                    <a:pt x="1263" y="139"/>
                  </a:cubicBezTo>
                  <a:cubicBezTo>
                    <a:pt x="1263" y="176"/>
                    <a:pt x="1244" y="195"/>
                    <a:pt x="1207" y="195"/>
                  </a:cubicBezTo>
                  <a:lnTo>
                    <a:pt x="140" y="195"/>
                  </a:lnTo>
                  <a:cubicBezTo>
                    <a:pt x="112" y="195"/>
                    <a:pt x="84" y="176"/>
                    <a:pt x="84" y="139"/>
                  </a:cubicBezTo>
                  <a:cubicBezTo>
                    <a:pt x="84" y="112"/>
                    <a:pt x="112" y="84"/>
                    <a:pt x="140" y="84"/>
                  </a:cubicBezTo>
                  <a:close/>
                  <a:moveTo>
                    <a:pt x="140" y="0"/>
                  </a:moveTo>
                  <a:cubicBezTo>
                    <a:pt x="57" y="0"/>
                    <a:pt x="1" y="65"/>
                    <a:pt x="1" y="149"/>
                  </a:cubicBezTo>
                  <a:cubicBezTo>
                    <a:pt x="1" y="223"/>
                    <a:pt x="66" y="288"/>
                    <a:pt x="140" y="288"/>
                  </a:cubicBezTo>
                  <a:lnTo>
                    <a:pt x="1207" y="288"/>
                  </a:lnTo>
                  <a:cubicBezTo>
                    <a:pt x="1290" y="288"/>
                    <a:pt x="1355" y="223"/>
                    <a:pt x="1355" y="149"/>
                  </a:cubicBezTo>
                  <a:cubicBezTo>
                    <a:pt x="1355" y="65"/>
                    <a:pt x="1290" y="0"/>
                    <a:pt x="12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3">
              <a:extLst>
                <a:ext uri="{FF2B5EF4-FFF2-40B4-BE49-F238E27FC236}">
                  <a16:creationId xmlns:a16="http://schemas.microsoft.com/office/drawing/2014/main" id="{D883A8D5-CEF2-D179-034A-AD30E188364D}"/>
                </a:ext>
              </a:extLst>
            </p:cNvPr>
            <p:cNvSpPr/>
            <p:nvPr/>
          </p:nvSpPr>
          <p:spPr>
            <a:xfrm>
              <a:off x="1924625" y="2433900"/>
              <a:ext cx="33875" cy="7200"/>
            </a:xfrm>
            <a:custGeom>
              <a:avLst/>
              <a:gdLst/>
              <a:ahLst/>
              <a:cxnLst/>
              <a:rect l="l" t="t" r="r" b="b"/>
              <a:pathLst>
                <a:path w="1355" h="288" extrusionOk="0">
                  <a:moveTo>
                    <a:pt x="1215" y="84"/>
                  </a:moveTo>
                  <a:cubicBezTo>
                    <a:pt x="1243" y="84"/>
                    <a:pt x="1271" y="112"/>
                    <a:pt x="1271" y="139"/>
                  </a:cubicBezTo>
                  <a:cubicBezTo>
                    <a:pt x="1271" y="176"/>
                    <a:pt x="1243" y="195"/>
                    <a:pt x="1215" y="195"/>
                  </a:cubicBezTo>
                  <a:lnTo>
                    <a:pt x="149" y="195"/>
                  </a:lnTo>
                  <a:cubicBezTo>
                    <a:pt x="111" y="195"/>
                    <a:pt x="93" y="176"/>
                    <a:pt x="93" y="139"/>
                  </a:cubicBezTo>
                  <a:cubicBezTo>
                    <a:pt x="93" y="112"/>
                    <a:pt x="111" y="84"/>
                    <a:pt x="149" y="84"/>
                  </a:cubicBezTo>
                  <a:close/>
                  <a:moveTo>
                    <a:pt x="149" y="0"/>
                  </a:moveTo>
                  <a:cubicBezTo>
                    <a:pt x="65" y="0"/>
                    <a:pt x="0" y="65"/>
                    <a:pt x="0" y="149"/>
                  </a:cubicBezTo>
                  <a:cubicBezTo>
                    <a:pt x="0" y="223"/>
                    <a:pt x="65" y="288"/>
                    <a:pt x="149" y="288"/>
                  </a:cubicBezTo>
                  <a:lnTo>
                    <a:pt x="1215" y="288"/>
                  </a:lnTo>
                  <a:cubicBezTo>
                    <a:pt x="1290" y="288"/>
                    <a:pt x="1355" y="223"/>
                    <a:pt x="1355" y="149"/>
                  </a:cubicBezTo>
                  <a:cubicBezTo>
                    <a:pt x="1355" y="65"/>
                    <a:pt x="1290" y="0"/>
                    <a:pt x="12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3">
              <a:extLst>
                <a:ext uri="{FF2B5EF4-FFF2-40B4-BE49-F238E27FC236}">
                  <a16:creationId xmlns:a16="http://schemas.microsoft.com/office/drawing/2014/main" id="{6D7663DC-DCB4-65FA-26BD-2553A89CFB4A}"/>
                </a:ext>
              </a:extLst>
            </p:cNvPr>
            <p:cNvSpPr/>
            <p:nvPr/>
          </p:nvSpPr>
          <p:spPr>
            <a:xfrm>
              <a:off x="1798675" y="2455700"/>
              <a:ext cx="220600" cy="392200"/>
            </a:xfrm>
            <a:custGeom>
              <a:avLst/>
              <a:gdLst/>
              <a:ahLst/>
              <a:cxnLst/>
              <a:rect l="l" t="t" r="r" b="b"/>
              <a:pathLst>
                <a:path w="8824" h="15688" extrusionOk="0">
                  <a:moveTo>
                    <a:pt x="1" y="0"/>
                  </a:moveTo>
                  <a:lnTo>
                    <a:pt x="1" y="15687"/>
                  </a:lnTo>
                  <a:lnTo>
                    <a:pt x="8823" y="15687"/>
                  </a:lnTo>
                  <a:lnTo>
                    <a:pt x="882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3">
              <a:extLst>
                <a:ext uri="{FF2B5EF4-FFF2-40B4-BE49-F238E27FC236}">
                  <a16:creationId xmlns:a16="http://schemas.microsoft.com/office/drawing/2014/main" id="{F78375F1-CF83-C1E9-60F1-1ECB0CC9FC97}"/>
                </a:ext>
              </a:extLst>
            </p:cNvPr>
            <p:cNvSpPr/>
            <p:nvPr/>
          </p:nvSpPr>
          <p:spPr>
            <a:xfrm>
              <a:off x="1797050" y="2454300"/>
              <a:ext cx="223600" cy="394975"/>
            </a:xfrm>
            <a:custGeom>
              <a:avLst/>
              <a:gdLst/>
              <a:ahLst/>
              <a:cxnLst/>
              <a:rect l="l" t="t" r="r" b="b"/>
              <a:pathLst>
                <a:path w="8944" h="15799" extrusionOk="0">
                  <a:moveTo>
                    <a:pt x="8832" y="112"/>
                  </a:moveTo>
                  <a:lnTo>
                    <a:pt x="8832" y="15678"/>
                  </a:lnTo>
                  <a:lnTo>
                    <a:pt x="122" y="15678"/>
                  </a:lnTo>
                  <a:lnTo>
                    <a:pt x="122" y="112"/>
                  </a:lnTo>
                  <a:close/>
                  <a:moveTo>
                    <a:pt x="57" y="1"/>
                  </a:moveTo>
                  <a:cubicBezTo>
                    <a:pt x="29" y="1"/>
                    <a:pt x="1" y="19"/>
                    <a:pt x="1" y="56"/>
                  </a:cubicBezTo>
                  <a:lnTo>
                    <a:pt x="1" y="15743"/>
                  </a:lnTo>
                  <a:cubicBezTo>
                    <a:pt x="1" y="15771"/>
                    <a:pt x="29" y="15799"/>
                    <a:pt x="57" y="15799"/>
                  </a:cubicBezTo>
                  <a:lnTo>
                    <a:pt x="8888" y="15799"/>
                  </a:lnTo>
                  <a:cubicBezTo>
                    <a:pt x="8916" y="15799"/>
                    <a:pt x="8944" y="15771"/>
                    <a:pt x="8944" y="15743"/>
                  </a:cubicBezTo>
                  <a:lnTo>
                    <a:pt x="8944" y="56"/>
                  </a:lnTo>
                  <a:cubicBezTo>
                    <a:pt x="8944" y="19"/>
                    <a:pt x="8916" y="1"/>
                    <a:pt x="88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3">
              <a:extLst>
                <a:ext uri="{FF2B5EF4-FFF2-40B4-BE49-F238E27FC236}">
                  <a16:creationId xmlns:a16="http://schemas.microsoft.com/office/drawing/2014/main" id="{BE2D2BDB-8097-F780-E1A4-E5CD357DBEAB}"/>
                </a:ext>
              </a:extLst>
            </p:cNvPr>
            <p:cNvSpPr/>
            <p:nvPr/>
          </p:nvSpPr>
          <p:spPr>
            <a:xfrm>
              <a:off x="1800075" y="2457075"/>
              <a:ext cx="217575" cy="30175"/>
            </a:xfrm>
            <a:custGeom>
              <a:avLst/>
              <a:gdLst/>
              <a:ahLst/>
              <a:cxnLst/>
              <a:rect l="l" t="t" r="r" b="b"/>
              <a:pathLst>
                <a:path w="8703" h="1207" extrusionOk="0">
                  <a:moveTo>
                    <a:pt x="1" y="1"/>
                  </a:moveTo>
                  <a:lnTo>
                    <a:pt x="1" y="1207"/>
                  </a:lnTo>
                  <a:lnTo>
                    <a:pt x="8702" y="1207"/>
                  </a:lnTo>
                  <a:lnTo>
                    <a:pt x="87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3">
              <a:extLst>
                <a:ext uri="{FF2B5EF4-FFF2-40B4-BE49-F238E27FC236}">
                  <a16:creationId xmlns:a16="http://schemas.microsoft.com/office/drawing/2014/main" id="{B3CBDA9B-BF1C-1258-7E42-907A823191A6}"/>
                </a:ext>
              </a:extLst>
            </p:cNvPr>
            <p:cNvSpPr/>
            <p:nvPr/>
          </p:nvSpPr>
          <p:spPr>
            <a:xfrm>
              <a:off x="1959625" y="2467050"/>
              <a:ext cx="9775" cy="9775"/>
            </a:xfrm>
            <a:custGeom>
              <a:avLst/>
              <a:gdLst/>
              <a:ahLst/>
              <a:cxnLst/>
              <a:rect l="l" t="t" r="r" b="b"/>
              <a:pathLst>
                <a:path w="391" h="391" extrusionOk="0">
                  <a:moveTo>
                    <a:pt x="196" y="94"/>
                  </a:moveTo>
                  <a:cubicBezTo>
                    <a:pt x="251" y="94"/>
                    <a:pt x="298" y="140"/>
                    <a:pt x="298" y="196"/>
                  </a:cubicBezTo>
                  <a:cubicBezTo>
                    <a:pt x="298" y="261"/>
                    <a:pt x="251" y="307"/>
                    <a:pt x="196" y="307"/>
                  </a:cubicBezTo>
                  <a:cubicBezTo>
                    <a:pt x="131" y="307"/>
                    <a:pt x="84" y="261"/>
                    <a:pt x="84" y="196"/>
                  </a:cubicBezTo>
                  <a:cubicBezTo>
                    <a:pt x="84" y="140"/>
                    <a:pt x="131" y="94"/>
                    <a:pt x="196" y="94"/>
                  </a:cubicBezTo>
                  <a:close/>
                  <a:moveTo>
                    <a:pt x="196" y="1"/>
                  </a:moveTo>
                  <a:cubicBezTo>
                    <a:pt x="84" y="1"/>
                    <a:pt x="1" y="94"/>
                    <a:pt x="1" y="196"/>
                  </a:cubicBezTo>
                  <a:cubicBezTo>
                    <a:pt x="1" y="307"/>
                    <a:pt x="84" y="390"/>
                    <a:pt x="196" y="390"/>
                  </a:cubicBezTo>
                  <a:cubicBezTo>
                    <a:pt x="298" y="390"/>
                    <a:pt x="391" y="307"/>
                    <a:pt x="391" y="196"/>
                  </a:cubicBezTo>
                  <a:cubicBezTo>
                    <a:pt x="391" y="94"/>
                    <a:pt x="298" y="1"/>
                    <a:pt x="1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3">
              <a:extLst>
                <a:ext uri="{FF2B5EF4-FFF2-40B4-BE49-F238E27FC236}">
                  <a16:creationId xmlns:a16="http://schemas.microsoft.com/office/drawing/2014/main" id="{02CC7FD8-6F59-720D-FC1E-2604CAAB6AD1}"/>
                </a:ext>
              </a:extLst>
            </p:cNvPr>
            <p:cNvSpPr/>
            <p:nvPr/>
          </p:nvSpPr>
          <p:spPr>
            <a:xfrm>
              <a:off x="1979125" y="2467050"/>
              <a:ext cx="9750" cy="9775"/>
            </a:xfrm>
            <a:custGeom>
              <a:avLst/>
              <a:gdLst/>
              <a:ahLst/>
              <a:cxnLst/>
              <a:rect l="l" t="t" r="r" b="b"/>
              <a:pathLst>
                <a:path w="390" h="391" extrusionOk="0">
                  <a:moveTo>
                    <a:pt x="195" y="94"/>
                  </a:moveTo>
                  <a:cubicBezTo>
                    <a:pt x="260" y="94"/>
                    <a:pt x="306" y="140"/>
                    <a:pt x="306" y="196"/>
                  </a:cubicBezTo>
                  <a:cubicBezTo>
                    <a:pt x="306" y="261"/>
                    <a:pt x="260" y="307"/>
                    <a:pt x="195" y="307"/>
                  </a:cubicBezTo>
                  <a:cubicBezTo>
                    <a:pt x="139" y="307"/>
                    <a:pt x="93" y="261"/>
                    <a:pt x="93" y="196"/>
                  </a:cubicBezTo>
                  <a:cubicBezTo>
                    <a:pt x="93" y="140"/>
                    <a:pt x="139" y="94"/>
                    <a:pt x="195" y="94"/>
                  </a:cubicBezTo>
                  <a:close/>
                  <a:moveTo>
                    <a:pt x="195" y="1"/>
                  </a:moveTo>
                  <a:cubicBezTo>
                    <a:pt x="93" y="1"/>
                    <a:pt x="0" y="94"/>
                    <a:pt x="0" y="196"/>
                  </a:cubicBezTo>
                  <a:cubicBezTo>
                    <a:pt x="0" y="307"/>
                    <a:pt x="93" y="390"/>
                    <a:pt x="195" y="390"/>
                  </a:cubicBezTo>
                  <a:cubicBezTo>
                    <a:pt x="306" y="390"/>
                    <a:pt x="390" y="307"/>
                    <a:pt x="390" y="196"/>
                  </a:cubicBezTo>
                  <a:cubicBezTo>
                    <a:pt x="390" y="94"/>
                    <a:pt x="306"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3">
              <a:extLst>
                <a:ext uri="{FF2B5EF4-FFF2-40B4-BE49-F238E27FC236}">
                  <a16:creationId xmlns:a16="http://schemas.microsoft.com/office/drawing/2014/main" id="{9F5D9E58-E573-5D38-81F3-F414BE0CED75}"/>
                </a:ext>
              </a:extLst>
            </p:cNvPr>
            <p:cNvSpPr/>
            <p:nvPr/>
          </p:nvSpPr>
          <p:spPr>
            <a:xfrm>
              <a:off x="1999300" y="2467050"/>
              <a:ext cx="9750" cy="9775"/>
            </a:xfrm>
            <a:custGeom>
              <a:avLst/>
              <a:gdLst/>
              <a:ahLst/>
              <a:cxnLst/>
              <a:rect l="l" t="t" r="r" b="b"/>
              <a:pathLst>
                <a:path w="390" h="391" extrusionOk="0">
                  <a:moveTo>
                    <a:pt x="195" y="94"/>
                  </a:moveTo>
                  <a:cubicBezTo>
                    <a:pt x="251" y="94"/>
                    <a:pt x="297" y="140"/>
                    <a:pt x="297" y="196"/>
                  </a:cubicBezTo>
                  <a:cubicBezTo>
                    <a:pt x="297" y="261"/>
                    <a:pt x="251" y="307"/>
                    <a:pt x="195" y="307"/>
                  </a:cubicBezTo>
                  <a:cubicBezTo>
                    <a:pt x="130" y="307"/>
                    <a:pt x="84" y="261"/>
                    <a:pt x="84" y="196"/>
                  </a:cubicBezTo>
                  <a:cubicBezTo>
                    <a:pt x="84" y="140"/>
                    <a:pt x="130" y="94"/>
                    <a:pt x="195" y="94"/>
                  </a:cubicBezTo>
                  <a:close/>
                  <a:moveTo>
                    <a:pt x="195" y="1"/>
                  </a:moveTo>
                  <a:cubicBezTo>
                    <a:pt x="84" y="1"/>
                    <a:pt x="0" y="94"/>
                    <a:pt x="0" y="196"/>
                  </a:cubicBezTo>
                  <a:cubicBezTo>
                    <a:pt x="0" y="307"/>
                    <a:pt x="84" y="390"/>
                    <a:pt x="195" y="390"/>
                  </a:cubicBezTo>
                  <a:cubicBezTo>
                    <a:pt x="297" y="390"/>
                    <a:pt x="390" y="307"/>
                    <a:pt x="390" y="196"/>
                  </a:cubicBezTo>
                  <a:cubicBezTo>
                    <a:pt x="390" y="94"/>
                    <a:pt x="297"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3">
              <a:extLst>
                <a:ext uri="{FF2B5EF4-FFF2-40B4-BE49-F238E27FC236}">
                  <a16:creationId xmlns:a16="http://schemas.microsoft.com/office/drawing/2014/main" id="{BCDD493A-4496-6E13-C681-0035457339B0}"/>
                </a:ext>
              </a:extLst>
            </p:cNvPr>
            <p:cNvSpPr/>
            <p:nvPr/>
          </p:nvSpPr>
          <p:spPr>
            <a:xfrm>
              <a:off x="1833700" y="2530600"/>
              <a:ext cx="69825" cy="3050"/>
            </a:xfrm>
            <a:custGeom>
              <a:avLst/>
              <a:gdLst/>
              <a:ahLst/>
              <a:cxnLst/>
              <a:rect l="l" t="t" r="r" b="b"/>
              <a:pathLst>
                <a:path w="2793" h="122" extrusionOk="0">
                  <a:moveTo>
                    <a:pt x="56" y="1"/>
                  </a:moveTo>
                  <a:cubicBezTo>
                    <a:pt x="19" y="1"/>
                    <a:pt x="1" y="28"/>
                    <a:pt x="1" y="66"/>
                  </a:cubicBezTo>
                  <a:cubicBezTo>
                    <a:pt x="1" y="93"/>
                    <a:pt x="19" y="121"/>
                    <a:pt x="56" y="121"/>
                  </a:cubicBezTo>
                  <a:lnTo>
                    <a:pt x="2737" y="121"/>
                  </a:lnTo>
                  <a:cubicBezTo>
                    <a:pt x="2765" y="121"/>
                    <a:pt x="2793" y="93"/>
                    <a:pt x="2793" y="66"/>
                  </a:cubicBezTo>
                  <a:cubicBezTo>
                    <a:pt x="2793" y="28"/>
                    <a:pt x="2765" y="1"/>
                    <a:pt x="27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3">
              <a:extLst>
                <a:ext uri="{FF2B5EF4-FFF2-40B4-BE49-F238E27FC236}">
                  <a16:creationId xmlns:a16="http://schemas.microsoft.com/office/drawing/2014/main" id="{C7F2D2DE-63C8-B534-019E-8D8504548D43}"/>
                </a:ext>
              </a:extLst>
            </p:cNvPr>
            <p:cNvSpPr/>
            <p:nvPr/>
          </p:nvSpPr>
          <p:spPr>
            <a:xfrm>
              <a:off x="1917425" y="2530600"/>
              <a:ext cx="26925" cy="3050"/>
            </a:xfrm>
            <a:custGeom>
              <a:avLst/>
              <a:gdLst/>
              <a:ahLst/>
              <a:cxnLst/>
              <a:rect l="l" t="t" r="r" b="b"/>
              <a:pathLst>
                <a:path w="1077" h="122" extrusionOk="0">
                  <a:moveTo>
                    <a:pt x="56" y="1"/>
                  </a:moveTo>
                  <a:cubicBezTo>
                    <a:pt x="28" y="1"/>
                    <a:pt x="1" y="28"/>
                    <a:pt x="1" y="66"/>
                  </a:cubicBezTo>
                  <a:cubicBezTo>
                    <a:pt x="1" y="93"/>
                    <a:pt x="28" y="121"/>
                    <a:pt x="56" y="121"/>
                  </a:cubicBezTo>
                  <a:lnTo>
                    <a:pt x="1012" y="121"/>
                  </a:lnTo>
                  <a:cubicBezTo>
                    <a:pt x="1049" y="121"/>
                    <a:pt x="1077" y="93"/>
                    <a:pt x="1077" y="66"/>
                  </a:cubicBezTo>
                  <a:cubicBezTo>
                    <a:pt x="107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3">
              <a:extLst>
                <a:ext uri="{FF2B5EF4-FFF2-40B4-BE49-F238E27FC236}">
                  <a16:creationId xmlns:a16="http://schemas.microsoft.com/office/drawing/2014/main" id="{566595C7-11AF-535F-4E7A-BAEDEDEC2E9E}"/>
                </a:ext>
              </a:extLst>
            </p:cNvPr>
            <p:cNvSpPr/>
            <p:nvPr/>
          </p:nvSpPr>
          <p:spPr>
            <a:xfrm>
              <a:off x="1960575" y="253060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3">
              <a:extLst>
                <a:ext uri="{FF2B5EF4-FFF2-40B4-BE49-F238E27FC236}">
                  <a16:creationId xmlns:a16="http://schemas.microsoft.com/office/drawing/2014/main" id="{52B3F941-7D85-0517-8A09-F98A95755293}"/>
                </a:ext>
              </a:extLst>
            </p:cNvPr>
            <p:cNvSpPr/>
            <p:nvPr/>
          </p:nvSpPr>
          <p:spPr>
            <a:xfrm>
              <a:off x="1915350" y="2582550"/>
              <a:ext cx="70050" cy="3050"/>
            </a:xfrm>
            <a:custGeom>
              <a:avLst/>
              <a:gdLst/>
              <a:ahLst/>
              <a:cxnLst/>
              <a:rect l="l" t="t" r="r" b="b"/>
              <a:pathLst>
                <a:path w="2802" h="122" extrusionOk="0">
                  <a:moveTo>
                    <a:pt x="65" y="1"/>
                  </a:moveTo>
                  <a:cubicBezTo>
                    <a:pt x="28" y="1"/>
                    <a:pt x="0" y="28"/>
                    <a:pt x="0" y="56"/>
                  </a:cubicBezTo>
                  <a:cubicBezTo>
                    <a:pt x="0" y="93"/>
                    <a:pt x="28" y="121"/>
                    <a:pt x="65" y="121"/>
                  </a:cubicBezTo>
                  <a:lnTo>
                    <a:pt x="2746" y="121"/>
                  </a:lnTo>
                  <a:cubicBezTo>
                    <a:pt x="2774" y="121"/>
                    <a:pt x="2802" y="93"/>
                    <a:pt x="2802" y="56"/>
                  </a:cubicBezTo>
                  <a:cubicBezTo>
                    <a:pt x="2802" y="28"/>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3">
              <a:extLst>
                <a:ext uri="{FF2B5EF4-FFF2-40B4-BE49-F238E27FC236}">
                  <a16:creationId xmlns:a16="http://schemas.microsoft.com/office/drawing/2014/main" id="{B58FC55D-F6D1-2957-C3A8-61ACC6659BCC}"/>
                </a:ext>
              </a:extLst>
            </p:cNvPr>
            <p:cNvSpPr/>
            <p:nvPr/>
          </p:nvSpPr>
          <p:spPr>
            <a:xfrm>
              <a:off x="1874750" y="2582550"/>
              <a:ext cx="26700" cy="3050"/>
            </a:xfrm>
            <a:custGeom>
              <a:avLst/>
              <a:gdLst/>
              <a:ahLst/>
              <a:cxnLst/>
              <a:rect l="l" t="t" r="r" b="b"/>
              <a:pathLst>
                <a:path w="1068" h="122" extrusionOk="0">
                  <a:moveTo>
                    <a:pt x="56" y="1"/>
                  </a:moveTo>
                  <a:cubicBezTo>
                    <a:pt x="28" y="1"/>
                    <a:pt x="1" y="28"/>
                    <a:pt x="1" y="56"/>
                  </a:cubicBezTo>
                  <a:cubicBezTo>
                    <a:pt x="1" y="93"/>
                    <a:pt x="28" y="121"/>
                    <a:pt x="56" y="121"/>
                  </a:cubicBezTo>
                  <a:lnTo>
                    <a:pt x="1012" y="121"/>
                  </a:lnTo>
                  <a:cubicBezTo>
                    <a:pt x="1049" y="121"/>
                    <a:pt x="1067" y="93"/>
                    <a:pt x="1067" y="56"/>
                  </a:cubicBezTo>
                  <a:cubicBezTo>
                    <a:pt x="1067" y="28"/>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3">
              <a:extLst>
                <a:ext uri="{FF2B5EF4-FFF2-40B4-BE49-F238E27FC236}">
                  <a16:creationId xmlns:a16="http://schemas.microsoft.com/office/drawing/2014/main" id="{7705153A-7CBD-563E-022A-F032F402AB82}"/>
                </a:ext>
              </a:extLst>
            </p:cNvPr>
            <p:cNvSpPr/>
            <p:nvPr/>
          </p:nvSpPr>
          <p:spPr>
            <a:xfrm>
              <a:off x="1833700" y="2582550"/>
              <a:ext cx="24850" cy="3050"/>
            </a:xfrm>
            <a:custGeom>
              <a:avLst/>
              <a:gdLst/>
              <a:ahLst/>
              <a:cxnLst/>
              <a:rect l="l" t="t" r="r" b="b"/>
              <a:pathLst>
                <a:path w="994" h="122" extrusionOk="0">
                  <a:moveTo>
                    <a:pt x="56" y="1"/>
                  </a:moveTo>
                  <a:cubicBezTo>
                    <a:pt x="19" y="1"/>
                    <a:pt x="1" y="28"/>
                    <a:pt x="1" y="56"/>
                  </a:cubicBezTo>
                  <a:cubicBezTo>
                    <a:pt x="1" y="93"/>
                    <a:pt x="19" y="121"/>
                    <a:pt x="56" y="121"/>
                  </a:cubicBezTo>
                  <a:lnTo>
                    <a:pt x="938" y="121"/>
                  </a:lnTo>
                  <a:cubicBezTo>
                    <a:pt x="965" y="121"/>
                    <a:pt x="993" y="93"/>
                    <a:pt x="993" y="56"/>
                  </a:cubicBezTo>
                  <a:cubicBezTo>
                    <a:pt x="993" y="28"/>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3">
              <a:extLst>
                <a:ext uri="{FF2B5EF4-FFF2-40B4-BE49-F238E27FC236}">
                  <a16:creationId xmlns:a16="http://schemas.microsoft.com/office/drawing/2014/main" id="{A28D3CE3-8230-E6B5-D0E7-F5A882524C90}"/>
                </a:ext>
              </a:extLst>
            </p:cNvPr>
            <p:cNvSpPr/>
            <p:nvPr/>
          </p:nvSpPr>
          <p:spPr>
            <a:xfrm>
              <a:off x="1833700" y="2556350"/>
              <a:ext cx="37375" cy="3025"/>
            </a:xfrm>
            <a:custGeom>
              <a:avLst/>
              <a:gdLst/>
              <a:ahLst/>
              <a:cxnLst/>
              <a:rect l="l" t="t" r="r" b="b"/>
              <a:pathLst>
                <a:path w="1495" h="121" extrusionOk="0">
                  <a:moveTo>
                    <a:pt x="56" y="0"/>
                  </a:moveTo>
                  <a:cubicBezTo>
                    <a:pt x="19" y="0"/>
                    <a:pt x="1" y="28"/>
                    <a:pt x="1" y="56"/>
                  </a:cubicBezTo>
                  <a:cubicBezTo>
                    <a:pt x="1" y="93"/>
                    <a:pt x="19" y="121"/>
                    <a:pt x="56" y="121"/>
                  </a:cubicBezTo>
                  <a:lnTo>
                    <a:pt x="1439" y="121"/>
                  </a:lnTo>
                  <a:cubicBezTo>
                    <a:pt x="1466" y="121"/>
                    <a:pt x="1494" y="93"/>
                    <a:pt x="1494" y="56"/>
                  </a:cubicBezTo>
                  <a:cubicBezTo>
                    <a:pt x="1494" y="28"/>
                    <a:pt x="1466" y="0"/>
                    <a:pt x="14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3">
              <a:extLst>
                <a:ext uri="{FF2B5EF4-FFF2-40B4-BE49-F238E27FC236}">
                  <a16:creationId xmlns:a16="http://schemas.microsoft.com/office/drawing/2014/main" id="{098297A0-E04C-7AF0-E667-FC4819B4CE2D}"/>
                </a:ext>
              </a:extLst>
            </p:cNvPr>
            <p:cNvSpPr/>
            <p:nvPr/>
          </p:nvSpPr>
          <p:spPr>
            <a:xfrm>
              <a:off x="1882650" y="2556350"/>
              <a:ext cx="61700" cy="3025"/>
            </a:xfrm>
            <a:custGeom>
              <a:avLst/>
              <a:gdLst/>
              <a:ahLst/>
              <a:cxnLst/>
              <a:rect l="l" t="t" r="r" b="b"/>
              <a:pathLst>
                <a:path w="2468" h="121" extrusionOk="0">
                  <a:moveTo>
                    <a:pt x="65" y="0"/>
                  </a:moveTo>
                  <a:cubicBezTo>
                    <a:pt x="28" y="0"/>
                    <a:pt x="0" y="28"/>
                    <a:pt x="0" y="56"/>
                  </a:cubicBezTo>
                  <a:cubicBezTo>
                    <a:pt x="0" y="93"/>
                    <a:pt x="28" y="121"/>
                    <a:pt x="65" y="121"/>
                  </a:cubicBezTo>
                  <a:lnTo>
                    <a:pt x="2403" y="121"/>
                  </a:lnTo>
                  <a:cubicBezTo>
                    <a:pt x="2440" y="121"/>
                    <a:pt x="2468" y="93"/>
                    <a:pt x="2468" y="56"/>
                  </a:cubicBezTo>
                  <a:cubicBezTo>
                    <a:pt x="2468" y="28"/>
                    <a:pt x="2440" y="0"/>
                    <a:pt x="24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3">
              <a:extLst>
                <a:ext uri="{FF2B5EF4-FFF2-40B4-BE49-F238E27FC236}">
                  <a16:creationId xmlns:a16="http://schemas.microsoft.com/office/drawing/2014/main" id="{7B0CAEFB-D79B-CFE8-68EA-D2B684F5A3BA}"/>
                </a:ext>
              </a:extLst>
            </p:cNvPr>
            <p:cNvSpPr/>
            <p:nvPr/>
          </p:nvSpPr>
          <p:spPr>
            <a:xfrm>
              <a:off x="1960575" y="2556350"/>
              <a:ext cx="24825" cy="3025"/>
            </a:xfrm>
            <a:custGeom>
              <a:avLst/>
              <a:gdLst/>
              <a:ahLst/>
              <a:cxnLst/>
              <a:rect l="l" t="t" r="r" b="b"/>
              <a:pathLst>
                <a:path w="993" h="121" extrusionOk="0">
                  <a:moveTo>
                    <a:pt x="56" y="0"/>
                  </a:moveTo>
                  <a:cubicBezTo>
                    <a:pt x="19" y="0"/>
                    <a:pt x="0" y="28"/>
                    <a:pt x="0" y="56"/>
                  </a:cubicBezTo>
                  <a:cubicBezTo>
                    <a:pt x="0" y="93"/>
                    <a:pt x="19" y="121"/>
                    <a:pt x="56" y="121"/>
                  </a:cubicBezTo>
                  <a:lnTo>
                    <a:pt x="937" y="121"/>
                  </a:lnTo>
                  <a:cubicBezTo>
                    <a:pt x="965" y="121"/>
                    <a:pt x="993" y="93"/>
                    <a:pt x="993" y="56"/>
                  </a:cubicBezTo>
                  <a:cubicBezTo>
                    <a:pt x="993" y="28"/>
                    <a:pt x="965" y="0"/>
                    <a:pt x="9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3">
              <a:extLst>
                <a:ext uri="{FF2B5EF4-FFF2-40B4-BE49-F238E27FC236}">
                  <a16:creationId xmlns:a16="http://schemas.microsoft.com/office/drawing/2014/main" id="{E7F80F53-813D-B479-CDB4-30E3DE8914C3}"/>
                </a:ext>
              </a:extLst>
            </p:cNvPr>
            <p:cNvSpPr/>
            <p:nvPr/>
          </p:nvSpPr>
          <p:spPr>
            <a:xfrm>
              <a:off x="1833700" y="2605750"/>
              <a:ext cx="69825" cy="2800"/>
            </a:xfrm>
            <a:custGeom>
              <a:avLst/>
              <a:gdLst/>
              <a:ahLst/>
              <a:cxnLst/>
              <a:rect l="l" t="t" r="r" b="b"/>
              <a:pathLst>
                <a:path w="2793" h="112" extrusionOk="0">
                  <a:moveTo>
                    <a:pt x="56" y="0"/>
                  </a:moveTo>
                  <a:cubicBezTo>
                    <a:pt x="19" y="0"/>
                    <a:pt x="1" y="19"/>
                    <a:pt x="1" y="56"/>
                  </a:cubicBezTo>
                  <a:cubicBezTo>
                    <a:pt x="1" y="84"/>
                    <a:pt x="19" y="112"/>
                    <a:pt x="56" y="112"/>
                  </a:cubicBezTo>
                  <a:lnTo>
                    <a:pt x="2737" y="112"/>
                  </a:lnTo>
                  <a:cubicBezTo>
                    <a:pt x="2765" y="112"/>
                    <a:pt x="2793" y="84"/>
                    <a:pt x="2793" y="56"/>
                  </a:cubicBezTo>
                  <a:cubicBezTo>
                    <a:pt x="2793" y="19"/>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3">
              <a:extLst>
                <a:ext uri="{FF2B5EF4-FFF2-40B4-BE49-F238E27FC236}">
                  <a16:creationId xmlns:a16="http://schemas.microsoft.com/office/drawing/2014/main" id="{81278022-E817-9272-0366-2BD696BF119C}"/>
                </a:ext>
              </a:extLst>
            </p:cNvPr>
            <p:cNvSpPr/>
            <p:nvPr/>
          </p:nvSpPr>
          <p:spPr>
            <a:xfrm>
              <a:off x="1917425" y="2605750"/>
              <a:ext cx="26925" cy="2800"/>
            </a:xfrm>
            <a:custGeom>
              <a:avLst/>
              <a:gdLst/>
              <a:ahLst/>
              <a:cxnLst/>
              <a:rect l="l" t="t" r="r" b="b"/>
              <a:pathLst>
                <a:path w="1077" h="112" extrusionOk="0">
                  <a:moveTo>
                    <a:pt x="56" y="0"/>
                  </a:moveTo>
                  <a:cubicBezTo>
                    <a:pt x="28" y="0"/>
                    <a:pt x="1" y="19"/>
                    <a:pt x="1" y="56"/>
                  </a:cubicBezTo>
                  <a:cubicBezTo>
                    <a:pt x="1" y="84"/>
                    <a:pt x="28" y="112"/>
                    <a:pt x="56" y="112"/>
                  </a:cubicBezTo>
                  <a:lnTo>
                    <a:pt x="1012" y="112"/>
                  </a:lnTo>
                  <a:cubicBezTo>
                    <a:pt x="1049" y="112"/>
                    <a:pt x="1077" y="84"/>
                    <a:pt x="1077" y="56"/>
                  </a:cubicBezTo>
                  <a:cubicBezTo>
                    <a:pt x="1077" y="19"/>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3">
              <a:extLst>
                <a:ext uri="{FF2B5EF4-FFF2-40B4-BE49-F238E27FC236}">
                  <a16:creationId xmlns:a16="http://schemas.microsoft.com/office/drawing/2014/main" id="{C9D9B61A-AEDF-8319-BD8C-2314ABF7FF97}"/>
                </a:ext>
              </a:extLst>
            </p:cNvPr>
            <p:cNvSpPr/>
            <p:nvPr/>
          </p:nvSpPr>
          <p:spPr>
            <a:xfrm>
              <a:off x="1833700" y="2688775"/>
              <a:ext cx="69825" cy="3025"/>
            </a:xfrm>
            <a:custGeom>
              <a:avLst/>
              <a:gdLst/>
              <a:ahLst/>
              <a:cxnLst/>
              <a:rect l="l" t="t" r="r" b="b"/>
              <a:pathLst>
                <a:path w="2793" h="121" extrusionOk="0">
                  <a:moveTo>
                    <a:pt x="56" y="0"/>
                  </a:moveTo>
                  <a:cubicBezTo>
                    <a:pt x="19" y="0"/>
                    <a:pt x="1" y="28"/>
                    <a:pt x="1" y="56"/>
                  </a:cubicBezTo>
                  <a:cubicBezTo>
                    <a:pt x="1" y="93"/>
                    <a:pt x="19" y="121"/>
                    <a:pt x="56" y="121"/>
                  </a:cubicBezTo>
                  <a:lnTo>
                    <a:pt x="2737" y="121"/>
                  </a:lnTo>
                  <a:cubicBezTo>
                    <a:pt x="2765" y="121"/>
                    <a:pt x="2793" y="93"/>
                    <a:pt x="2793" y="56"/>
                  </a:cubicBezTo>
                  <a:cubicBezTo>
                    <a:pt x="2793" y="28"/>
                    <a:pt x="2765" y="0"/>
                    <a:pt x="27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3">
              <a:extLst>
                <a:ext uri="{FF2B5EF4-FFF2-40B4-BE49-F238E27FC236}">
                  <a16:creationId xmlns:a16="http://schemas.microsoft.com/office/drawing/2014/main" id="{AC785899-B97D-8A19-4F5B-CBFEBAC35D45}"/>
                </a:ext>
              </a:extLst>
            </p:cNvPr>
            <p:cNvSpPr/>
            <p:nvPr/>
          </p:nvSpPr>
          <p:spPr>
            <a:xfrm>
              <a:off x="1917425" y="2688775"/>
              <a:ext cx="26925" cy="3025"/>
            </a:xfrm>
            <a:custGeom>
              <a:avLst/>
              <a:gdLst/>
              <a:ahLst/>
              <a:cxnLst/>
              <a:rect l="l" t="t" r="r" b="b"/>
              <a:pathLst>
                <a:path w="1077" h="121" extrusionOk="0">
                  <a:moveTo>
                    <a:pt x="56" y="0"/>
                  </a:moveTo>
                  <a:cubicBezTo>
                    <a:pt x="28" y="0"/>
                    <a:pt x="1" y="28"/>
                    <a:pt x="1" y="56"/>
                  </a:cubicBezTo>
                  <a:cubicBezTo>
                    <a:pt x="1" y="93"/>
                    <a:pt x="28" y="121"/>
                    <a:pt x="56" y="121"/>
                  </a:cubicBezTo>
                  <a:lnTo>
                    <a:pt x="1012" y="121"/>
                  </a:lnTo>
                  <a:cubicBezTo>
                    <a:pt x="1049" y="121"/>
                    <a:pt x="1077" y="93"/>
                    <a:pt x="1077" y="56"/>
                  </a:cubicBezTo>
                  <a:cubicBezTo>
                    <a:pt x="1077" y="28"/>
                    <a:pt x="1049" y="0"/>
                    <a:pt x="10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3">
              <a:extLst>
                <a:ext uri="{FF2B5EF4-FFF2-40B4-BE49-F238E27FC236}">
                  <a16:creationId xmlns:a16="http://schemas.microsoft.com/office/drawing/2014/main" id="{9EDF22E2-BECB-4EF5-2283-E22685B92625}"/>
                </a:ext>
              </a:extLst>
            </p:cNvPr>
            <p:cNvSpPr/>
            <p:nvPr/>
          </p:nvSpPr>
          <p:spPr>
            <a:xfrm>
              <a:off x="1960575" y="2605750"/>
              <a:ext cx="24825" cy="2800"/>
            </a:xfrm>
            <a:custGeom>
              <a:avLst/>
              <a:gdLst/>
              <a:ahLst/>
              <a:cxnLst/>
              <a:rect l="l" t="t" r="r" b="b"/>
              <a:pathLst>
                <a:path w="993" h="112" extrusionOk="0">
                  <a:moveTo>
                    <a:pt x="56" y="0"/>
                  </a:moveTo>
                  <a:cubicBezTo>
                    <a:pt x="19" y="0"/>
                    <a:pt x="0" y="19"/>
                    <a:pt x="0" y="56"/>
                  </a:cubicBezTo>
                  <a:cubicBezTo>
                    <a:pt x="0" y="84"/>
                    <a:pt x="19" y="112"/>
                    <a:pt x="56" y="112"/>
                  </a:cubicBezTo>
                  <a:lnTo>
                    <a:pt x="937" y="112"/>
                  </a:lnTo>
                  <a:cubicBezTo>
                    <a:pt x="965" y="112"/>
                    <a:pt x="993" y="84"/>
                    <a:pt x="993" y="56"/>
                  </a:cubicBezTo>
                  <a:cubicBezTo>
                    <a:pt x="993" y="19"/>
                    <a:pt x="965" y="0"/>
                    <a:pt x="9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3">
              <a:extLst>
                <a:ext uri="{FF2B5EF4-FFF2-40B4-BE49-F238E27FC236}">
                  <a16:creationId xmlns:a16="http://schemas.microsoft.com/office/drawing/2014/main" id="{BE12E04E-475D-0178-C174-AE56224FC334}"/>
                </a:ext>
              </a:extLst>
            </p:cNvPr>
            <p:cNvSpPr/>
            <p:nvPr/>
          </p:nvSpPr>
          <p:spPr>
            <a:xfrm>
              <a:off x="1915350" y="2657450"/>
              <a:ext cx="70050" cy="3050"/>
            </a:xfrm>
            <a:custGeom>
              <a:avLst/>
              <a:gdLst/>
              <a:ahLst/>
              <a:cxnLst/>
              <a:rect l="l" t="t" r="r" b="b"/>
              <a:pathLst>
                <a:path w="2802" h="122" extrusionOk="0">
                  <a:moveTo>
                    <a:pt x="65" y="1"/>
                  </a:moveTo>
                  <a:cubicBezTo>
                    <a:pt x="28" y="1"/>
                    <a:pt x="0" y="29"/>
                    <a:pt x="0" y="66"/>
                  </a:cubicBezTo>
                  <a:cubicBezTo>
                    <a:pt x="0" y="94"/>
                    <a:pt x="28" y="121"/>
                    <a:pt x="65" y="121"/>
                  </a:cubicBezTo>
                  <a:lnTo>
                    <a:pt x="2746" y="121"/>
                  </a:lnTo>
                  <a:cubicBezTo>
                    <a:pt x="2774" y="121"/>
                    <a:pt x="2802" y="94"/>
                    <a:pt x="2802" y="66"/>
                  </a:cubicBezTo>
                  <a:cubicBezTo>
                    <a:pt x="2802" y="29"/>
                    <a:pt x="2774" y="1"/>
                    <a:pt x="27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3">
              <a:extLst>
                <a:ext uri="{FF2B5EF4-FFF2-40B4-BE49-F238E27FC236}">
                  <a16:creationId xmlns:a16="http://schemas.microsoft.com/office/drawing/2014/main" id="{E401E013-932C-0151-E18A-7F2F3E076F42}"/>
                </a:ext>
              </a:extLst>
            </p:cNvPr>
            <p:cNvSpPr/>
            <p:nvPr/>
          </p:nvSpPr>
          <p:spPr>
            <a:xfrm>
              <a:off x="1874750" y="2657450"/>
              <a:ext cx="26700" cy="3050"/>
            </a:xfrm>
            <a:custGeom>
              <a:avLst/>
              <a:gdLst/>
              <a:ahLst/>
              <a:cxnLst/>
              <a:rect l="l" t="t" r="r" b="b"/>
              <a:pathLst>
                <a:path w="1068" h="122" extrusionOk="0">
                  <a:moveTo>
                    <a:pt x="56" y="1"/>
                  </a:moveTo>
                  <a:cubicBezTo>
                    <a:pt x="28" y="1"/>
                    <a:pt x="1" y="29"/>
                    <a:pt x="1" y="66"/>
                  </a:cubicBezTo>
                  <a:cubicBezTo>
                    <a:pt x="1" y="94"/>
                    <a:pt x="28" y="121"/>
                    <a:pt x="56" y="121"/>
                  </a:cubicBezTo>
                  <a:lnTo>
                    <a:pt x="1012" y="121"/>
                  </a:lnTo>
                  <a:cubicBezTo>
                    <a:pt x="1049" y="121"/>
                    <a:pt x="1067" y="94"/>
                    <a:pt x="1067" y="66"/>
                  </a:cubicBezTo>
                  <a:cubicBezTo>
                    <a:pt x="1067" y="29"/>
                    <a:pt x="1049" y="1"/>
                    <a:pt x="10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3">
              <a:extLst>
                <a:ext uri="{FF2B5EF4-FFF2-40B4-BE49-F238E27FC236}">
                  <a16:creationId xmlns:a16="http://schemas.microsoft.com/office/drawing/2014/main" id="{F901037E-D95B-4209-D87C-887E3C2C8D55}"/>
                </a:ext>
              </a:extLst>
            </p:cNvPr>
            <p:cNvSpPr/>
            <p:nvPr/>
          </p:nvSpPr>
          <p:spPr>
            <a:xfrm>
              <a:off x="1833700" y="2657450"/>
              <a:ext cx="24850" cy="3050"/>
            </a:xfrm>
            <a:custGeom>
              <a:avLst/>
              <a:gdLst/>
              <a:ahLst/>
              <a:cxnLst/>
              <a:rect l="l" t="t" r="r" b="b"/>
              <a:pathLst>
                <a:path w="994" h="122" extrusionOk="0">
                  <a:moveTo>
                    <a:pt x="56" y="1"/>
                  </a:moveTo>
                  <a:cubicBezTo>
                    <a:pt x="19" y="1"/>
                    <a:pt x="1" y="29"/>
                    <a:pt x="1" y="66"/>
                  </a:cubicBezTo>
                  <a:cubicBezTo>
                    <a:pt x="1" y="94"/>
                    <a:pt x="19" y="121"/>
                    <a:pt x="56" y="121"/>
                  </a:cubicBezTo>
                  <a:lnTo>
                    <a:pt x="938" y="121"/>
                  </a:lnTo>
                  <a:cubicBezTo>
                    <a:pt x="965" y="121"/>
                    <a:pt x="993" y="94"/>
                    <a:pt x="993" y="66"/>
                  </a:cubicBezTo>
                  <a:cubicBezTo>
                    <a:pt x="993" y="29"/>
                    <a:pt x="965" y="1"/>
                    <a:pt x="9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3">
              <a:extLst>
                <a:ext uri="{FF2B5EF4-FFF2-40B4-BE49-F238E27FC236}">
                  <a16:creationId xmlns:a16="http://schemas.microsoft.com/office/drawing/2014/main" id="{8E09260F-2104-D3FB-AF4B-C723D3EE0608}"/>
                </a:ext>
              </a:extLst>
            </p:cNvPr>
            <p:cNvSpPr/>
            <p:nvPr/>
          </p:nvSpPr>
          <p:spPr>
            <a:xfrm>
              <a:off x="1874750" y="2716825"/>
              <a:ext cx="26700" cy="3050"/>
            </a:xfrm>
            <a:custGeom>
              <a:avLst/>
              <a:gdLst/>
              <a:ahLst/>
              <a:cxnLst/>
              <a:rect l="l" t="t" r="r" b="b"/>
              <a:pathLst>
                <a:path w="1068" h="122" extrusionOk="0">
                  <a:moveTo>
                    <a:pt x="56" y="1"/>
                  </a:moveTo>
                  <a:cubicBezTo>
                    <a:pt x="28" y="1"/>
                    <a:pt x="1" y="29"/>
                    <a:pt x="1" y="66"/>
                  </a:cubicBezTo>
                  <a:cubicBezTo>
                    <a:pt x="1" y="93"/>
                    <a:pt x="28" y="121"/>
                    <a:pt x="56" y="121"/>
                  </a:cubicBezTo>
                  <a:lnTo>
                    <a:pt x="1012" y="121"/>
                  </a:lnTo>
                  <a:cubicBezTo>
                    <a:pt x="1049" y="121"/>
                    <a:pt x="1067" y="93"/>
                    <a:pt x="1067" y="66"/>
                  </a:cubicBezTo>
                  <a:cubicBezTo>
                    <a:pt x="1067" y="29"/>
                    <a:pt x="1049" y="1"/>
                    <a:pt x="10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3">
              <a:extLst>
                <a:ext uri="{FF2B5EF4-FFF2-40B4-BE49-F238E27FC236}">
                  <a16:creationId xmlns:a16="http://schemas.microsoft.com/office/drawing/2014/main" id="{0C74E497-FD04-E3CC-F2C5-98C0EEEDB294}"/>
                </a:ext>
              </a:extLst>
            </p:cNvPr>
            <p:cNvSpPr/>
            <p:nvPr/>
          </p:nvSpPr>
          <p:spPr>
            <a:xfrm>
              <a:off x="1833700" y="2716825"/>
              <a:ext cx="24850" cy="3050"/>
            </a:xfrm>
            <a:custGeom>
              <a:avLst/>
              <a:gdLst/>
              <a:ahLst/>
              <a:cxnLst/>
              <a:rect l="l" t="t" r="r" b="b"/>
              <a:pathLst>
                <a:path w="994" h="122" extrusionOk="0">
                  <a:moveTo>
                    <a:pt x="56" y="1"/>
                  </a:moveTo>
                  <a:cubicBezTo>
                    <a:pt x="19" y="1"/>
                    <a:pt x="1" y="29"/>
                    <a:pt x="1" y="66"/>
                  </a:cubicBezTo>
                  <a:cubicBezTo>
                    <a:pt x="1" y="93"/>
                    <a:pt x="19" y="121"/>
                    <a:pt x="56" y="121"/>
                  </a:cubicBezTo>
                  <a:lnTo>
                    <a:pt x="938" y="121"/>
                  </a:lnTo>
                  <a:cubicBezTo>
                    <a:pt x="965" y="121"/>
                    <a:pt x="993" y="93"/>
                    <a:pt x="993" y="66"/>
                  </a:cubicBezTo>
                  <a:cubicBezTo>
                    <a:pt x="993" y="29"/>
                    <a:pt x="965" y="1"/>
                    <a:pt x="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3">
              <a:extLst>
                <a:ext uri="{FF2B5EF4-FFF2-40B4-BE49-F238E27FC236}">
                  <a16:creationId xmlns:a16="http://schemas.microsoft.com/office/drawing/2014/main" id="{CD2493E2-A62A-0F7C-870C-4BA6470D5160}"/>
                </a:ext>
              </a:extLst>
            </p:cNvPr>
            <p:cNvSpPr/>
            <p:nvPr/>
          </p:nvSpPr>
          <p:spPr>
            <a:xfrm>
              <a:off x="1833700" y="2631250"/>
              <a:ext cx="37375" cy="3050"/>
            </a:xfrm>
            <a:custGeom>
              <a:avLst/>
              <a:gdLst/>
              <a:ahLst/>
              <a:cxnLst/>
              <a:rect l="l" t="t" r="r" b="b"/>
              <a:pathLst>
                <a:path w="1495" h="122" extrusionOk="0">
                  <a:moveTo>
                    <a:pt x="56" y="1"/>
                  </a:moveTo>
                  <a:cubicBezTo>
                    <a:pt x="19" y="1"/>
                    <a:pt x="1" y="28"/>
                    <a:pt x="1" y="66"/>
                  </a:cubicBezTo>
                  <a:cubicBezTo>
                    <a:pt x="1" y="93"/>
                    <a:pt x="19" y="121"/>
                    <a:pt x="56" y="121"/>
                  </a:cubicBezTo>
                  <a:lnTo>
                    <a:pt x="1439" y="121"/>
                  </a:lnTo>
                  <a:cubicBezTo>
                    <a:pt x="1466" y="121"/>
                    <a:pt x="1494" y="93"/>
                    <a:pt x="1494" y="66"/>
                  </a:cubicBezTo>
                  <a:cubicBezTo>
                    <a:pt x="1494" y="28"/>
                    <a:pt x="1466" y="1"/>
                    <a:pt x="14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3">
              <a:extLst>
                <a:ext uri="{FF2B5EF4-FFF2-40B4-BE49-F238E27FC236}">
                  <a16:creationId xmlns:a16="http://schemas.microsoft.com/office/drawing/2014/main" id="{7C4F4470-EB66-CD23-6D57-4C4628D7A70D}"/>
                </a:ext>
              </a:extLst>
            </p:cNvPr>
            <p:cNvSpPr/>
            <p:nvPr/>
          </p:nvSpPr>
          <p:spPr>
            <a:xfrm>
              <a:off x="1882650" y="2631250"/>
              <a:ext cx="61700" cy="3050"/>
            </a:xfrm>
            <a:custGeom>
              <a:avLst/>
              <a:gdLst/>
              <a:ahLst/>
              <a:cxnLst/>
              <a:rect l="l" t="t" r="r" b="b"/>
              <a:pathLst>
                <a:path w="2468" h="122" extrusionOk="0">
                  <a:moveTo>
                    <a:pt x="65" y="1"/>
                  </a:moveTo>
                  <a:cubicBezTo>
                    <a:pt x="28" y="1"/>
                    <a:pt x="0" y="28"/>
                    <a:pt x="0" y="66"/>
                  </a:cubicBezTo>
                  <a:cubicBezTo>
                    <a:pt x="0" y="93"/>
                    <a:pt x="28" y="121"/>
                    <a:pt x="65" y="121"/>
                  </a:cubicBezTo>
                  <a:lnTo>
                    <a:pt x="2403" y="121"/>
                  </a:lnTo>
                  <a:cubicBezTo>
                    <a:pt x="2440" y="121"/>
                    <a:pt x="2468" y="93"/>
                    <a:pt x="2468" y="66"/>
                  </a:cubicBezTo>
                  <a:cubicBezTo>
                    <a:pt x="2468" y="28"/>
                    <a:pt x="2440" y="1"/>
                    <a:pt x="24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3">
              <a:extLst>
                <a:ext uri="{FF2B5EF4-FFF2-40B4-BE49-F238E27FC236}">
                  <a16:creationId xmlns:a16="http://schemas.microsoft.com/office/drawing/2014/main" id="{AA47B33B-D19A-5657-B162-0C4C699EDEAA}"/>
                </a:ext>
              </a:extLst>
            </p:cNvPr>
            <p:cNvSpPr/>
            <p:nvPr/>
          </p:nvSpPr>
          <p:spPr>
            <a:xfrm>
              <a:off x="1960575" y="2631250"/>
              <a:ext cx="24825" cy="3050"/>
            </a:xfrm>
            <a:custGeom>
              <a:avLst/>
              <a:gdLst/>
              <a:ahLst/>
              <a:cxnLst/>
              <a:rect l="l" t="t" r="r" b="b"/>
              <a:pathLst>
                <a:path w="993" h="122" extrusionOk="0">
                  <a:moveTo>
                    <a:pt x="56" y="1"/>
                  </a:moveTo>
                  <a:cubicBezTo>
                    <a:pt x="19" y="1"/>
                    <a:pt x="0" y="28"/>
                    <a:pt x="0" y="66"/>
                  </a:cubicBezTo>
                  <a:cubicBezTo>
                    <a:pt x="0" y="93"/>
                    <a:pt x="19" y="121"/>
                    <a:pt x="56" y="121"/>
                  </a:cubicBezTo>
                  <a:lnTo>
                    <a:pt x="937" y="121"/>
                  </a:lnTo>
                  <a:cubicBezTo>
                    <a:pt x="965" y="121"/>
                    <a:pt x="993" y="93"/>
                    <a:pt x="993" y="66"/>
                  </a:cubicBezTo>
                  <a:cubicBezTo>
                    <a:pt x="993" y="28"/>
                    <a:pt x="965"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3">
              <a:extLst>
                <a:ext uri="{FF2B5EF4-FFF2-40B4-BE49-F238E27FC236}">
                  <a16:creationId xmlns:a16="http://schemas.microsoft.com/office/drawing/2014/main" id="{D160B42A-B9B3-E384-793B-AE4451B7DF99}"/>
                </a:ext>
              </a:extLst>
            </p:cNvPr>
            <p:cNvSpPr/>
            <p:nvPr/>
          </p:nvSpPr>
          <p:spPr>
            <a:xfrm>
              <a:off x="1833250" y="2744425"/>
              <a:ext cx="61475" cy="3050"/>
            </a:xfrm>
            <a:custGeom>
              <a:avLst/>
              <a:gdLst/>
              <a:ahLst/>
              <a:cxnLst/>
              <a:rect l="l" t="t" r="r" b="b"/>
              <a:pathLst>
                <a:path w="2459" h="122" extrusionOk="0">
                  <a:moveTo>
                    <a:pt x="56" y="1"/>
                  </a:moveTo>
                  <a:cubicBezTo>
                    <a:pt x="19" y="1"/>
                    <a:pt x="0" y="28"/>
                    <a:pt x="0" y="66"/>
                  </a:cubicBezTo>
                  <a:cubicBezTo>
                    <a:pt x="0" y="93"/>
                    <a:pt x="19" y="121"/>
                    <a:pt x="56" y="121"/>
                  </a:cubicBezTo>
                  <a:lnTo>
                    <a:pt x="2393" y="121"/>
                  </a:lnTo>
                  <a:cubicBezTo>
                    <a:pt x="2431" y="121"/>
                    <a:pt x="2458" y="93"/>
                    <a:pt x="2458" y="66"/>
                  </a:cubicBezTo>
                  <a:cubicBezTo>
                    <a:pt x="2458" y="28"/>
                    <a:pt x="2431" y="1"/>
                    <a:pt x="2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3">
              <a:extLst>
                <a:ext uri="{FF2B5EF4-FFF2-40B4-BE49-F238E27FC236}">
                  <a16:creationId xmlns:a16="http://schemas.microsoft.com/office/drawing/2014/main" id="{DBA329B2-E92B-CCDD-8E14-38FF8D269E2E}"/>
                </a:ext>
              </a:extLst>
            </p:cNvPr>
            <p:cNvSpPr/>
            <p:nvPr/>
          </p:nvSpPr>
          <p:spPr>
            <a:xfrm>
              <a:off x="1833250" y="2770400"/>
              <a:ext cx="24825" cy="2800"/>
            </a:xfrm>
            <a:custGeom>
              <a:avLst/>
              <a:gdLst/>
              <a:ahLst/>
              <a:cxnLst/>
              <a:rect l="l" t="t" r="r" b="b"/>
              <a:pathLst>
                <a:path w="993" h="112" extrusionOk="0">
                  <a:moveTo>
                    <a:pt x="56" y="1"/>
                  </a:moveTo>
                  <a:cubicBezTo>
                    <a:pt x="28" y="1"/>
                    <a:pt x="0" y="28"/>
                    <a:pt x="0" y="56"/>
                  </a:cubicBezTo>
                  <a:cubicBezTo>
                    <a:pt x="0" y="93"/>
                    <a:pt x="28" y="112"/>
                    <a:pt x="56" y="112"/>
                  </a:cubicBezTo>
                  <a:lnTo>
                    <a:pt x="937" y="112"/>
                  </a:lnTo>
                  <a:cubicBezTo>
                    <a:pt x="974" y="112"/>
                    <a:pt x="993" y="93"/>
                    <a:pt x="993" y="56"/>
                  </a:cubicBezTo>
                  <a:cubicBezTo>
                    <a:pt x="993" y="28"/>
                    <a:pt x="974" y="1"/>
                    <a:pt x="9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3">
              <a:extLst>
                <a:ext uri="{FF2B5EF4-FFF2-40B4-BE49-F238E27FC236}">
                  <a16:creationId xmlns:a16="http://schemas.microsoft.com/office/drawing/2014/main" id="{A8787683-5B18-4EC4-17A7-D8A0460D7D4F}"/>
                </a:ext>
              </a:extLst>
            </p:cNvPr>
            <p:cNvSpPr/>
            <p:nvPr/>
          </p:nvSpPr>
          <p:spPr>
            <a:xfrm>
              <a:off x="1630775" y="2920000"/>
              <a:ext cx="550375" cy="380600"/>
            </a:xfrm>
            <a:custGeom>
              <a:avLst/>
              <a:gdLst/>
              <a:ahLst/>
              <a:cxnLst/>
              <a:rect l="l" t="t" r="r" b="b"/>
              <a:pathLst>
                <a:path w="22015" h="15224" extrusionOk="0">
                  <a:moveTo>
                    <a:pt x="576" y="0"/>
                  </a:moveTo>
                  <a:cubicBezTo>
                    <a:pt x="260" y="0"/>
                    <a:pt x="1" y="260"/>
                    <a:pt x="1" y="575"/>
                  </a:cubicBezTo>
                  <a:lnTo>
                    <a:pt x="1" y="15019"/>
                  </a:lnTo>
                  <a:cubicBezTo>
                    <a:pt x="1" y="15130"/>
                    <a:pt x="93" y="15223"/>
                    <a:pt x="205" y="15223"/>
                  </a:cubicBezTo>
                  <a:lnTo>
                    <a:pt x="21810" y="15223"/>
                  </a:lnTo>
                  <a:cubicBezTo>
                    <a:pt x="21921" y="15223"/>
                    <a:pt x="22014" y="15130"/>
                    <a:pt x="22014" y="15019"/>
                  </a:cubicBezTo>
                  <a:lnTo>
                    <a:pt x="22014" y="575"/>
                  </a:lnTo>
                  <a:cubicBezTo>
                    <a:pt x="22014" y="260"/>
                    <a:pt x="21754" y="0"/>
                    <a:pt x="214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3">
              <a:extLst>
                <a:ext uri="{FF2B5EF4-FFF2-40B4-BE49-F238E27FC236}">
                  <a16:creationId xmlns:a16="http://schemas.microsoft.com/office/drawing/2014/main" id="{54B00468-9849-6FBF-963F-EE62345586CB}"/>
                </a:ext>
              </a:extLst>
            </p:cNvPr>
            <p:cNvSpPr/>
            <p:nvPr/>
          </p:nvSpPr>
          <p:spPr>
            <a:xfrm>
              <a:off x="1629375" y="2918600"/>
              <a:ext cx="553150" cy="383375"/>
            </a:xfrm>
            <a:custGeom>
              <a:avLst/>
              <a:gdLst/>
              <a:ahLst/>
              <a:cxnLst/>
              <a:rect l="l" t="t" r="r" b="b"/>
              <a:pathLst>
                <a:path w="22126" h="15335" extrusionOk="0">
                  <a:moveTo>
                    <a:pt x="21495" y="121"/>
                  </a:moveTo>
                  <a:cubicBezTo>
                    <a:pt x="21773" y="121"/>
                    <a:pt x="22005" y="344"/>
                    <a:pt x="22005" y="631"/>
                  </a:cubicBezTo>
                  <a:lnTo>
                    <a:pt x="22005" y="15075"/>
                  </a:lnTo>
                  <a:cubicBezTo>
                    <a:pt x="22005" y="15149"/>
                    <a:pt x="21940" y="15214"/>
                    <a:pt x="21866" y="15214"/>
                  </a:cubicBezTo>
                  <a:lnTo>
                    <a:pt x="251" y="15214"/>
                  </a:lnTo>
                  <a:cubicBezTo>
                    <a:pt x="177" y="15214"/>
                    <a:pt x="112" y="15149"/>
                    <a:pt x="112" y="15075"/>
                  </a:cubicBezTo>
                  <a:lnTo>
                    <a:pt x="112" y="631"/>
                  </a:lnTo>
                  <a:cubicBezTo>
                    <a:pt x="112" y="344"/>
                    <a:pt x="344" y="121"/>
                    <a:pt x="632" y="121"/>
                  </a:cubicBezTo>
                  <a:close/>
                  <a:moveTo>
                    <a:pt x="632" y="0"/>
                  </a:moveTo>
                  <a:cubicBezTo>
                    <a:pt x="279" y="0"/>
                    <a:pt x="1" y="288"/>
                    <a:pt x="1" y="631"/>
                  </a:cubicBezTo>
                  <a:lnTo>
                    <a:pt x="1" y="15075"/>
                  </a:lnTo>
                  <a:cubicBezTo>
                    <a:pt x="1" y="15214"/>
                    <a:pt x="112" y="15335"/>
                    <a:pt x="261" y="15335"/>
                  </a:cubicBezTo>
                  <a:lnTo>
                    <a:pt x="21866" y="15335"/>
                  </a:lnTo>
                  <a:cubicBezTo>
                    <a:pt x="22005" y="15335"/>
                    <a:pt x="22126" y="15214"/>
                    <a:pt x="22126" y="15075"/>
                  </a:cubicBezTo>
                  <a:lnTo>
                    <a:pt x="22126" y="631"/>
                  </a:lnTo>
                  <a:cubicBezTo>
                    <a:pt x="22126" y="288"/>
                    <a:pt x="21838" y="0"/>
                    <a:pt x="214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3">
              <a:extLst>
                <a:ext uri="{FF2B5EF4-FFF2-40B4-BE49-F238E27FC236}">
                  <a16:creationId xmlns:a16="http://schemas.microsoft.com/office/drawing/2014/main" id="{5DC1CBD7-D01B-273E-BCF3-068564DD6674}"/>
                </a:ext>
              </a:extLst>
            </p:cNvPr>
            <p:cNvSpPr/>
            <p:nvPr/>
          </p:nvSpPr>
          <p:spPr>
            <a:xfrm>
              <a:off x="1670900" y="2956625"/>
              <a:ext cx="469875" cy="307325"/>
            </a:xfrm>
            <a:custGeom>
              <a:avLst/>
              <a:gdLst/>
              <a:ahLst/>
              <a:cxnLst/>
              <a:rect l="l" t="t" r="r" b="b"/>
              <a:pathLst>
                <a:path w="18795" h="12293" extrusionOk="0">
                  <a:moveTo>
                    <a:pt x="0" y="1"/>
                  </a:moveTo>
                  <a:lnTo>
                    <a:pt x="0" y="12292"/>
                  </a:lnTo>
                  <a:lnTo>
                    <a:pt x="18795" y="12292"/>
                  </a:lnTo>
                  <a:lnTo>
                    <a:pt x="1879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3">
              <a:extLst>
                <a:ext uri="{FF2B5EF4-FFF2-40B4-BE49-F238E27FC236}">
                  <a16:creationId xmlns:a16="http://schemas.microsoft.com/office/drawing/2014/main" id="{29ECBF33-F7FB-0FA4-1C78-03FBCAEB071E}"/>
                </a:ext>
              </a:extLst>
            </p:cNvPr>
            <p:cNvSpPr/>
            <p:nvPr/>
          </p:nvSpPr>
          <p:spPr>
            <a:xfrm>
              <a:off x="1669500" y="2955000"/>
              <a:ext cx="472675" cy="310325"/>
            </a:xfrm>
            <a:custGeom>
              <a:avLst/>
              <a:gdLst/>
              <a:ahLst/>
              <a:cxnLst/>
              <a:rect l="l" t="t" r="r" b="b"/>
              <a:pathLst>
                <a:path w="18907" h="12413" extrusionOk="0">
                  <a:moveTo>
                    <a:pt x="18795" y="121"/>
                  </a:moveTo>
                  <a:lnTo>
                    <a:pt x="18795" y="12302"/>
                  </a:lnTo>
                  <a:lnTo>
                    <a:pt x="121" y="12302"/>
                  </a:lnTo>
                  <a:lnTo>
                    <a:pt x="121" y="121"/>
                  </a:lnTo>
                  <a:close/>
                  <a:moveTo>
                    <a:pt x="56" y="1"/>
                  </a:moveTo>
                  <a:cubicBezTo>
                    <a:pt x="29" y="1"/>
                    <a:pt x="1" y="29"/>
                    <a:pt x="1" y="66"/>
                  </a:cubicBezTo>
                  <a:lnTo>
                    <a:pt x="1" y="12357"/>
                  </a:lnTo>
                  <a:cubicBezTo>
                    <a:pt x="1" y="12394"/>
                    <a:pt x="29" y="12413"/>
                    <a:pt x="56" y="12413"/>
                  </a:cubicBezTo>
                  <a:lnTo>
                    <a:pt x="18851" y="12413"/>
                  </a:lnTo>
                  <a:cubicBezTo>
                    <a:pt x="18888" y="12413"/>
                    <a:pt x="18907" y="12394"/>
                    <a:pt x="18907" y="12357"/>
                  </a:cubicBezTo>
                  <a:lnTo>
                    <a:pt x="18907" y="66"/>
                  </a:lnTo>
                  <a:cubicBezTo>
                    <a:pt x="18907" y="29"/>
                    <a:pt x="18879" y="1"/>
                    <a:pt x="188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3">
              <a:extLst>
                <a:ext uri="{FF2B5EF4-FFF2-40B4-BE49-F238E27FC236}">
                  <a16:creationId xmlns:a16="http://schemas.microsoft.com/office/drawing/2014/main" id="{4630E169-9DA5-CAB7-7A93-D74185961199}"/>
                </a:ext>
              </a:extLst>
            </p:cNvPr>
            <p:cNvSpPr/>
            <p:nvPr/>
          </p:nvSpPr>
          <p:spPr>
            <a:xfrm>
              <a:off x="1900275" y="2932975"/>
              <a:ext cx="11375" cy="11400"/>
            </a:xfrm>
            <a:custGeom>
              <a:avLst/>
              <a:gdLst/>
              <a:ahLst/>
              <a:cxnLst/>
              <a:rect l="l" t="t" r="r" b="b"/>
              <a:pathLst>
                <a:path w="455" h="456" extrusionOk="0">
                  <a:moveTo>
                    <a:pt x="223" y="121"/>
                  </a:moveTo>
                  <a:cubicBezTo>
                    <a:pt x="288" y="121"/>
                    <a:pt x="334" y="168"/>
                    <a:pt x="334" y="232"/>
                  </a:cubicBezTo>
                  <a:cubicBezTo>
                    <a:pt x="334" y="288"/>
                    <a:pt x="288" y="344"/>
                    <a:pt x="223" y="344"/>
                  </a:cubicBezTo>
                  <a:cubicBezTo>
                    <a:pt x="167" y="344"/>
                    <a:pt x="111" y="288"/>
                    <a:pt x="111" y="232"/>
                  </a:cubicBezTo>
                  <a:cubicBezTo>
                    <a:pt x="111" y="168"/>
                    <a:pt x="167" y="121"/>
                    <a:pt x="223" y="121"/>
                  </a:cubicBezTo>
                  <a:close/>
                  <a:moveTo>
                    <a:pt x="223" y="1"/>
                  </a:moveTo>
                  <a:cubicBezTo>
                    <a:pt x="102" y="1"/>
                    <a:pt x="0" y="103"/>
                    <a:pt x="0" y="232"/>
                  </a:cubicBezTo>
                  <a:cubicBezTo>
                    <a:pt x="0" y="353"/>
                    <a:pt x="102" y="455"/>
                    <a:pt x="223" y="455"/>
                  </a:cubicBezTo>
                  <a:cubicBezTo>
                    <a:pt x="353" y="455"/>
                    <a:pt x="455" y="353"/>
                    <a:pt x="455" y="232"/>
                  </a:cubicBezTo>
                  <a:cubicBezTo>
                    <a:pt x="455" y="103"/>
                    <a:pt x="353" y="1"/>
                    <a:pt x="2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3">
              <a:extLst>
                <a:ext uri="{FF2B5EF4-FFF2-40B4-BE49-F238E27FC236}">
                  <a16:creationId xmlns:a16="http://schemas.microsoft.com/office/drawing/2014/main" id="{4A720FBA-CDD6-AEB4-3987-A53E1096E943}"/>
                </a:ext>
              </a:extLst>
            </p:cNvPr>
            <p:cNvSpPr/>
            <p:nvPr/>
          </p:nvSpPr>
          <p:spPr>
            <a:xfrm>
              <a:off x="1540800" y="3297550"/>
              <a:ext cx="730325" cy="49200"/>
            </a:xfrm>
            <a:custGeom>
              <a:avLst/>
              <a:gdLst/>
              <a:ahLst/>
              <a:cxnLst/>
              <a:rect l="l" t="t" r="r" b="b"/>
              <a:pathLst>
                <a:path w="29213" h="1968" extrusionOk="0">
                  <a:moveTo>
                    <a:pt x="0" y="0"/>
                  </a:moveTo>
                  <a:lnTo>
                    <a:pt x="0" y="1206"/>
                  </a:lnTo>
                  <a:cubicBezTo>
                    <a:pt x="0" y="1624"/>
                    <a:pt x="343" y="1967"/>
                    <a:pt x="761" y="1967"/>
                  </a:cubicBezTo>
                  <a:lnTo>
                    <a:pt x="28443" y="1967"/>
                  </a:lnTo>
                  <a:cubicBezTo>
                    <a:pt x="28869" y="1967"/>
                    <a:pt x="29213" y="1624"/>
                    <a:pt x="29213" y="1206"/>
                  </a:cubicBezTo>
                  <a:lnTo>
                    <a:pt x="292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3">
              <a:extLst>
                <a:ext uri="{FF2B5EF4-FFF2-40B4-BE49-F238E27FC236}">
                  <a16:creationId xmlns:a16="http://schemas.microsoft.com/office/drawing/2014/main" id="{AC527909-7D36-A414-A494-F554B6F636CA}"/>
                </a:ext>
              </a:extLst>
            </p:cNvPr>
            <p:cNvSpPr/>
            <p:nvPr/>
          </p:nvSpPr>
          <p:spPr>
            <a:xfrm>
              <a:off x="1539175" y="3296150"/>
              <a:ext cx="733350" cy="52225"/>
            </a:xfrm>
            <a:custGeom>
              <a:avLst/>
              <a:gdLst/>
              <a:ahLst/>
              <a:cxnLst/>
              <a:rect l="l" t="t" r="r" b="b"/>
              <a:pathLst>
                <a:path w="29334" h="2089" extrusionOk="0">
                  <a:moveTo>
                    <a:pt x="29222" y="112"/>
                  </a:moveTo>
                  <a:lnTo>
                    <a:pt x="29222" y="1262"/>
                  </a:lnTo>
                  <a:cubicBezTo>
                    <a:pt x="29222" y="1652"/>
                    <a:pt x="28897" y="1967"/>
                    <a:pt x="28508" y="1967"/>
                  </a:cubicBezTo>
                  <a:lnTo>
                    <a:pt x="826" y="1967"/>
                  </a:lnTo>
                  <a:cubicBezTo>
                    <a:pt x="436" y="1967"/>
                    <a:pt x="121" y="1652"/>
                    <a:pt x="121" y="1262"/>
                  </a:cubicBezTo>
                  <a:lnTo>
                    <a:pt x="121" y="112"/>
                  </a:lnTo>
                  <a:close/>
                  <a:moveTo>
                    <a:pt x="65" y="1"/>
                  </a:moveTo>
                  <a:cubicBezTo>
                    <a:pt x="28" y="1"/>
                    <a:pt x="0" y="29"/>
                    <a:pt x="0" y="56"/>
                  </a:cubicBezTo>
                  <a:lnTo>
                    <a:pt x="0" y="1262"/>
                  </a:lnTo>
                  <a:cubicBezTo>
                    <a:pt x="0" y="1717"/>
                    <a:pt x="371" y="2088"/>
                    <a:pt x="826" y="2088"/>
                  </a:cubicBezTo>
                  <a:lnTo>
                    <a:pt x="28508" y="2088"/>
                  </a:lnTo>
                  <a:cubicBezTo>
                    <a:pt x="28962" y="2088"/>
                    <a:pt x="29333" y="1717"/>
                    <a:pt x="29333" y="1262"/>
                  </a:cubicBezTo>
                  <a:lnTo>
                    <a:pt x="29333" y="56"/>
                  </a:lnTo>
                  <a:cubicBezTo>
                    <a:pt x="29333" y="29"/>
                    <a:pt x="29305" y="1"/>
                    <a:pt x="29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3">
              <a:extLst>
                <a:ext uri="{FF2B5EF4-FFF2-40B4-BE49-F238E27FC236}">
                  <a16:creationId xmlns:a16="http://schemas.microsoft.com/office/drawing/2014/main" id="{E7E01F85-D2D8-CBF1-B8C5-651D247EB193}"/>
                </a:ext>
              </a:extLst>
            </p:cNvPr>
            <p:cNvSpPr/>
            <p:nvPr/>
          </p:nvSpPr>
          <p:spPr>
            <a:xfrm>
              <a:off x="1546350" y="3333725"/>
              <a:ext cx="719200" cy="3050"/>
            </a:xfrm>
            <a:custGeom>
              <a:avLst/>
              <a:gdLst/>
              <a:ahLst/>
              <a:cxnLst/>
              <a:rect l="l" t="t" r="r" b="b"/>
              <a:pathLst>
                <a:path w="28768" h="122" extrusionOk="0">
                  <a:moveTo>
                    <a:pt x="56" y="1"/>
                  </a:moveTo>
                  <a:cubicBezTo>
                    <a:pt x="19" y="1"/>
                    <a:pt x="1" y="28"/>
                    <a:pt x="1" y="66"/>
                  </a:cubicBezTo>
                  <a:cubicBezTo>
                    <a:pt x="1" y="93"/>
                    <a:pt x="19" y="121"/>
                    <a:pt x="56" y="121"/>
                  </a:cubicBezTo>
                  <a:lnTo>
                    <a:pt x="28712" y="121"/>
                  </a:lnTo>
                  <a:cubicBezTo>
                    <a:pt x="28740" y="121"/>
                    <a:pt x="28768" y="93"/>
                    <a:pt x="28768" y="66"/>
                  </a:cubicBezTo>
                  <a:cubicBezTo>
                    <a:pt x="28768" y="28"/>
                    <a:pt x="28740" y="1"/>
                    <a:pt x="287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3">
              <a:extLst>
                <a:ext uri="{FF2B5EF4-FFF2-40B4-BE49-F238E27FC236}">
                  <a16:creationId xmlns:a16="http://schemas.microsoft.com/office/drawing/2014/main" id="{1F4DAEDB-F930-96BE-D5CC-1D9A4DBAA7BC}"/>
                </a:ext>
              </a:extLst>
            </p:cNvPr>
            <p:cNvSpPr/>
            <p:nvPr/>
          </p:nvSpPr>
          <p:spPr>
            <a:xfrm>
              <a:off x="1836250" y="3300575"/>
              <a:ext cx="139400" cy="15550"/>
            </a:xfrm>
            <a:custGeom>
              <a:avLst/>
              <a:gdLst/>
              <a:ahLst/>
              <a:cxnLst/>
              <a:rect l="l" t="t" r="r" b="b"/>
              <a:pathLst>
                <a:path w="5576" h="622" extrusionOk="0">
                  <a:moveTo>
                    <a:pt x="1" y="0"/>
                  </a:moveTo>
                  <a:lnTo>
                    <a:pt x="1" y="622"/>
                  </a:lnTo>
                  <a:lnTo>
                    <a:pt x="5576" y="622"/>
                  </a:lnTo>
                  <a:lnTo>
                    <a:pt x="55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3">
              <a:extLst>
                <a:ext uri="{FF2B5EF4-FFF2-40B4-BE49-F238E27FC236}">
                  <a16:creationId xmlns:a16="http://schemas.microsoft.com/office/drawing/2014/main" id="{A61365FC-39DE-4703-1742-930118CA1E73}"/>
                </a:ext>
              </a:extLst>
            </p:cNvPr>
            <p:cNvSpPr/>
            <p:nvPr/>
          </p:nvSpPr>
          <p:spPr>
            <a:xfrm>
              <a:off x="1834875" y="3299175"/>
              <a:ext cx="142175" cy="18350"/>
            </a:xfrm>
            <a:custGeom>
              <a:avLst/>
              <a:gdLst/>
              <a:ahLst/>
              <a:cxnLst/>
              <a:rect l="l" t="t" r="r" b="b"/>
              <a:pathLst>
                <a:path w="5687" h="734" extrusionOk="0">
                  <a:moveTo>
                    <a:pt x="5566" y="121"/>
                  </a:moveTo>
                  <a:lnTo>
                    <a:pt x="5566" y="613"/>
                  </a:lnTo>
                  <a:lnTo>
                    <a:pt x="111" y="613"/>
                  </a:lnTo>
                  <a:lnTo>
                    <a:pt x="111" y="121"/>
                  </a:lnTo>
                  <a:close/>
                  <a:moveTo>
                    <a:pt x="56" y="0"/>
                  </a:moveTo>
                  <a:cubicBezTo>
                    <a:pt x="19" y="0"/>
                    <a:pt x="0" y="28"/>
                    <a:pt x="0" y="56"/>
                  </a:cubicBezTo>
                  <a:lnTo>
                    <a:pt x="0" y="678"/>
                  </a:lnTo>
                  <a:cubicBezTo>
                    <a:pt x="0" y="705"/>
                    <a:pt x="19" y="733"/>
                    <a:pt x="56" y="733"/>
                  </a:cubicBezTo>
                  <a:lnTo>
                    <a:pt x="5631" y="733"/>
                  </a:lnTo>
                  <a:cubicBezTo>
                    <a:pt x="5659" y="733"/>
                    <a:pt x="5687" y="705"/>
                    <a:pt x="5687" y="678"/>
                  </a:cubicBezTo>
                  <a:lnTo>
                    <a:pt x="5687" y="56"/>
                  </a:lnTo>
                  <a:cubicBezTo>
                    <a:pt x="5687" y="28"/>
                    <a:pt x="5659" y="0"/>
                    <a:pt x="5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3">
              <a:extLst>
                <a:ext uri="{FF2B5EF4-FFF2-40B4-BE49-F238E27FC236}">
                  <a16:creationId xmlns:a16="http://schemas.microsoft.com/office/drawing/2014/main" id="{1162EF49-0388-B5D5-45CA-8043CC44A7B4}"/>
                </a:ext>
              </a:extLst>
            </p:cNvPr>
            <p:cNvSpPr/>
            <p:nvPr/>
          </p:nvSpPr>
          <p:spPr>
            <a:xfrm>
              <a:off x="1743950" y="3008825"/>
              <a:ext cx="294325" cy="215000"/>
            </a:xfrm>
            <a:custGeom>
              <a:avLst/>
              <a:gdLst/>
              <a:ahLst/>
              <a:cxnLst/>
              <a:rect l="l" t="t" r="r" b="b"/>
              <a:pathLst>
                <a:path w="11773" h="8600" extrusionOk="0">
                  <a:moveTo>
                    <a:pt x="223" y="0"/>
                  </a:moveTo>
                  <a:cubicBezTo>
                    <a:pt x="103" y="0"/>
                    <a:pt x="1" y="102"/>
                    <a:pt x="1" y="223"/>
                  </a:cubicBezTo>
                  <a:lnTo>
                    <a:pt x="1" y="8377"/>
                  </a:lnTo>
                  <a:cubicBezTo>
                    <a:pt x="1" y="8497"/>
                    <a:pt x="103" y="8599"/>
                    <a:pt x="223" y="8599"/>
                  </a:cubicBezTo>
                  <a:lnTo>
                    <a:pt x="11559" y="8599"/>
                  </a:lnTo>
                  <a:cubicBezTo>
                    <a:pt x="11680" y="8599"/>
                    <a:pt x="11773" y="8497"/>
                    <a:pt x="11773" y="8377"/>
                  </a:cubicBezTo>
                  <a:lnTo>
                    <a:pt x="11773" y="223"/>
                  </a:lnTo>
                  <a:cubicBezTo>
                    <a:pt x="11773" y="102"/>
                    <a:pt x="11680" y="0"/>
                    <a:pt x="115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3">
              <a:extLst>
                <a:ext uri="{FF2B5EF4-FFF2-40B4-BE49-F238E27FC236}">
                  <a16:creationId xmlns:a16="http://schemas.microsoft.com/office/drawing/2014/main" id="{EF98D247-67F0-89B5-996F-BE66EF054CBE}"/>
                </a:ext>
              </a:extLst>
            </p:cNvPr>
            <p:cNvSpPr/>
            <p:nvPr/>
          </p:nvSpPr>
          <p:spPr>
            <a:xfrm>
              <a:off x="1760425" y="2992575"/>
              <a:ext cx="294325" cy="36200"/>
            </a:xfrm>
            <a:custGeom>
              <a:avLst/>
              <a:gdLst/>
              <a:ahLst/>
              <a:cxnLst/>
              <a:rect l="l" t="t" r="r" b="b"/>
              <a:pathLst>
                <a:path w="11773" h="1448" extrusionOk="0">
                  <a:moveTo>
                    <a:pt x="269" y="1"/>
                  </a:moveTo>
                  <a:cubicBezTo>
                    <a:pt x="121" y="1"/>
                    <a:pt x="0" y="121"/>
                    <a:pt x="0" y="260"/>
                  </a:cubicBezTo>
                  <a:lnTo>
                    <a:pt x="0" y="1448"/>
                  </a:lnTo>
                  <a:lnTo>
                    <a:pt x="11772" y="1448"/>
                  </a:lnTo>
                  <a:lnTo>
                    <a:pt x="11772" y="344"/>
                  </a:lnTo>
                  <a:cubicBezTo>
                    <a:pt x="11772" y="158"/>
                    <a:pt x="11624" y="1"/>
                    <a:pt x="11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3">
              <a:extLst>
                <a:ext uri="{FF2B5EF4-FFF2-40B4-BE49-F238E27FC236}">
                  <a16:creationId xmlns:a16="http://schemas.microsoft.com/office/drawing/2014/main" id="{8226B9C2-D0B4-EFB9-B899-605A72EAE810}"/>
                </a:ext>
              </a:extLst>
            </p:cNvPr>
            <p:cNvSpPr/>
            <p:nvPr/>
          </p:nvSpPr>
          <p:spPr>
            <a:xfrm>
              <a:off x="1759025" y="2991175"/>
              <a:ext cx="297350" cy="39000"/>
            </a:xfrm>
            <a:custGeom>
              <a:avLst/>
              <a:gdLst/>
              <a:ahLst/>
              <a:cxnLst/>
              <a:rect l="l" t="t" r="r" b="b"/>
              <a:pathLst>
                <a:path w="11894" h="1560" extrusionOk="0">
                  <a:moveTo>
                    <a:pt x="11494" y="112"/>
                  </a:moveTo>
                  <a:cubicBezTo>
                    <a:pt x="11643" y="112"/>
                    <a:pt x="11773" y="242"/>
                    <a:pt x="11773" y="400"/>
                  </a:cubicBezTo>
                  <a:lnTo>
                    <a:pt x="11773" y="1448"/>
                  </a:lnTo>
                  <a:lnTo>
                    <a:pt x="112" y="1448"/>
                  </a:lnTo>
                  <a:lnTo>
                    <a:pt x="112" y="316"/>
                  </a:lnTo>
                  <a:cubicBezTo>
                    <a:pt x="112" y="205"/>
                    <a:pt x="205" y="112"/>
                    <a:pt x="325" y="112"/>
                  </a:cubicBezTo>
                  <a:close/>
                  <a:moveTo>
                    <a:pt x="316" y="1"/>
                  </a:moveTo>
                  <a:cubicBezTo>
                    <a:pt x="140" y="1"/>
                    <a:pt x="1" y="140"/>
                    <a:pt x="1" y="326"/>
                  </a:cubicBezTo>
                  <a:lnTo>
                    <a:pt x="1" y="1559"/>
                  </a:lnTo>
                  <a:lnTo>
                    <a:pt x="11893" y="1559"/>
                  </a:lnTo>
                  <a:lnTo>
                    <a:pt x="11893" y="400"/>
                  </a:lnTo>
                  <a:cubicBezTo>
                    <a:pt x="11893" y="177"/>
                    <a:pt x="11708" y="1"/>
                    <a:pt x="11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3">
              <a:extLst>
                <a:ext uri="{FF2B5EF4-FFF2-40B4-BE49-F238E27FC236}">
                  <a16:creationId xmlns:a16="http://schemas.microsoft.com/office/drawing/2014/main" id="{99C3013B-CB28-6335-89C1-D8E0E3AD5E2E}"/>
                </a:ext>
              </a:extLst>
            </p:cNvPr>
            <p:cNvSpPr/>
            <p:nvPr/>
          </p:nvSpPr>
          <p:spPr>
            <a:xfrm>
              <a:off x="1793350" y="3003250"/>
              <a:ext cx="14175" cy="14175"/>
            </a:xfrm>
            <a:custGeom>
              <a:avLst/>
              <a:gdLst/>
              <a:ahLst/>
              <a:cxnLst/>
              <a:rect l="l" t="t" r="r" b="b"/>
              <a:pathLst>
                <a:path w="567" h="567" extrusionOk="0">
                  <a:moveTo>
                    <a:pt x="279" y="121"/>
                  </a:moveTo>
                  <a:cubicBezTo>
                    <a:pt x="372" y="121"/>
                    <a:pt x="446" y="195"/>
                    <a:pt x="446" y="279"/>
                  </a:cubicBezTo>
                  <a:cubicBezTo>
                    <a:pt x="446" y="371"/>
                    <a:pt x="372" y="446"/>
                    <a:pt x="279" y="446"/>
                  </a:cubicBezTo>
                  <a:cubicBezTo>
                    <a:pt x="195" y="446"/>
                    <a:pt x="121" y="371"/>
                    <a:pt x="121" y="279"/>
                  </a:cubicBezTo>
                  <a:cubicBezTo>
                    <a:pt x="121" y="195"/>
                    <a:pt x="195" y="121"/>
                    <a:pt x="279" y="121"/>
                  </a:cubicBezTo>
                  <a:close/>
                  <a:moveTo>
                    <a:pt x="279" y="0"/>
                  </a:moveTo>
                  <a:cubicBezTo>
                    <a:pt x="130" y="0"/>
                    <a:pt x="1" y="130"/>
                    <a:pt x="1" y="279"/>
                  </a:cubicBezTo>
                  <a:cubicBezTo>
                    <a:pt x="1" y="436"/>
                    <a:pt x="130" y="566"/>
                    <a:pt x="279" y="566"/>
                  </a:cubicBezTo>
                  <a:cubicBezTo>
                    <a:pt x="437" y="566"/>
                    <a:pt x="566" y="436"/>
                    <a:pt x="566" y="279"/>
                  </a:cubicBezTo>
                  <a:cubicBezTo>
                    <a:pt x="566"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3">
              <a:extLst>
                <a:ext uri="{FF2B5EF4-FFF2-40B4-BE49-F238E27FC236}">
                  <a16:creationId xmlns:a16="http://schemas.microsoft.com/office/drawing/2014/main" id="{F886110B-45A3-66D3-CCED-70CE36A44EA0}"/>
                </a:ext>
              </a:extLst>
            </p:cNvPr>
            <p:cNvSpPr/>
            <p:nvPr/>
          </p:nvSpPr>
          <p:spPr>
            <a:xfrm>
              <a:off x="1815150" y="3003250"/>
              <a:ext cx="13950" cy="14175"/>
            </a:xfrm>
            <a:custGeom>
              <a:avLst/>
              <a:gdLst/>
              <a:ahLst/>
              <a:cxnLst/>
              <a:rect l="l" t="t" r="r" b="b"/>
              <a:pathLst>
                <a:path w="558" h="567" extrusionOk="0">
                  <a:moveTo>
                    <a:pt x="279" y="121"/>
                  </a:moveTo>
                  <a:cubicBezTo>
                    <a:pt x="372" y="121"/>
                    <a:pt x="446" y="195"/>
                    <a:pt x="446" y="279"/>
                  </a:cubicBezTo>
                  <a:cubicBezTo>
                    <a:pt x="446" y="371"/>
                    <a:pt x="372" y="446"/>
                    <a:pt x="279" y="446"/>
                  </a:cubicBezTo>
                  <a:cubicBezTo>
                    <a:pt x="186" y="446"/>
                    <a:pt x="112" y="371"/>
                    <a:pt x="112" y="279"/>
                  </a:cubicBezTo>
                  <a:cubicBezTo>
                    <a:pt x="112" y="195"/>
                    <a:pt x="186" y="121"/>
                    <a:pt x="279" y="121"/>
                  </a:cubicBezTo>
                  <a:close/>
                  <a:moveTo>
                    <a:pt x="279" y="0"/>
                  </a:moveTo>
                  <a:cubicBezTo>
                    <a:pt x="121" y="0"/>
                    <a:pt x="1" y="130"/>
                    <a:pt x="1" y="279"/>
                  </a:cubicBezTo>
                  <a:cubicBezTo>
                    <a:pt x="1" y="436"/>
                    <a:pt x="121" y="566"/>
                    <a:pt x="279" y="566"/>
                  </a:cubicBezTo>
                  <a:cubicBezTo>
                    <a:pt x="437" y="566"/>
                    <a:pt x="557" y="436"/>
                    <a:pt x="557" y="279"/>
                  </a:cubicBezTo>
                  <a:cubicBezTo>
                    <a:pt x="557" y="130"/>
                    <a:pt x="437" y="0"/>
                    <a:pt x="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3">
              <a:extLst>
                <a:ext uri="{FF2B5EF4-FFF2-40B4-BE49-F238E27FC236}">
                  <a16:creationId xmlns:a16="http://schemas.microsoft.com/office/drawing/2014/main" id="{47718AE2-C3A7-721E-59AD-C3EFC53F6356}"/>
                </a:ext>
              </a:extLst>
            </p:cNvPr>
            <p:cNvSpPr/>
            <p:nvPr/>
          </p:nvSpPr>
          <p:spPr>
            <a:xfrm>
              <a:off x="1771775" y="3003250"/>
              <a:ext cx="14175" cy="14175"/>
            </a:xfrm>
            <a:custGeom>
              <a:avLst/>
              <a:gdLst/>
              <a:ahLst/>
              <a:cxnLst/>
              <a:rect l="l" t="t" r="r" b="b"/>
              <a:pathLst>
                <a:path w="567" h="567" extrusionOk="0">
                  <a:moveTo>
                    <a:pt x="288" y="121"/>
                  </a:moveTo>
                  <a:cubicBezTo>
                    <a:pt x="372" y="121"/>
                    <a:pt x="446" y="195"/>
                    <a:pt x="446" y="279"/>
                  </a:cubicBezTo>
                  <a:cubicBezTo>
                    <a:pt x="446" y="371"/>
                    <a:pt x="372" y="446"/>
                    <a:pt x="288" y="446"/>
                  </a:cubicBezTo>
                  <a:cubicBezTo>
                    <a:pt x="196" y="446"/>
                    <a:pt x="121" y="371"/>
                    <a:pt x="121" y="279"/>
                  </a:cubicBezTo>
                  <a:cubicBezTo>
                    <a:pt x="121" y="195"/>
                    <a:pt x="196" y="121"/>
                    <a:pt x="288" y="121"/>
                  </a:cubicBezTo>
                  <a:close/>
                  <a:moveTo>
                    <a:pt x="288" y="0"/>
                  </a:moveTo>
                  <a:cubicBezTo>
                    <a:pt x="131" y="0"/>
                    <a:pt x="1" y="130"/>
                    <a:pt x="1" y="279"/>
                  </a:cubicBezTo>
                  <a:cubicBezTo>
                    <a:pt x="1" y="436"/>
                    <a:pt x="131" y="566"/>
                    <a:pt x="288" y="566"/>
                  </a:cubicBezTo>
                  <a:cubicBezTo>
                    <a:pt x="437" y="566"/>
                    <a:pt x="567" y="436"/>
                    <a:pt x="567" y="279"/>
                  </a:cubicBezTo>
                  <a:cubicBezTo>
                    <a:pt x="567" y="130"/>
                    <a:pt x="437"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3">
              <a:extLst>
                <a:ext uri="{FF2B5EF4-FFF2-40B4-BE49-F238E27FC236}">
                  <a16:creationId xmlns:a16="http://schemas.microsoft.com/office/drawing/2014/main" id="{5F31B6F8-1855-25AD-9A94-AC4BE6A4CA88}"/>
                </a:ext>
              </a:extLst>
            </p:cNvPr>
            <p:cNvSpPr/>
            <p:nvPr/>
          </p:nvSpPr>
          <p:spPr>
            <a:xfrm>
              <a:off x="1760175" y="3028750"/>
              <a:ext cx="294575" cy="177225"/>
            </a:xfrm>
            <a:custGeom>
              <a:avLst/>
              <a:gdLst/>
              <a:ahLst/>
              <a:cxnLst/>
              <a:rect l="l" t="t" r="r" b="b"/>
              <a:pathLst>
                <a:path w="11783" h="7089" extrusionOk="0">
                  <a:moveTo>
                    <a:pt x="47" y="1"/>
                  </a:moveTo>
                  <a:cubicBezTo>
                    <a:pt x="19" y="1"/>
                    <a:pt x="1" y="19"/>
                    <a:pt x="1" y="38"/>
                  </a:cubicBezTo>
                  <a:lnTo>
                    <a:pt x="1" y="7051"/>
                  </a:lnTo>
                  <a:cubicBezTo>
                    <a:pt x="1" y="7070"/>
                    <a:pt x="19" y="7088"/>
                    <a:pt x="47" y="7088"/>
                  </a:cubicBezTo>
                  <a:lnTo>
                    <a:pt x="11745" y="7088"/>
                  </a:lnTo>
                  <a:cubicBezTo>
                    <a:pt x="11764" y="7088"/>
                    <a:pt x="11782" y="7070"/>
                    <a:pt x="11782" y="7051"/>
                  </a:cubicBezTo>
                  <a:lnTo>
                    <a:pt x="11782" y="38"/>
                  </a:lnTo>
                  <a:cubicBezTo>
                    <a:pt x="11782" y="19"/>
                    <a:pt x="11764" y="1"/>
                    <a:pt x="117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3">
              <a:extLst>
                <a:ext uri="{FF2B5EF4-FFF2-40B4-BE49-F238E27FC236}">
                  <a16:creationId xmlns:a16="http://schemas.microsoft.com/office/drawing/2014/main" id="{929B5BDA-7A5A-8F8E-E862-7B50BFDCF381}"/>
                </a:ext>
              </a:extLst>
            </p:cNvPr>
            <p:cNvSpPr/>
            <p:nvPr/>
          </p:nvSpPr>
          <p:spPr>
            <a:xfrm>
              <a:off x="1758800" y="3027375"/>
              <a:ext cx="297325" cy="179975"/>
            </a:xfrm>
            <a:custGeom>
              <a:avLst/>
              <a:gdLst/>
              <a:ahLst/>
              <a:cxnLst/>
              <a:rect l="l" t="t" r="r" b="b"/>
              <a:pathLst>
                <a:path w="11893" h="7199" extrusionOk="0">
                  <a:moveTo>
                    <a:pt x="11782" y="111"/>
                  </a:moveTo>
                  <a:lnTo>
                    <a:pt x="11782" y="7087"/>
                  </a:lnTo>
                  <a:lnTo>
                    <a:pt x="121" y="7087"/>
                  </a:lnTo>
                  <a:lnTo>
                    <a:pt x="121" y="111"/>
                  </a:lnTo>
                  <a:close/>
                  <a:moveTo>
                    <a:pt x="102" y="0"/>
                  </a:moveTo>
                  <a:cubicBezTo>
                    <a:pt x="47" y="0"/>
                    <a:pt x="0" y="47"/>
                    <a:pt x="0" y="93"/>
                  </a:cubicBezTo>
                  <a:lnTo>
                    <a:pt x="0" y="7106"/>
                  </a:lnTo>
                  <a:cubicBezTo>
                    <a:pt x="0" y="7162"/>
                    <a:pt x="47" y="7199"/>
                    <a:pt x="102" y="7199"/>
                  </a:cubicBezTo>
                  <a:lnTo>
                    <a:pt x="11800" y="7199"/>
                  </a:lnTo>
                  <a:cubicBezTo>
                    <a:pt x="11856" y="7199"/>
                    <a:pt x="11893" y="7162"/>
                    <a:pt x="11893" y="7106"/>
                  </a:cubicBezTo>
                  <a:lnTo>
                    <a:pt x="11893" y="93"/>
                  </a:lnTo>
                  <a:cubicBezTo>
                    <a:pt x="11893" y="47"/>
                    <a:pt x="11856" y="0"/>
                    <a:pt x="118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3">
              <a:extLst>
                <a:ext uri="{FF2B5EF4-FFF2-40B4-BE49-F238E27FC236}">
                  <a16:creationId xmlns:a16="http://schemas.microsoft.com/office/drawing/2014/main" id="{DE95E47F-BD15-7DB9-9A7A-2208D58E3056}"/>
                </a:ext>
              </a:extLst>
            </p:cNvPr>
            <p:cNvSpPr/>
            <p:nvPr/>
          </p:nvSpPr>
          <p:spPr>
            <a:xfrm>
              <a:off x="1961950" y="3064475"/>
              <a:ext cx="65200" cy="100675"/>
            </a:xfrm>
            <a:custGeom>
              <a:avLst/>
              <a:gdLst/>
              <a:ahLst/>
              <a:cxnLst/>
              <a:rect l="l" t="t" r="r" b="b"/>
              <a:pathLst>
                <a:path w="2608" h="4027" extrusionOk="0">
                  <a:moveTo>
                    <a:pt x="19" y="0"/>
                  </a:moveTo>
                  <a:cubicBezTo>
                    <a:pt x="10" y="0"/>
                    <a:pt x="1" y="10"/>
                    <a:pt x="1" y="28"/>
                  </a:cubicBezTo>
                  <a:lnTo>
                    <a:pt x="1" y="4008"/>
                  </a:lnTo>
                  <a:cubicBezTo>
                    <a:pt x="1" y="4017"/>
                    <a:pt x="10" y="4026"/>
                    <a:pt x="19" y="4026"/>
                  </a:cubicBezTo>
                  <a:lnTo>
                    <a:pt x="2589" y="4026"/>
                  </a:lnTo>
                  <a:cubicBezTo>
                    <a:pt x="2598" y="4026"/>
                    <a:pt x="2607" y="4017"/>
                    <a:pt x="2607" y="4008"/>
                  </a:cubicBezTo>
                  <a:lnTo>
                    <a:pt x="2607" y="28"/>
                  </a:lnTo>
                  <a:cubicBezTo>
                    <a:pt x="2607" y="10"/>
                    <a:pt x="2598" y="0"/>
                    <a:pt x="258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3">
              <a:extLst>
                <a:ext uri="{FF2B5EF4-FFF2-40B4-BE49-F238E27FC236}">
                  <a16:creationId xmlns:a16="http://schemas.microsoft.com/office/drawing/2014/main" id="{D9A8083C-93C4-0270-DD0E-057FDC85C84B}"/>
                </a:ext>
              </a:extLst>
            </p:cNvPr>
            <p:cNvSpPr/>
            <p:nvPr/>
          </p:nvSpPr>
          <p:spPr>
            <a:xfrm>
              <a:off x="1960575" y="3063075"/>
              <a:ext cx="67975" cy="103475"/>
            </a:xfrm>
            <a:custGeom>
              <a:avLst/>
              <a:gdLst/>
              <a:ahLst/>
              <a:cxnLst/>
              <a:rect l="l" t="t" r="r" b="b"/>
              <a:pathLst>
                <a:path w="2719" h="4139" extrusionOk="0">
                  <a:moveTo>
                    <a:pt x="2597" y="121"/>
                  </a:moveTo>
                  <a:lnTo>
                    <a:pt x="2597" y="4018"/>
                  </a:lnTo>
                  <a:lnTo>
                    <a:pt x="111" y="4018"/>
                  </a:lnTo>
                  <a:lnTo>
                    <a:pt x="111" y="121"/>
                  </a:lnTo>
                  <a:close/>
                  <a:moveTo>
                    <a:pt x="74" y="1"/>
                  </a:moveTo>
                  <a:cubicBezTo>
                    <a:pt x="37" y="1"/>
                    <a:pt x="0" y="38"/>
                    <a:pt x="0" y="84"/>
                  </a:cubicBezTo>
                  <a:lnTo>
                    <a:pt x="0" y="4064"/>
                  </a:lnTo>
                  <a:cubicBezTo>
                    <a:pt x="0" y="4101"/>
                    <a:pt x="37" y="4138"/>
                    <a:pt x="74" y="4138"/>
                  </a:cubicBezTo>
                  <a:lnTo>
                    <a:pt x="2644" y="4138"/>
                  </a:lnTo>
                  <a:cubicBezTo>
                    <a:pt x="2681" y="4138"/>
                    <a:pt x="2718" y="4101"/>
                    <a:pt x="2718" y="4064"/>
                  </a:cubicBezTo>
                  <a:lnTo>
                    <a:pt x="2718" y="84"/>
                  </a:lnTo>
                  <a:cubicBezTo>
                    <a:pt x="2718" y="38"/>
                    <a:pt x="2681" y="1"/>
                    <a:pt x="26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3">
              <a:extLst>
                <a:ext uri="{FF2B5EF4-FFF2-40B4-BE49-F238E27FC236}">
                  <a16:creationId xmlns:a16="http://schemas.microsoft.com/office/drawing/2014/main" id="{802545C6-01B5-0DF5-C206-B40E85DF394B}"/>
                </a:ext>
              </a:extLst>
            </p:cNvPr>
            <p:cNvSpPr/>
            <p:nvPr/>
          </p:nvSpPr>
          <p:spPr>
            <a:xfrm>
              <a:off x="1963575" y="3066550"/>
              <a:ext cx="62875" cy="97200"/>
            </a:xfrm>
            <a:custGeom>
              <a:avLst/>
              <a:gdLst/>
              <a:ahLst/>
              <a:cxnLst/>
              <a:rect l="l" t="t" r="r" b="b"/>
              <a:pathLst>
                <a:path w="2515" h="3888" extrusionOk="0">
                  <a:moveTo>
                    <a:pt x="1" y="1"/>
                  </a:moveTo>
                  <a:lnTo>
                    <a:pt x="2515" y="3888"/>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3">
              <a:extLst>
                <a:ext uri="{FF2B5EF4-FFF2-40B4-BE49-F238E27FC236}">
                  <a16:creationId xmlns:a16="http://schemas.microsoft.com/office/drawing/2014/main" id="{6525B043-0358-A713-D610-6E8395744340}"/>
                </a:ext>
              </a:extLst>
            </p:cNvPr>
            <p:cNvSpPr/>
            <p:nvPr/>
          </p:nvSpPr>
          <p:spPr>
            <a:xfrm>
              <a:off x="1961950" y="3065075"/>
              <a:ext cx="66125" cy="100075"/>
            </a:xfrm>
            <a:custGeom>
              <a:avLst/>
              <a:gdLst/>
              <a:ahLst/>
              <a:cxnLst/>
              <a:rect l="l" t="t" r="r" b="b"/>
              <a:pathLst>
                <a:path w="2645" h="4003" extrusionOk="0">
                  <a:moveTo>
                    <a:pt x="60" y="1"/>
                  </a:moveTo>
                  <a:cubicBezTo>
                    <a:pt x="53" y="1"/>
                    <a:pt x="45" y="2"/>
                    <a:pt x="38" y="4"/>
                  </a:cubicBezTo>
                  <a:cubicBezTo>
                    <a:pt x="10" y="23"/>
                    <a:pt x="1" y="60"/>
                    <a:pt x="19" y="88"/>
                  </a:cubicBezTo>
                  <a:lnTo>
                    <a:pt x="2533" y="3984"/>
                  </a:lnTo>
                  <a:cubicBezTo>
                    <a:pt x="2542" y="3993"/>
                    <a:pt x="2561" y="4002"/>
                    <a:pt x="2580" y="4002"/>
                  </a:cubicBezTo>
                  <a:cubicBezTo>
                    <a:pt x="2589" y="4002"/>
                    <a:pt x="2598" y="4002"/>
                    <a:pt x="2607" y="3993"/>
                  </a:cubicBezTo>
                  <a:cubicBezTo>
                    <a:pt x="2635" y="3984"/>
                    <a:pt x="2645" y="3947"/>
                    <a:pt x="2626" y="3919"/>
                  </a:cubicBezTo>
                  <a:lnTo>
                    <a:pt x="112" y="23"/>
                  </a:lnTo>
                  <a:cubicBezTo>
                    <a:pt x="98" y="9"/>
                    <a:pt x="80" y="1"/>
                    <a:pt x="6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3">
              <a:extLst>
                <a:ext uri="{FF2B5EF4-FFF2-40B4-BE49-F238E27FC236}">
                  <a16:creationId xmlns:a16="http://schemas.microsoft.com/office/drawing/2014/main" id="{5C37C997-D0CB-EDDB-184D-037510E400FE}"/>
                </a:ext>
              </a:extLst>
            </p:cNvPr>
            <p:cNvSpPr/>
            <p:nvPr/>
          </p:nvSpPr>
          <p:spPr>
            <a:xfrm>
              <a:off x="1962425" y="3066100"/>
              <a:ext cx="62625" cy="99050"/>
            </a:xfrm>
            <a:custGeom>
              <a:avLst/>
              <a:gdLst/>
              <a:ahLst/>
              <a:cxnLst/>
              <a:rect l="l" t="t" r="r" b="b"/>
              <a:pathLst>
                <a:path w="2505" h="3962" extrusionOk="0">
                  <a:moveTo>
                    <a:pt x="2505" y="0"/>
                  </a:moveTo>
                  <a:lnTo>
                    <a:pt x="0" y="396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3">
              <a:extLst>
                <a:ext uri="{FF2B5EF4-FFF2-40B4-BE49-F238E27FC236}">
                  <a16:creationId xmlns:a16="http://schemas.microsoft.com/office/drawing/2014/main" id="{D764B35C-DA92-F0EB-187E-173E60F39141}"/>
                </a:ext>
              </a:extLst>
            </p:cNvPr>
            <p:cNvSpPr/>
            <p:nvPr/>
          </p:nvSpPr>
          <p:spPr>
            <a:xfrm>
              <a:off x="1960800" y="3064700"/>
              <a:ext cx="66125" cy="101850"/>
            </a:xfrm>
            <a:custGeom>
              <a:avLst/>
              <a:gdLst/>
              <a:ahLst/>
              <a:cxnLst/>
              <a:rect l="l" t="t" r="r" b="b"/>
              <a:pathLst>
                <a:path w="2645" h="4074" extrusionOk="0">
                  <a:moveTo>
                    <a:pt x="2575" y="0"/>
                  </a:moveTo>
                  <a:cubicBezTo>
                    <a:pt x="2555" y="0"/>
                    <a:pt x="2536" y="11"/>
                    <a:pt x="2524" y="29"/>
                  </a:cubicBezTo>
                  <a:lnTo>
                    <a:pt x="19" y="3980"/>
                  </a:lnTo>
                  <a:cubicBezTo>
                    <a:pt x="0" y="4008"/>
                    <a:pt x="10" y="4045"/>
                    <a:pt x="37" y="4064"/>
                  </a:cubicBezTo>
                  <a:cubicBezTo>
                    <a:pt x="47" y="4073"/>
                    <a:pt x="56" y="4073"/>
                    <a:pt x="65" y="4073"/>
                  </a:cubicBezTo>
                  <a:cubicBezTo>
                    <a:pt x="84" y="4073"/>
                    <a:pt x="102" y="4064"/>
                    <a:pt x="121" y="4045"/>
                  </a:cubicBezTo>
                  <a:lnTo>
                    <a:pt x="2626" y="93"/>
                  </a:lnTo>
                  <a:cubicBezTo>
                    <a:pt x="2644" y="66"/>
                    <a:pt x="2635" y="29"/>
                    <a:pt x="2607" y="10"/>
                  </a:cubicBezTo>
                  <a:cubicBezTo>
                    <a:pt x="2597" y="3"/>
                    <a:pt x="2586" y="0"/>
                    <a:pt x="25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3">
              <a:extLst>
                <a:ext uri="{FF2B5EF4-FFF2-40B4-BE49-F238E27FC236}">
                  <a16:creationId xmlns:a16="http://schemas.microsoft.com/office/drawing/2014/main" id="{6CE15F2D-6F07-B7FE-292A-6700286BB0C3}"/>
                </a:ext>
              </a:extLst>
            </p:cNvPr>
            <p:cNvSpPr/>
            <p:nvPr/>
          </p:nvSpPr>
          <p:spPr>
            <a:xfrm>
              <a:off x="1797750" y="3070275"/>
              <a:ext cx="138475" cy="3025"/>
            </a:xfrm>
            <a:custGeom>
              <a:avLst/>
              <a:gdLst/>
              <a:ahLst/>
              <a:cxnLst/>
              <a:rect l="l" t="t" r="r" b="b"/>
              <a:pathLst>
                <a:path w="5539" h="121" extrusionOk="0">
                  <a:moveTo>
                    <a:pt x="66" y="0"/>
                  </a:moveTo>
                  <a:cubicBezTo>
                    <a:pt x="29" y="0"/>
                    <a:pt x="1" y="28"/>
                    <a:pt x="1" y="56"/>
                  </a:cubicBezTo>
                  <a:cubicBezTo>
                    <a:pt x="1" y="93"/>
                    <a:pt x="29" y="121"/>
                    <a:pt x="66" y="121"/>
                  </a:cubicBezTo>
                  <a:lnTo>
                    <a:pt x="5483" y="121"/>
                  </a:lnTo>
                  <a:cubicBezTo>
                    <a:pt x="5511" y="121"/>
                    <a:pt x="5539" y="93"/>
                    <a:pt x="5539" y="56"/>
                  </a:cubicBezTo>
                  <a:cubicBezTo>
                    <a:pt x="5539" y="28"/>
                    <a:pt x="5511" y="0"/>
                    <a:pt x="54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3">
              <a:extLst>
                <a:ext uri="{FF2B5EF4-FFF2-40B4-BE49-F238E27FC236}">
                  <a16:creationId xmlns:a16="http://schemas.microsoft.com/office/drawing/2014/main" id="{B6E98A3B-6791-6748-6482-45CB54B9B2F0}"/>
                </a:ext>
              </a:extLst>
            </p:cNvPr>
            <p:cNvSpPr/>
            <p:nvPr/>
          </p:nvSpPr>
          <p:spPr>
            <a:xfrm>
              <a:off x="1798000" y="3090900"/>
              <a:ext cx="50350" cy="2825"/>
            </a:xfrm>
            <a:custGeom>
              <a:avLst/>
              <a:gdLst/>
              <a:ahLst/>
              <a:cxnLst/>
              <a:rect l="l" t="t" r="r" b="b"/>
              <a:pathLst>
                <a:path w="2014" h="113" extrusionOk="0">
                  <a:moveTo>
                    <a:pt x="56" y="1"/>
                  </a:moveTo>
                  <a:cubicBezTo>
                    <a:pt x="19" y="1"/>
                    <a:pt x="0" y="29"/>
                    <a:pt x="0" y="57"/>
                  </a:cubicBezTo>
                  <a:cubicBezTo>
                    <a:pt x="0" y="94"/>
                    <a:pt x="19" y="112"/>
                    <a:pt x="56" y="112"/>
                  </a:cubicBezTo>
                  <a:lnTo>
                    <a:pt x="1957" y="112"/>
                  </a:lnTo>
                  <a:cubicBezTo>
                    <a:pt x="1985" y="112"/>
                    <a:pt x="2013" y="94"/>
                    <a:pt x="2013" y="57"/>
                  </a:cubicBezTo>
                  <a:cubicBezTo>
                    <a:pt x="2013" y="29"/>
                    <a:pt x="1995" y="1"/>
                    <a:pt x="1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3">
              <a:extLst>
                <a:ext uri="{FF2B5EF4-FFF2-40B4-BE49-F238E27FC236}">
                  <a16:creationId xmlns:a16="http://schemas.microsoft.com/office/drawing/2014/main" id="{573D6262-D0CC-610C-E4CB-BD7FAF6CD918}"/>
                </a:ext>
              </a:extLst>
            </p:cNvPr>
            <p:cNvSpPr/>
            <p:nvPr/>
          </p:nvSpPr>
          <p:spPr>
            <a:xfrm>
              <a:off x="1865025" y="3090900"/>
              <a:ext cx="60775" cy="2825"/>
            </a:xfrm>
            <a:custGeom>
              <a:avLst/>
              <a:gdLst/>
              <a:ahLst/>
              <a:cxnLst/>
              <a:rect l="l" t="t" r="r" b="b"/>
              <a:pathLst>
                <a:path w="2431" h="113" extrusionOk="0">
                  <a:moveTo>
                    <a:pt x="56" y="1"/>
                  </a:moveTo>
                  <a:cubicBezTo>
                    <a:pt x="28" y="1"/>
                    <a:pt x="0" y="29"/>
                    <a:pt x="0" y="57"/>
                  </a:cubicBezTo>
                  <a:cubicBezTo>
                    <a:pt x="0" y="94"/>
                    <a:pt x="28" y="112"/>
                    <a:pt x="56" y="112"/>
                  </a:cubicBezTo>
                  <a:lnTo>
                    <a:pt x="2375" y="112"/>
                  </a:lnTo>
                  <a:cubicBezTo>
                    <a:pt x="2403" y="112"/>
                    <a:pt x="2431" y="94"/>
                    <a:pt x="2431" y="57"/>
                  </a:cubicBezTo>
                  <a:cubicBezTo>
                    <a:pt x="2431" y="29"/>
                    <a:pt x="2403" y="1"/>
                    <a:pt x="237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3">
              <a:extLst>
                <a:ext uri="{FF2B5EF4-FFF2-40B4-BE49-F238E27FC236}">
                  <a16:creationId xmlns:a16="http://schemas.microsoft.com/office/drawing/2014/main" id="{82356C4D-6E6C-FAF7-0EB5-918F2107C4DC}"/>
                </a:ext>
              </a:extLst>
            </p:cNvPr>
            <p:cNvSpPr/>
            <p:nvPr/>
          </p:nvSpPr>
          <p:spPr>
            <a:xfrm>
              <a:off x="1798000" y="3153300"/>
              <a:ext cx="89775" cy="2800"/>
            </a:xfrm>
            <a:custGeom>
              <a:avLst/>
              <a:gdLst/>
              <a:ahLst/>
              <a:cxnLst/>
              <a:rect l="l" t="t" r="r" b="b"/>
              <a:pathLst>
                <a:path w="3591" h="112" extrusionOk="0">
                  <a:moveTo>
                    <a:pt x="56" y="0"/>
                  </a:moveTo>
                  <a:cubicBezTo>
                    <a:pt x="19" y="0"/>
                    <a:pt x="0" y="28"/>
                    <a:pt x="0" y="56"/>
                  </a:cubicBezTo>
                  <a:cubicBezTo>
                    <a:pt x="0" y="93"/>
                    <a:pt x="19" y="112"/>
                    <a:pt x="56" y="112"/>
                  </a:cubicBezTo>
                  <a:lnTo>
                    <a:pt x="3525" y="112"/>
                  </a:lnTo>
                  <a:cubicBezTo>
                    <a:pt x="3562" y="112"/>
                    <a:pt x="3590" y="93"/>
                    <a:pt x="3590" y="56"/>
                  </a:cubicBezTo>
                  <a:cubicBezTo>
                    <a:pt x="3590" y="28"/>
                    <a:pt x="3562" y="0"/>
                    <a:pt x="3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3">
              <a:extLst>
                <a:ext uri="{FF2B5EF4-FFF2-40B4-BE49-F238E27FC236}">
                  <a16:creationId xmlns:a16="http://schemas.microsoft.com/office/drawing/2014/main" id="{883B9CCB-2F73-C677-0CEF-93057EE4D002}"/>
                </a:ext>
              </a:extLst>
            </p:cNvPr>
            <p:cNvSpPr/>
            <p:nvPr/>
          </p:nvSpPr>
          <p:spPr>
            <a:xfrm>
              <a:off x="1797750" y="3112475"/>
              <a:ext cx="139650" cy="3050"/>
            </a:xfrm>
            <a:custGeom>
              <a:avLst/>
              <a:gdLst/>
              <a:ahLst/>
              <a:cxnLst/>
              <a:rect l="l" t="t" r="r" b="b"/>
              <a:pathLst>
                <a:path w="5586" h="122" extrusionOk="0">
                  <a:moveTo>
                    <a:pt x="66" y="1"/>
                  </a:moveTo>
                  <a:cubicBezTo>
                    <a:pt x="29" y="1"/>
                    <a:pt x="1" y="29"/>
                    <a:pt x="1" y="56"/>
                  </a:cubicBezTo>
                  <a:cubicBezTo>
                    <a:pt x="1" y="93"/>
                    <a:pt x="29" y="121"/>
                    <a:pt x="66" y="121"/>
                  </a:cubicBezTo>
                  <a:lnTo>
                    <a:pt x="5530" y="121"/>
                  </a:lnTo>
                  <a:cubicBezTo>
                    <a:pt x="5567" y="121"/>
                    <a:pt x="5585" y="93"/>
                    <a:pt x="5585" y="56"/>
                  </a:cubicBezTo>
                  <a:cubicBezTo>
                    <a:pt x="5585" y="29"/>
                    <a:pt x="5567" y="1"/>
                    <a:pt x="55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3">
              <a:extLst>
                <a:ext uri="{FF2B5EF4-FFF2-40B4-BE49-F238E27FC236}">
                  <a16:creationId xmlns:a16="http://schemas.microsoft.com/office/drawing/2014/main" id="{5A9C42E7-68E2-AA34-8AEF-2177050E94AF}"/>
                </a:ext>
              </a:extLst>
            </p:cNvPr>
            <p:cNvSpPr/>
            <p:nvPr/>
          </p:nvSpPr>
          <p:spPr>
            <a:xfrm>
              <a:off x="1798000" y="3133125"/>
              <a:ext cx="46175" cy="2800"/>
            </a:xfrm>
            <a:custGeom>
              <a:avLst/>
              <a:gdLst/>
              <a:ahLst/>
              <a:cxnLst/>
              <a:rect l="l" t="t" r="r" b="b"/>
              <a:pathLst>
                <a:path w="1847" h="112" extrusionOk="0">
                  <a:moveTo>
                    <a:pt x="56" y="0"/>
                  </a:moveTo>
                  <a:cubicBezTo>
                    <a:pt x="19" y="0"/>
                    <a:pt x="0" y="19"/>
                    <a:pt x="0" y="56"/>
                  </a:cubicBezTo>
                  <a:cubicBezTo>
                    <a:pt x="0" y="84"/>
                    <a:pt x="19" y="112"/>
                    <a:pt x="56" y="112"/>
                  </a:cubicBezTo>
                  <a:lnTo>
                    <a:pt x="1790" y="112"/>
                  </a:lnTo>
                  <a:cubicBezTo>
                    <a:pt x="1818" y="112"/>
                    <a:pt x="1846" y="84"/>
                    <a:pt x="1846" y="56"/>
                  </a:cubicBezTo>
                  <a:cubicBezTo>
                    <a:pt x="1846" y="19"/>
                    <a:pt x="1818" y="0"/>
                    <a:pt x="17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3">
              <a:extLst>
                <a:ext uri="{FF2B5EF4-FFF2-40B4-BE49-F238E27FC236}">
                  <a16:creationId xmlns:a16="http://schemas.microsoft.com/office/drawing/2014/main" id="{B681C603-CFB5-413F-E6E9-3A0B12B7FC46}"/>
                </a:ext>
              </a:extLst>
            </p:cNvPr>
            <p:cNvSpPr/>
            <p:nvPr/>
          </p:nvSpPr>
          <p:spPr>
            <a:xfrm>
              <a:off x="1854575" y="3133125"/>
              <a:ext cx="81650" cy="2800"/>
            </a:xfrm>
            <a:custGeom>
              <a:avLst/>
              <a:gdLst/>
              <a:ahLst/>
              <a:cxnLst/>
              <a:rect l="l" t="t" r="r" b="b"/>
              <a:pathLst>
                <a:path w="3266" h="112" extrusionOk="0">
                  <a:moveTo>
                    <a:pt x="56" y="0"/>
                  </a:moveTo>
                  <a:cubicBezTo>
                    <a:pt x="19" y="0"/>
                    <a:pt x="1" y="19"/>
                    <a:pt x="1" y="56"/>
                  </a:cubicBezTo>
                  <a:cubicBezTo>
                    <a:pt x="1" y="84"/>
                    <a:pt x="19" y="112"/>
                    <a:pt x="56" y="112"/>
                  </a:cubicBezTo>
                  <a:lnTo>
                    <a:pt x="3210" y="112"/>
                  </a:lnTo>
                  <a:cubicBezTo>
                    <a:pt x="3238" y="112"/>
                    <a:pt x="3266" y="84"/>
                    <a:pt x="3266" y="56"/>
                  </a:cubicBezTo>
                  <a:cubicBezTo>
                    <a:pt x="3266" y="19"/>
                    <a:pt x="3238" y="0"/>
                    <a:pt x="3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3">
              <a:extLst>
                <a:ext uri="{FF2B5EF4-FFF2-40B4-BE49-F238E27FC236}">
                  <a16:creationId xmlns:a16="http://schemas.microsoft.com/office/drawing/2014/main" id="{AC278CC0-78A0-0458-3468-F4A2457BB85F}"/>
                </a:ext>
              </a:extLst>
            </p:cNvPr>
            <p:cNvSpPr/>
            <p:nvPr/>
          </p:nvSpPr>
          <p:spPr>
            <a:xfrm>
              <a:off x="1869425" y="3103200"/>
              <a:ext cx="725" cy="8375"/>
            </a:xfrm>
            <a:custGeom>
              <a:avLst/>
              <a:gdLst/>
              <a:ahLst/>
              <a:cxnLst/>
              <a:rect l="l" t="t" r="r" b="b"/>
              <a:pathLst>
                <a:path w="29" h="335" extrusionOk="0">
                  <a:moveTo>
                    <a:pt x="19" y="335"/>
                  </a:moveTo>
                  <a:cubicBezTo>
                    <a:pt x="28" y="223"/>
                    <a:pt x="19" y="112"/>
                    <a:pt x="0" y="1"/>
                  </a:cubicBezTo>
                  <a:lnTo>
                    <a:pt x="0" y="1"/>
                  </a:lnTo>
                  <a:lnTo>
                    <a:pt x="0" y="1"/>
                  </a:lnTo>
                  <a:cubicBezTo>
                    <a:pt x="19" y="112"/>
                    <a:pt x="28" y="223"/>
                    <a:pt x="19" y="335"/>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3">
              <a:extLst>
                <a:ext uri="{FF2B5EF4-FFF2-40B4-BE49-F238E27FC236}">
                  <a16:creationId xmlns:a16="http://schemas.microsoft.com/office/drawing/2014/main" id="{BEE82255-EC5C-1E03-A9DC-223BC1745031}"/>
                </a:ext>
              </a:extLst>
            </p:cNvPr>
            <p:cNvSpPr/>
            <p:nvPr/>
          </p:nvSpPr>
          <p:spPr>
            <a:xfrm>
              <a:off x="2089275" y="2890075"/>
              <a:ext cx="172800" cy="172100"/>
            </a:xfrm>
            <a:custGeom>
              <a:avLst/>
              <a:gdLst/>
              <a:ahLst/>
              <a:cxnLst/>
              <a:rect l="l" t="t" r="r" b="b"/>
              <a:pathLst>
                <a:path w="6912" h="6884" extrusionOk="0">
                  <a:moveTo>
                    <a:pt x="6448" y="1568"/>
                  </a:moveTo>
                  <a:cubicBezTo>
                    <a:pt x="4259" y="1485"/>
                    <a:pt x="3563" y="204"/>
                    <a:pt x="3461" y="0"/>
                  </a:cubicBezTo>
                  <a:lnTo>
                    <a:pt x="3442" y="0"/>
                  </a:lnTo>
                  <a:cubicBezTo>
                    <a:pt x="3349" y="204"/>
                    <a:pt x="2654" y="1485"/>
                    <a:pt x="464" y="1568"/>
                  </a:cubicBezTo>
                  <a:cubicBezTo>
                    <a:pt x="464" y="1568"/>
                    <a:pt x="1" y="6077"/>
                    <a:pt x="3387" y="6884"/>
                  </a:cubicBezTo>
                  <a:lnTo>
                    <a:pt x="3516" y="6884"/>
                  </a:lnTo>
                  <a:cubicBezTo>
                    <a:pt x="6912" y="6077"/>
                    <a:pt x="6448" y="1568"/>
                    <a:pt x="6448" y="156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3">
              <a:extLst>
                <a:ext uri="{FF2B5EF4-FFF2-40B4-BE49-F238E27FC236}">
                  <a16:creationId xmlns:a16="http://schemas.microsoft.com/office/drawing/2014/main" id="{BC2DDE6C-A3AF-E5E3-CF1A-F2851E57FA1C}"/>
                </a:ext>
              </a:extLst>
            </p:cNvPr>
            <p:cNvSpPr/>
            <p:nvPr/>
          </p:nvSpPr>
          <p:spPr>
            <a:xfrm>
              <a:off x="2083250" y="2879400"/>
              <a:ext cx="173025" cy="172350"/>
            </a:xfrm>
            <a:custGeom>
              <a:avLst/>
              <a:gdLst/>
              <a:ahLst/>
              <a:cxnLst/>
              <a:rect l="l" t="t" r="r" b="b"/>
              <a:pathLst>
                <a:path w="6921" h="6894" extrusionOk="0">
                  <a:moveTo>
                    <a:pt x="3451" y="1"/>
                  </a:moveTo>
                  <a:cubicBezTo>
                    <a:pt x="3349" y="205"/>
                    <a:pt x="2654" y="1485"/>
                    <a:pt x="464" y="1568"/>
                  </a:cubicBezTo>
                  <a:cubicBezTo>
                    <a:pt x="464" y="1568"/>
                    <a:pt x="0" y="6086"/>
                    <a:pt x="3396" y="6893"/>
                  </a:cubicBezTo>
                  <a:lnTo>
                    <a:pt x="3526" y="6893"/>
                  </a:lnTo>
                  <a:cubicBezTo>
                    <a:pt x="6921" y="6086"/>
                    <a:pt x="6457" y="1568"/>
                    <a:pt x="6457" y="1568"/>
                  </a:cubicBezTo>
                  <a:cubicBezTo>
                    <a:pt x="4258" y="1485"/>
                    <a:pt x="3563" y="205"/>
                    <a:pt x="34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3">
              <a:extLst>
                <a:ext uri="{FF2B5EF4-FFF2-40B4-BE49-F238E27FC236}">
                  <a16:creationId xmlns:a16="http://schemas.microsoft.com/office/drawing/2014/main" id="{E9D2C8EE-B8EB-8941-8CA1-12C4319F68E7}"/>
                </a:ext>
              </a:extLst>
            </p:cNvPr>
            <p:cNvSpPr/>
            <p:nvPr/>
          </p:nvSpPr>
          <p:spPr>
            <a:xfrm>
              <a:off x="2082550" y="2877775"/>
              <a:ext cx="174200" cy="175600"/>
            </a:xfrm>
            <a:custGeom>
              <a:avLst/>
              <a:gdLst/>
              <a:ahLst/>
              <a:cxnLst/>
              <a:rect l="l" t="t" r="r" b="b"/>
              <a:pathLst>
                <a:path w="6968" h="7024" extrusionOk="0">
                  <a:moveTo>
                    <a:pt x="3489" y="177"/>
                  </a:moveTo>
                  <a:cubicBezTo>
                    <a:pt x="3693" y="548"/>
                    <a:pt x="4453" y="1596"/>
                    <a:pt x="6429" y="1689"/>
                  </a:cubicBezTo>
                  <a:cubicBezTo>
                    <a:pt x="6466" y="2181"/>
                    <a:pt x="6652" y="6160"/>
                    <a:pt x="3544" y="6903"/>
                  </a:cubicBezTo>
                  <a:lnTo>
                    <a:pt x="3424" y="6903"/>
                  </a:lnTo>
                  <a:cubicBezTo>
                    <a:pt x="316" y="6160"/>
                    <a:pt x="511" y="2181"/>
                    <a:pt x="539" y="1689"/>
                  </a:cubicBezTo>
                  <a:cubicBezTo>
                    <a:pt x="2524" y="1596"/>
                    <a:pt x="3275" y="548"/>
                    <a:pt x="3489" y="177"/>
                  </a:cubicBezTo>
                  <a:close/>
                  <a:moveTo>
                    <a:pt x="3479" y="1"/>
                  </a:moveTo>
                  <a:cubicBezTo>
                    <a:pt x="3461" y="1"/>
                    <a:pt x="3433" y="19"/>
                    <a:pt x="3424" y="38"/>
                  </a:cubicBezTo>
                  <a:cubicBezTo>
                    <a:pt x="3312" y="279"/>
                    <a:pt x="2626" y="1494"/>
                    <a:pt x="492" y="1578"/>
                  </a:cubicBezTo>
                  <a:cubicBezTo>
                    <a:pt x="464" y="1578"/>
                    <a:pt x="437" y="1606"/>
                    <a:pt x="437" y="1633"/>
                  </a:cubicBezTo>
                  <a:cubicBezTo>
                    <a:pt x="427" y="1680"/>
                    <a:pt x="1" y="6207"/>
                    <a:pt x="3405" y="7023"/>
                  </a:cubicBezTo>
                  <a:lnTo>
                    <a:pt x="3563" y="7023"/>
                  </a:lnTo>
                  <a:cubicBezTo>
                    <a:pt x="6967" y="6207"/>
                    <a:pt x="6541" y="1680"/>
                    <a:pt x="6541" y="1633"/>
                  </a:cubicBezTo>
                  <a:cubicBezTo>
                    <a:pt x="6531" y="1606"/>
                    <a:pt x="6513" y="1578"/>
                    <a:pt x="6485" y="1578"/>
                  </a:cubicBezTo>
                  <a:cubicBezTo>
                    <a:pt x="4342" y="1494"/>
                    <a:pt x="3665" y="279"/>
                    <a:pt x="3544" y="38"/>
                  </a:cubicBezTo>
                  <a:cubicBezTo>
                    <a:pt x="3535" y="19"/>
                    <a:pt x="3516" y="1"/>
                    <a:pt x="34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3">
              <a:extLst>
                <a:ext uri="{FF2B5EF4-FFF2-40B4-BE49-F238E27FC236}">
                  <a16:creationId xmlns:a16="http://schemas.microsoft.com/office/drawing/2014/main" id="{5202641C-63C4-2A73-23B2-04AADE1D12D5}"/>
                </a:ext>
              </a:extLst>
            </p:cNvPr>
            <p:cNvSpPr/>
            <p:nvPr/>
          </p:nvSpPr>
          <p:spPr>
            <a:xfrm>
              <a:off x="2118275" y="2895650"/>
              <a:ext cx="121550" cy="139850"/>
            </a:xfrm>
            <a:custGeom>
              <a:avLst/>
              <a:gdLst/>
              <a:ahLst/>
              <a:cxnLst/>
              <a:rect l="l" t="t" r="r" b="b"/>
              <a:pathLst>
                <a:path w="4862" h="5594" extrusionOk="0">
                  <a:moveTo>
                    <a:pt x="2050" y="0"/>
                  </a:moveTo>
                  <a:cubicBezTo>
                    <a:pt x="2004" y="102"/>
                    <a:pt x="1763" y="547"/>
                    <a:pt x="1169" y="881"/>
                  </a:cubicBezTo>
                  <a:lnTo>
                    <a:pt x="0" y="3850"/>
                  </a:lnTo>
                  <a:cubicBezTo>
                    <a:pt x="334" y="4629"/>
                    <a:pt x="928" y="5343"/>
                    <a:pt x="2004" y="5594"/>
                  </a:cubicBezTo>
                  <a:lnTo>
                    <a:pt x="2115" y="5594"/>
                  </a:lnTo>
                  <a:cubicBezTo>
                    <a:pt x="4861" y="4935"/>
                    <a:pt x="4490" y="1271"/>
                    <a:pt x="4490" y="1271"/>
                  </a:cubicBezTo>
                  <a:cubicBezTo>
                    <a:pt x="2709" y="1206"/>
                    <a:pt x="2143" y="167"/>
                    <a:pt x="206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3">
              <a:extLst>
                <a:ext uri="{FF2B5EF4-FFF2-40B4-BE49-F238E27FC236}">
                  <a16:creationId xmlns:a16="http://schemas.microsoft.com/office/drawing/2014/main" id="{1DFD031F-0D4B-42D9-B46D-367A50B8D03F}"/>
                </a:ext>
              </a:extLst>
            </p:cNvPr>
            <p:cNvSpPr/>
            <p:nvPr/>
          </p:nvSpPr>
          <p:spPr>
            <a:xfrm>
              <a:off x="2116650" y="2894025"/>
              <a:ext cx="123850" cy="142875"/>
            </a:xfrm>
            <a:custGeom>
              <a:avLst/>
              <a:gdLst/>
              <a:ahLst/>
              <a:cxnLst/>
              <a:rect l="l" t="t" r="r" b="b"/>
              <a:pathLst>
                <a:path w="4954" h="5715" extrusionOk="0">
                  <a:moveTo>
                    <a:pt x="2115" y="0"/>
                  </a:moveTo>
                  <a:cubicBezTo>
                    <a:pt x="2097" y="0"/>
                    <a:pt x="2069" y="19"/>
                    <a:pt x="2060" y="37"/>
                  </a:cubicBezTo>
                  <a:cubicBezTo>
                    <a:pt x="2023" y="121"/>
                    <a:pt x="1791" y="566"/>
                    <a:pt x="1197" y="891"/>
                  </a:cubicBezTo>
                  <a:cubicBezTo>
                    <a:pt x="1169" y="909"/>
                    <a:pt x="1160" y="946"/>
                    <a:pt x="1178" y="974"/>
                  </a:cubicBezTo>
                  <a:cubicBezTo>
                    <a:pt x="1190" y="992"/>
                    <a:pt x="1206" y="1002"/>
                    <a:pt x="1223" y="1002"/>
                  </a:cubicBezTo>
                  <a:cubicBezTo>
                    <a:pt x="1233" y="1002"/>
                    <a:pt x="1243" y="999"/>
                    <a:pt x="1253" y="993"/>
                  </a:cubicBezTo>
                  <a:cubicBezTo>
                    <a:pt x="1763" y="714"/>
                    <a:pt x="2013" y="362"/>
                    <a:pt x="2125" y="176"/>
                  </a:cubicBezTo>
                  <a:cubicBezTo>
                    <a:pt x="2301" y="492"/>
                    <a:pt x="2922" y="1317"/>
                    <a:pt x="4499" y="1392"/>
                  </a:cubicBezTo>
                  <a:cubicBezTo>
                    <a:pt x="4527" y="1828"/>
                    <a:pt x="4657" y="5000"/>
                    <a:pt x="2171" y="5603"/>
                  </a:cubicBezTo>
                  <a:lnTo>
                    <a:pt x="2069" y="5603"/>
                  </a:lnTo>
                  <a:cubicBezTo>
                    <a:pt x="1169" y="5381"/>
                    <a:pt x="510" y="4805"/>
                    <a:pt x="121" y="3887"/>
                  </a:cubicBezTo>
                  <a:cubicBezTo>
                    <a:pt x="107" y="3866"/>
                    <a:pt x="88" y="3856"/>
                    <a:pt x="63" y="3856"/>
                  </a:cubicBezTo>
                  <a:cubicBezTo>
                    <a:pt x="55" y="3856"/>
                    <a:pt x="47" y="3857"/>
                    <a:pt x="37" y="3859"/>
                  </a:cubicBezTo>
                  <a:cubicBezTo>
                    <a:pt x="10" y="3868"/>
                    <a:pt x="0" y="3906"/>
                    <a:pt x="10" y="3933"/>
                  </a:cubicBezTo>
                  <a:cubicBezTo>
                    <a:pt x="418" y="4889"/>
                    <a:pt x="1104" y="5492"/>
                    <a:pt x="2050" y="5714"/>
                  </a:cubicBezTo>
                  <a:lnTo>
                    <a:pt x="2190" y="5714"/>
                  </a:lnTo>
                  <a:cubicBezTo>
                    <a:pt x="4954" y="5056"/>
                    <a:pt x="4611" y="1373"/>
                    <a:pt x="4611" y="1336"/>
                  </a:cubicBezTo>
                  <a:cubicBezTo>
                    <a:pt x="4601" y="1308"/>
                    <a:pt x="4583" y="1280"/>
                    <a:pt x="4555" y="1280"/>
                  </a:cubicBezTo>
                  <a:cubicBezTo>
                    <a:pt x="2820" y="1215"/>
                    <a:pt x="2273" y="232"/>
                    <a:pt x="2180" y="37"/>
                  </a:cubicBezTo>
                  <a:cubicBezTo>
                    <a:pt x="2171" y="19"/>
                    <a:pt x="2152" y="0"/>
                    <a:pt x="2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3">
              <a:extLst>
                <a:ext uri="{FF2B5EF4-FFF2-40B4-BE49-F238E27FC236}">
                  <a16:creationId xmlns:a16="http://schemas.microsoft.com/office/drawing/2014/main" id="{D6EFF72E-1D90-3A71-9A27-93391EDB9A26}"/>
                </a:ext>
              </a:extLst>
            </p:cNvPr>
            <p:cNvSpPr/>
            <p:nvPr/>
          </p:nvSpPr>
          <p:spPr>
            <a:xfrm>
              <a:off x="2107375" y="2926025"/>
              <a:ext cx="16250" cy="33650"/>
            </a:xfrm>
            <a:custGeom>
              <a:avLst/>
              <a:gdLst/>
              <a:ahLst/>
              <a:cxnLst/>
              <a:rect l="l" t="t" r="r" b="b"/>
              <a:pathLst>
                <a:path w="650" h="1346" extrusionOk="0">
                  <a:moveTo>
                    <a:pt x="650" y="0"/>
                  </a:moveTo>
                  <a:cubicBezTo>
                    <a:pt x="473" y="28"/>
                    <a:pt x="278" y="56"/>
                    <a:pt x="65" y="56"/>
                  </a:cubicBezTo>
                  <a:cubicBezTo>
                    <a:pt x="65" y="56"/>
                    <a:pt x="0" y="622"/>
                    <a:pt x="102" y="1345"/>
                  </a:cubicBezTo>
                  <a:lnTo>
                    <a:pt x="65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3">
              <a:extLst>
                <a:ext uri="{FF2B5EF4-FFF2-40B4-BE49-F238E27FC236}">
                  <a16:creationId xmlns:a16="http://schemas.microsoft.com/office/drawing/2014/main" id="{C2EADBB1-825C-EA93-B5AE-2C6523363E4C}"/>
                </a:ext>
              </a:extLst>
            </p:cNvPr>
            <p:cNvSpPr/>
            <p:nvPr/>
          </p:nvSpPr>
          <p:spPr>
            <a:xfrm>
              <a:off x="2105975" y="2924575"/>
              <a:ext cx="19050" cy="36500"/>
            </a:xfrm>
            <a:custGeom>
              <a:avLst/>
              <a:gdLst/>
              <a:ahLst/>
              <a:cxnLst/>
              <a:rect l="l" t="t" r="r" b="b"/>
              <a:pathLst>
                <a:path w="762" h="1460" extrusionOk="0">
                  <a:moveTo>
                    <a:pt x="710" y="0"/>
                  </a:moveTo>
                  <a:cubicBezTo>
                    <a:pt x="706" y="0"/>
                    <a:pt x="701" y="1"/>
                    <a:pt x="696" y="3"/>
                  </a:cubicBezTo>
                  <a:cubicBezTo>
                    <a:pt x="511" y="30"/>
                    <a:pt x="316" y="58"/>
                    <a:pt x="112" y="58"/>
                  </a:cubicBezTo>
                  <a:cubicBezTo>
                    <a:pt x="84" y="58"/>
                    <a:pt x="65" y="86"/>
                    <a:pt x="56" y="114"/>
                  </a:cubicBezTo>
                  <a:cubicBezTo>
                    <a:pt x="56" y="123"/>
                    <a:pt x="0" y="689"/>
                    <a:pt x="103" y="1413"/>
                  </a:cubicBezTo>
                  <a:cubicBezTo>
                    <a:pt x="103" y="1440"/>
                    <a:pt x="130" y="1459"/>
                    <a:pt x="158" y="1459"/>
                  </a:cubicBezTo>
                  <a:lnTo>
                    <a:pt x="167" y="1459"/>
                  </a:lnTo>
                  <a:cubicBezTo>
                    <a:pt x="195" y="1459"/>
                    <a:pt x="223" y="1431"/>
                    <a:pt x="214" y="1394"/>
                  </a:cubicBezTo>
                  <a:cubicBezTo>
                    <a:pt x="140" y="810"/>
                    <a:pt x="158" y="327"/>
                    <a:pt x="177" y="179"/>
                  </a:cubicBezTo>
                  <a:cubicBezTo>
                    <a:pt x="362" y="170"/>
                    <a:pt x="539" y="142"/>
                    <a:pt x="715" y="114"/>
                  </a:cubicBezTo>
                  <a:cubicBezTo>
                    <a:pt x="743" y="105"/>
                    <a:pt x="761" y="77"/>
                    <a:pt x="761" y="49"/>
                  </a:cubicBezTo>
                  <a:cubicBezTo>
                    <a:pt x="753" y="18"/>
                    <a:pt x="733" y="0"/>
                    <a:pt x="7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3">
              <a:extLst>
                <a:ext uri="{FF2B5EF4-FFF2-40B4-BE49-F238E27FC236}">
                  <a16:creationId xmlns:a16="http://schemas.microsoft.com/office/drawing/2014/main" id="{4DCE7724-145D-2AA0-44B7-1DD149611F57}"/>
                </a:ext>
              </a:extLst>
            </p:cNvPr>
            <p:cNvSpPr/>
            <p:nvPr/>
          </p:nvSpPr>
          <p:spPr>
            <a:xfrm>
              <a:off x="2134725" y="2938300"/>
              <a:ext cx="69850" cy="69850"/>
            </a:xfrm>
            <a:custGeom>
              <a:avLst/>
              <a:gdLst/>
              <a:ahLst/>
              <a:cxnLst/>
              <a:rect l="l" t="t" r="r" b="b"/>
              <a:pathLst>
                <a:path w="2794" h="2794" extrusionOk="0">
                  <a:moveTo>
                    <a:pt x="1402" y="1"/>
                  </a:moveTo>
                  <a:cubicBezTo>
                    <a:pt x="622" y="1"/>
                    <a:pt x="1" y="622"/>
                    <a:pt x="1" y="1402"/>
                  </a:cubicBezTo>
                  <a:cubicBezTo>
                    <a:pt x="1" y="2172"/>
                    <a:pt x="622" y="2793"/>
                    <a:pt x="1402" y="2793"/>
                  </a:cubicBezTo>
                  <a:cubicBezTo>
                    <a:pt x="2172" y="2793"/>
                    <a:pt x="2793" y="2172"/>
                    <a:pt x="2793" y="1402"/>
                  </a:cubicBezTo>
                  <a:cubicBezTo>
                    <a:pt x="2793" y="622"/>
                    <a:pt x="2172" y="1"/>
                    <a:pt x="1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3">
              <a:extLst>
                <a:ext uri="{FF2B5EF4-FFF2-40B4-BE49-F238E27FC236}">
                  <a16:creationId xmlns:a16="http://schemas.microsoft.com/office/drawing/2014/main" id="{A86A230D-BF1E-3AA5-34DF-D612917E36DA}"/>
                </a:ext>
              </a:extLst>
            </p:cNvPr>
            <p:cNvSpPr/>
            <p:nvPr/>
          </p:nvSpPr>
          <p:spPr>
            <a:xfrm>
              <a:off x="2133575" y="2937150"/>
              <a:ext cx="72150" cy="72150"/>
            </a:xfrm>
            <a:custGeom>
              <a:avLst/>
              <a:gdLst/>
              <a:ahLst/>
              <a:cxnLst/>
              <a:rect l="l" t="t" r="r" b="b"/>
              <a:pathLst>
                <a:path w="2886" h="2886" extrusionOk="0">
                  <a:moveTo>
                    <a:pt x="1448" y="93"/>
                  </a:moveTo>
                  <a:cubicBezTo>
                    <a:pt x="2190" y="93"/>
                    <a:pt x="2802" y="696"/>
                    <a:pt x="2802" y="1448"/>
                  </a:cubicBezTo>
                  <a:cubicBezTo>
                    <a:pt x="2802" y="2190"/>
                    <a:pt x="2190" y="2802"/>
                    <a:pt x="1448" y="2802"/>
                  </a:cubicBezTo>
                  <a:cubicBezTo>
                    <a:pt x="696" y="2802"/>
                    <a:pt x="93" y="2190"/>
                    <a:pt x="93" y="1448"/>
                  </a:cubicBezTo>
                  <a:cubicBezTo>
                    <a:pt x="93" y="696"/>
                    <a:pt x="696" y="93"/>
                    <a:pt x="1448" y="93"/>
                  </a:cubicBezTo>
                  <a:close/>
                  <a:moveTo>
                    <a:pt x="1448" y="1"/>
                  </a:moveTo>
                  <a:cubicBezTo>
                    <a:pt x="650" y="1"/>
                    <a:pt x="0" y="650"/>
                    <a:pt x="0" y="1448"/>
                  </a:cubicBezTo>
                  <a:cubicBezTo>
                    <a:pt x="0" y="2236"/>
                    <a:pt x="650" y="2886"/>
                    <a:pt x="1448" y="2886"/>
                  </a:cubicBezTo>
                  <a:cubicBezTo>
                    <a:pt x="2236" y="2886"/>
                    <a:pt x="2885" y="2236"/>
                    <a:pt x="2885" y="1448"/>
                  </a:cubicBezTo>
                  <a:cubicBezTo>
                    <a:pt x="2885" y="650"/>
                    <a:pt x="2236" y="1"/>
                    <a:pt x="144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3">
              <a:extLst>
                <a:ext uri="{FF2B5EF4-FFF2-40B4-BE49-F238E27FC236}">
                  <a16:creationId xmlns:a16="http://schemas.microsoft.com/office/drawing/2014/main" id="{07F6B837-0A45-EA2A-F186-F545C6A843C8}"/>
                </a:ext>
              </a:extLst>
            </p:cNvPr>
            <p:cNvSpPr/>
            <p:nvPr/>
          </p:nvSpPr>
          <p:spPr>
            <a:xfrm>
              <a:off x="2144250" y="2947825"/>
              <a:ext cx="50800" cy="50800"/>
            </a:xfrm>
            <a:custGeom>
              <a:avLst/>
              <a:gdLst/>
              <a:ahLst/>
              <a:cxnLst/>
              <a:rect l="l" t="t" r="r" b="b"/>
              <a:pathLst>
                <a:path w="2032" h="2032" extrusionOk="0">
                  <a:moveTo>
                    <a:pt x="1021" y="0"/>
                  </a:moveTo>
                  <a:cubicBezTo>
                    <a:pt x="455" y="0"/>
                    <a:pt x="0" y="455"/>
                    <a:pt x="0" y="1021"/>
                  </a:cubicBezTo>
                  <a:cubicBezTo>
                    <a:pt x="0" y="1577"/>
                    <a:pt x="455" y="2032"/>
                    <a:pt x="1021" y="2032"/>
                  </a:cubicBezTo>
                  <a:cubicBezTo>
                    <a:pt x="1577" y="2032"/>
                    <a:pt x="2032" y="1577"/>
                    <a:pt x="2032" y="1021"/>
                  </a:cubicBezTo>
                  <a:cubicBezTo>
                    <a:pt x="2032" y="455"/>
                    <a:pt x="1577" y="0"/>
                    <a:pt x="10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3">
              <a:extLst>
                <a:ext uri="{FF2B5EF4-FFF2-40B4-BE49-F238E27FC236}">
                  <a16:creationId xmlns:a16="http://schemas.microsoft.com/office/drawing/2014/main" id="{88EF8ED9-79DE-1FE4-7E42-9F44CAD96046}"/>
                </a:ext>
              </a:extLst>
            </p:cNvPr>
            <p:cNvSpPr/>
            <p:nvPr/>
          </p:nvSpPr>
          <p:spPr>
            <a:xfrm>
              <a:off x="2142850" y="2946425"/>
              <a:ext cx="53825" cy="53825"/>
            </a:xfrm>
            <a:custGeom>
              <a:avLst/>
              <a:gdLst/>
              <a:ahLst/>
              <a:cxnLst/>
              <a:rect l="l" t="t" r="r" b="b"/>
              <a:pathLst>
                <a:path w="2153" h="2153" extrusionOk="0">
                  <a:moveTo>
                    <a:pt x="1077" y="112"/>
                  </a:moveTo>
                  <a:cubicBezTo>
                    <a:pt x="1605" y="112"/>
                    <a:pt x="2032" y="548"/>
                    <a:pt x="2032" y="1077"/>
                  </a:cubicBezTo>
                  <a:cubicBezTo>
                    <a:pt x="2032" y="1605"/>
                    <a:pt x="1605" y="2032"/>
                    <a:pt x="1077" y="2032"/>
                  </a:cubicBezTo>
                  <a:cubicBezTo>
                    <a:pt x="548" y="2032"/>
                    <a:pt x="112" y="1605"/>
                    <a:pt x="112" y="1077"/>
                  </a:cubicBezTo>
                  <a:cubicBezTo>
                    <a:pt x="112" y="548"/>
                    <a:pt x="548" y="112"/>
                    <a:pt x="1077" y="112"/>
                  </a:cubicBezTo>
                  <a:close/>
                  <a:moveTo>
                    <a:pt x="1077" y="1"/>
                  </a:moveTo>
                  <a:cubicBezTo>
                    <a:pt x="483" y="1"/>
                    <a:pt x="0" y="483"/>
                    <a:pt x="0" y="1077"/>
                  </a:cubicBezTo>
                  <a:cubicBezTo>
                    <a:pt x="0" y="1670"/>
                    <a:pt x="483" y="2153"/>
                    <a:pt x="1077" y="2153"/>
                  </a:cubicBezTo>
                  <a:cubicBezTo>
                    <a:pt x="1670" y="2153"/>
                    <a:pt x="2153" y="1670"/>
                    <a:pt x="2153" y="1077"/>
                  </a:cubicBezTo>
                  <a:cubicBezTo>
                    <a:pt x="2153" y="483"/>
                    <a:pt x="1670" y="1"/>
                    <a:pt x="10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3">
              <a:extLst>
                <a:ext uri="{FF2B5EF4-FFF2-40B4-BE49-F238E27FC236}">
                  <a16:creationId xmlns:a16="http://schemas.microsoft.com/office/drawing/2014/main" id="{6E6652CB-D2C8-0F86-F4DF-6AA850EFAB7D}"/>
                </a:ext>
              </a:extLst>
            </p:cNvPr>
            <p:cNvSpPr/>
            <p:nvPr/>
          </p:nvSpPr>
          <p:spPr>
            <a:xfrm>
              <a:off x="2154900" y="2949850"/>
              <a:ext cx="45950" cy="34400"/>
            </a:xfrm>
            <a:custGeom>
              <a:avLst/>
              <a:gdLst/>
              <a:ahLst/>
              <a:cxnLst/>
              <a:rect l="l" t="t" r="r" b="b"/>
              <a:pathLst>
                <a:path w="1838" h="1376" extrusionOk="0">
                  <a:moveTo>
                    <a:pt x="1657" y="0"/>
                  </a:moveTo>
                  <a:cubicBezTo>
                    <a:pt x="1615" y="0"/>
                    <a:pt x="1573" y="17"/>
                    <a:pt x="1541" y="49"/>
                  </a:cubicBezTo>
                  <a:lnTo>
                    <a:pt x="613" y="977"/>
                  </a:lnTo>
                  <a:lnTo>
                    <a:pt x="298" y="661"/>
                  </a:lnTo>
                  <a:cubicBezTo>
                    <a:pt x="265" y="629"/>
                    <a:pt x="224" y="613"/>
                    <a:pt x="182" y="613"/>
                  </a:cubicBezTo>
                  <a:cubicBezTo>
                    <a:pt x="140" y="613"/>
                    <a:pt x="98" y="629"/>
                    <a:pt x="66" y="661"/>
                  </a:cubicBezTo>
                  <a:cubicBezTo>
                    <a:pt x="1" y="726"/>
                    <a:pt x="1" y="828"/>
                    <a:pt x="66" y="893"/>
                  </a:cubicBezTo>
                  <a:lnTo>
                    <a:pt x="493" y="1320"/>
                  </a:lnTo>
                  <a:cubicBezTo>
                    <a:pt x="530" y="1357"/>
                    <a:pt x="567" y="1376"/>
                    <a:pt x="613" y="1376"/>
                  </a:cubicBezTo>
                  <a:cubicBezTo>
                    <a:pt x="650" y="1376"/>
                    <a:pt x="697" y="1357"/>
                    <a:pt x="724" y="1329"/>
                  </a:cubicBezTo>
                  <a:lnTo>
                    <a:pt x="1773" y="281"/>
                  </a:lnTo>
                  <a:cubicBezTo>
                    <a:pt x="1838" y="216"/>
                    <a:pt x="1838" y="114"/>
                    <a:pt x="1773" y="49"/>
                  </a:cubicBezTo>
                  <a:cubicBezTo>
                    <a:pt x="1740" y="17"/>
                    <a:pt x="1699"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313198"/>
      </p:ext>
    </p:extLst>
  </p:cSld>
  <p:clrMapOvr>
    <a:masterClrMapping/>
  </p:clrMapOvr>
</p:sld>
</file>

<file path=ppt/theme/theme1.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8675</TotalTime>
  <Words>907</Words>
  <Application>Microsoft Macintosh PowerPoint</Application>
  <PresentationFormat>On-screen Show (16:9)</PresentationFormat>
  <Paragraphs>213</Paragraphs>
  <Slides>26</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-webkit-standard</vt:lpstr>
      <vt:lpstr>Sora</vt:lpstr>
      <vt:lpstr>Open Sans</vt:lpstr>
      <vt:lpstr>Software Engineering Business Plan by Slidesgo</vt:lpstr>
      <vt:lpstr>IBM x CAIR watsonx Hackathon</vt:lpstr>
      <vt:lpstr>Agenda</vt:lpstr>
      <vt:lpstr>Introductions</vt:lpstr>
      <vt:lpstr>IBM</vt:lpstr>
      <vt:lpstr>IBM</vt:lpstr>
      <vt:lpstr>CAIR Center for Analytics, Informatics, Research</vt:lpstr>
      <vt:lpstr>MCE</vt:lpstr>
      <vt:lpstr>SDH</vt:lpstr>
      <vt:lpstr>Hackathon Agenda</vt:lpstr>
      <vt:lpstr>Challenge</vt:lpstr>
      <vt:lpstr>Your Challenge</vt:lpstr>
      <vt:lpstr>Submission Deadline</vt:lpstr>
      <vt:lpstr>Submission Drive</vt:lpstr>
      <vt:lpstr>Judging Criteria</vt:lpstr>
      <vt:lpstr>Judging Rubric</vt:lpstr>
      <vt:lpstr>Prizes</vt:lpstr>
      <vt:lpstr>Team Formation</vt:lpstr>
      <vt:lpstr>Team Formation</vt:lpstr>
      <vt:lpstr>Logistics</vt:lpstr>
      <vt:lpstr>Let’s get Social</vt:lpstr>
      <vt:lpstr>Ready. Set. Action</vt:lpstr>
      <vt:lpstr>Google Drive </vt:lpstr>
      <vt:lpstr>Discord </vt:lpstr>
      <vt:lpstr>Panel Session</vt:lpstr>
      <vt:lpstr>PowerPoint Presentation</vt:lpstr>
      <vt:lpstr>Happy Hacking!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Ivy Vu</cp:lastModifiedBy>
  <cp:revision>20</cp:revision>
  <dcterms:modified xsi:type="dcterms:W3CDTF">2026-05-29T19:08:00Z</dcterms:modified>
</cp:coreProperties>
</file>